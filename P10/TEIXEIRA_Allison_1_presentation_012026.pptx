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1"/>
  </p:sldMasterIdLst>
  <p:notesMasterIdLst>
    <p:notesMasterId r:id="rId11"/>
  </p:notesMasterIdLst>
  <p:sldIdLst>
    <p:sldId id="256" r:id="rId2"/>
    <p:sldId id="257" r:id="rId3"/>
    <p:sldId id="262" r:id="rId4"/>
    <p:sldId id="260" r:id="rId5"/>
    <p:sldId id="259" r:id="rId6"/>
    <p:sldId id="258" r:id="rId7"/>
    <p:sldId id="261" r:id="rId8"/>
    <p:sldId id="263" r:id="rId9"/>
    <p:sldId id="264" r:id="rId1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2044" autoAdjust="0"/>
  </p:normalViewPr>
  <p:slideViewPr>
    <p:cSldViewPr>
      <p:cViewPr>
        <p:scale>
          <a:sx n="80" d="100"/>
          <a:sy n="80" d="100"/>
        </p:scale>
        <p:origin x="-1522" y="-77"/>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AF072D-7EBE-42FE-9D5E-F05455C2F40B}" type="doc">
      <dgm:prSet loTypeId="urn:microsoft.com/office/officeart/2005/8/layout/hierarchy2" loCatId="hierarchy" qsTypeId="urn:microsoft.com/office/officeart/2005/8/quickstyle/simple3" qsCatId="simple" csTypeId="urn:microsoft.com/office/officeart/2005/8/colors/accent5_2" csCatId="accent5" phldr="1"/>
      <dgm:spPr/>
      <dgm:t>
        <a:bodyPr/>
        <a:lstStyle/>
        <a:p>
          <a:endParaRPr lang="fr-FR"/>
        </a:p>
      </dgm:t>
    </dgm:pt>
    <dgm:pt modelId="{A543F980-AD11-4130-B0FD-8413A0A8FD65}">
      <dgm:prSet custT="1">
        <dgm:style>
          <a:lnRef idx="1">
            <a:schemeClr val="accent6"/>
          </a:lnRef>
          <a:fillRef idx="2">
            <a:schemeClr val="accent6"/>
          </a:fillRef>
          <a:effectRef idx="1">
            <a:schemeClr val="accent6"/>
          </a:effectRef>
          <a:fontRef idx="minor">
            <a:schemeClr val="dk1"/>
          </a:fontRef>
        </dgm:style>
      </dgm:prSet>
      <dgm:spPr>
        <a:ln/>
      </dgm:spPr>
      <dgm:t>
        <a:bodyPr/>
        <a:lstStyle/>
        <a:p>
          <a:r>
            <a:rPr lang="fr-FR" sz="1800" b="0" u="none" dirty="0" smtClean="0"/>
            <a:t>26 % </a:t>
          </a:r>
          <a:r>
            <a:rPr lang="fr-FR" sz="1800" dirty="0" smtClean="0"/>
            <a:t>population mondiale encore sans accès sécurisé à l’eau potable</a:t>
          </a:r>
          <a:endParaRPr lang="fr-FR" sz="1800" dirty="0"/>
        </a:p>
      </dgm:t>
    </dgm:pt>
    <dgm:pt modelId="{F0669DF0-6C81-4A08-AA2C-01A9CD6C0BB8}" type="parTrans" cxnId="{8C4C53AB-C4C6-4B56-A389-7A43E55633E6}">
      <dgm:prSet/>
      <dgm:spPr/>
      <dgm:t>
        <a:bodyPr/>
        <a:lstStyle/>
        <a:p>
          <a:endParaRPr lang="fr-FR">
            <a:solidFill>
              <a:schemeClr val="tx1">
                <a:lumMod val="85000"/>
                <a:lumOff val="15000"/>
              </a:schemeClr>
            </a:solidFill>
          </a:endParaRPr>
        </a:p>
      </dgm:t>
    </dgm:pt>
    <dgm:pt modelId="{8FCEDE7D-2BBD-474E-85B5-61B9D1FB2F11}" type="sibTrans" cxnId="{8C4C53AB-C4C6-4B56-A389-7A43E55633E6}">
      <dgm:prSet/>
      <dgm:spPr/>
      <dgm:t>
        <a:bodyPr/>
        <a:lstStyle/>
        <a:p>
          <a:endParaRPr lang="fr-FR">
            <a:solidFill>
              <a:schemeClr val="tx1">
                <a:lumMod val="85000"/>
                <a:lumOff val="15000"/>
              </a:schemeClr>
            </a:solidFill>
          </a:endParaRPr>
        </a:p>
      </dgm:t>
    </dgm:pt>
    <dgm:pt modelId="{69DB6AE1-DEE8-4191-9117-22DA9D2E71BE}">
      <dgm:prSet phldrT="[Text]" custT="1">
        <dgm:style>
          <a:lnRef idx="2">
            <a:schemeClr val="accent6"/>
          </a:lnRef>
          <a:fillRef idx="1">
            <a:schemeClr val="lt1"/>
          </a:fillRef>
          <a:effectRef idx="0">
            <a:schemeClr val="accent6"/>
          </a:effectRef>
          <a:fontRef idx="minor">
            <a:schemeClr val="dk1"/>
          </a:fontRef>
        </dgm:style>
      </dgm:prSet>
      <dgm:spPr>
        <a:noFill/>
      </dgm:spPr>
      <dgm:t>
        <a:bodyPr/>
        <a:lstStyle/>
        <a:p>
          <a:r>
            <a:rPr lang="fr-FR" sz="1800" dirty="0" smtClean="0"/>
            <a:t>9 % toujours aucun accès  (~700 M de personnes)</a:t>
          </a:r>
          <a:endParaRPr lang="fr-FR" sz="1800" dirty="0"/>
        </a:p>
      </dgm:t>
    </dgm:pt>
    <dgm:pt modelId="{435A0D4E-9A00-4E76-B811-2D3C60EC6E9A}" type="parTrans" cxnId="{EC845786-4BEC-4FEB-AD76-30215185B23F}">
      <dgm:prSet>
        <dgm:style>
          <a:lnRef idx="3">
            <a:schemeClr val="accent6"/>
          </a:lnRef>
          <a:fillRef idx="0">
            <a:schemeClr val="accent6"/>
          </a:fillRef>
          <a:effectRef idx="2">
            <a:schemeClr val="accent6"/>
          </a:effectRef>
          <a:fontRef idx="minor">
            <a:schemeClr val="tx1"/>
          </a:fontRef>
        </dgm:style>
      </dgm:prSet>
      <dgm:spPr/>
      <dgm:t>
        <a:bodyPr/>
        <a:lstStyle/>
        <a:p>
          <a:endParaRPr lang="fr-FR">
            <a:solidFill>
              <a:schemeClr val="tx1">
                <a:lumMod val="85000"/>
                <a:lumOff val="15000"/>
              </a:schemeClr>
            </a:solidFill>
          </a:endParaRPr>
        </a:p>
      </dgm:t>
    </dgm:pt>
    <dgm:pt modelId="{69F19192-8378-4DC2-8C4C-651D9AED0404}" type="sibTrans" cxnId="{EC845786-4BEC-4FEB-AD76-30215185B23F}">
      <dgm:prSet/>
      <dgm:spPr/>
      <dgm:t>
        <a:bodyPr/>
        <a:lstStyle/>
        <a:p>
          <a:endParaRPr lang="fr-FR">
            <a:solidFill>
              <a:schemeClr val="tx1">
                <a:lumMod val="85000"/>
                <a:lumOff val="15000"/>
              </a:schemeClr>
            </a:solidFill>
          </a:endParaRPr>
        </a:p>
      </dgm:t>
    </dgm:pt>
    <dgm:pt modelId="{388FDBE1-A4E3-44DA-BB41-CFD7257F50A9}">
      <dgm:prSet phldrT="[Text]" custT="1">
        <dgm:style>
          <a:lnRef idx="2">
            <a:schemeClr val="accent6"/>
          </a:lnRef>
          <a:fillRef idx="1">
            <a:schemeClr val="lt1"/>
          </a:fillRef>
          <a:effectRef idx="0">
            <a:schemeClr val="accent6"/>
          </a:effectRef>
          <a:fontRef idx="minor">
            <a:schemeClr val="dk1"/>
          </a:fontRef>
        </dgm:style>
      </dgm:prSet>
      <dgm:spPr>
        <a:noFill/>
      </dgm:spPr>
      <dgm:t>
        <a:bodyPr/>
        <a:lstStyle/>
        <a:p>
          <a:r>
            <a:rPr lang="fr-FR" sz="1800" dirty="0" smtClean="0"/>
            <a:t>1,4 M de morts en 2019 qui auraient pu être évitées si accès à des services sécurisés</a:t>
          </a:r>
          <a:endParaRPr lang="fr-FR" sz="1800" dirty="0"/>
        </a:p>
      </dgm:t>
    </dgm:pt>
    <dgm:pt modelId="{2E01D205-903C-464A-A920-AF92302D9B9B}" type="parTrans" cxnId="{5454D0AF-8C87-402F-84EC-86E306746C40}">
      <dgm:prSet>
        <dgm:style>
          <a:lnRef idx="3">
            <a:schemeClr val="accent6"/>
          </a:lnRef>
          <a:fillRef idx="0">
            <a:schemeClr val="accent6"/>
          </a:fillRef>
          <a:effectRef idx="2">
            <a:schemeClr val="accent6"/>
          </a:effectRef>
          <a:fontRef idx="minor">
            <a:schemeClr val="tx1"/>
          </a:fontRef>
        </dgm:style>
      </dgm:prSet>
      <dgm:spPr/>
      <dgm:t>
        <a:bodyPr/>
        <a:lstStyle/>
        <a:p>
          <a:endParaRPr lang="fr-FR">
            <a:solidFill>
              <a:schemeClr val="tx1">
                <a:lumMod val="85000"/>
                <a:lumOff val="15000"/>
              </a:schemeClr>
            </a:solidFill>
          </a:endParaRPr>
        </a:p>
      </dgm:t>
    </dgm:pt>
    <dgm:pt modelId="{A4F6A641-0D96-48EA-8965-85A151DDAC70}" type="sibTrans" cxnId="{5454D0AF-8C87-402F-84EC-86E306746C40}">
      <dgm:prSet/>
      <dgm:spPr/>
      <dgm:t>
        <a:bodyPr/>
        <a:lstStyle/>
        <a:p>
          <a:endParaRPr lang="fr-FR">
            <a:solidFill>
              <a:schemeClr val="tx1">
                <a:lumMod val="85000"/>
                <a:lumOff val="15000"/>
              </a:schemeClr>
            </a:solidFill>
          </a:endParaRPr>
        </a:p>
      </dgm:t>
    </dgm:pt>
    <dgm:pt modelId="{C11FE574-36CB-42B8-849B-953B8A6BBB7B}" type="pres">
      <dgm:prSet presAssocID="{84AF072D-7EBE-42FE-9D5E-F05455C2F40B}" presName="diagram" presStyleCnt="0">
        <dgm:presLayoutVars>
          <dgm:chPref val="1"/>
          <dgm:dir/>
          <dgm:animOne val="branch"/>
          <dgm:animLvl val="lvl"/>
          <dgm:resizeHandles val="exact"/>
        </dgm:presLayoutVars>
      </dgm:prSet>
      <dgm:spPr/>
      <dgm:t>
        <a:bodyPr/>
        <a:lstStyle/>
        <a:p>
          <a:endParaRPr lang="fr-FR"/>
        </a:p>
      </dgm:t>
    </dgm:pt>
    <dgm:pt modelId="{35A82E26-7DB3-4EEC-B509-8826C09DEA48}" type="pres">
      <dgm:prSet presAssocID="{A543F980-AD11-4130-B0FD-8413A0A8FD65}" presName="root1" presStyleCnt="0"/>
      <dgm:spPr/>
    </dgm:pt>
    <dgm:pt modelId="{E2AC425F-C9DC-4E0E-8E32-704055E76803}" type="pres">
      <dgm:prSet presAssocID="{A543F980-AD11-4130-B0FD-8413A0A8FD65}" presName="LevelOneTextNode" presStyleLbl="node0" presStyleIdx="0" presStyleCnt="1" custScaleX="210607" custScaleY="142719" custLinFactY="5548" custLinFactNeighborX="3279" custLinFactNeighborY="100000">
        <dgm:presLayoutVars>
          <dgm:chPref val="3"/>
        </dgm:presLayoutVars>
      </dgm:prSet>
      <dgm:spPr/>
      <dgm:t>
        <a:bodyPr/>
        <a:lstStyle/>
        <a:p>
          <a:endParaRPr lang="fr-FR"/>
        </a:p>
      </dgm:t>
    </dgm:pt>
    <dgm:pt modelId="{BE6F947E-DC3E-47F4-984B-A519611358D3}" type="pres">
      <dgm:prSet presAssocID="{A543F980-AD11-4130-B0FD-8413A0A8FD65}" presName="level2hierChild" presStyleCnt="0"/>
      <dgm:spPr/>
    </dgm:pt>
    <dgm:pt modelId="{A09F546C-D527-4C0F-9B52-5805E40CF7D9}" type="pres">
      <dgm:prSet presAssocID="{435A0D4E-9A00-4E76-B811-2D3C60EC6E9A}" presName="conn2-1" presStyleLbl="parChTrans1D2" presStyleIdx="0" presStyleCnt="2"/>
      <dgm:spPr/>
      <dgm:t>
        <a:bodyPr/>
        <a:lstStyle/>
        <a:p>
          <a:endParaRPr lang="fr-FR"/>
        </a:p>
      </dgm:t>
    </dgm:pt>
    <dgm:pt modelId="{BE472537-B027-42AF-B708-2ED29AE0F0CA}" type="pres">
      <dgm:prSet presAssocID="{435A0D4E-9A00-4E76-B811-2D3C60EC6E9A}" presName="connTx" presStyleLbl="parChTrans1D2" presStyleIdx="0" presStyleCnt="2"/>
      <dgm:spPr/>
      <dgm:t>
        <a:bodyPr/>
        <a:lstStyle/>
        <a:p>
          <a:endParaRPr lang="fr-FR"/>
        </a:p>
      </dgm:t>
    </dgm:pt>
    <dgm:pt modelId="{AF56CB41-6DBC-44EC-912D-2F723BB810A3}" type="pres">
      <dgm:prSet presAssocID="{69DB6AE1-DEE8-4191-9117-22DA9D2E71BE}" presName="root2" presStyleCnt="0"/>
      <dgm:spPr/>
    </dgm:pt>
    <dgm:pt modelId="{D00704AB-614F-44AF-84ED-5BE9CE5DD84F}" type="pres">
      <dgm:prSet presAssocID="{69DB6AE1-DEE8-4191-9117-22DA9D2E71BE}" presName="LevelTwoTextNode" presStyleLbl="node2" presStyleIdx="0" presStyleCnt="2" custScaleX="226725" custScaleY="158393" custLinFactNeighborX="1075" custLinFactNeighborY="-65927">
        <dgm:presLayoutVars>
          <dgm:chPref val="3"/>
        </dgm:presLayoutVars>
      </dgm:prSet>
      <dgm:spPr/>
      <dgm:t>
        <a:bodyPr/>
        <a:lstStyle/>
        <a:p>
          <a:endParaRPr lang="fr-FR"/>
        </a:p>
      </dgm:t>
    </dgm:pt>
    <dgm:pt modelId="{5C4808E7-7BF1-4203-BC83-BE0253ABE839}" type="pres">
      <dgm:prSet presAssocID="{69DB6AE1-DEE8-4191-9117-22DA9D2E71BE}" presName="level3hierChild" presStyleCnt="0"/>
      <dgm:spPr/>
    </dgm:pt>
    <dgm:pt modelId="{BDF187E7-655B-43DF-9B17-D97717399810}" type="pres">
      <dgm:prSet presAssocID="{2E01D205-903C-464A-A920-AF92302D9B9B}" presName="conn2-1" presStyleLbl="parChTrans1D2" presStyleIdx="1" presStyleCnt="2"/>
      <dgm:spPr/>
      <dgm:t>
        <a:bodyPr/>
        <a:lstStyle/>
        <a:p>
          <a:endParaRPr lang="fr-FR"/>
        </a:p>
      </dgm:t>
    </dgm:pt>
    <dgm:pt modelId="{01644B71-8E0F-4924-86B0-A8699CC1269B}" type="pres">
      <dgm:prSet presAssocID="{2E01D205-903C-464A-A920-AF92302D9B9B}" presName="connTx" presStyleLbl="parChTrans1D2" presStyleIdx="1" presStyleCnt="2"/>
      <dgm:spPr/>
      <dgm:t>
        <a:bodyPr/>
        <a:lstStyle/>
        <a:p>
          <a:endParaRPr lang="fr-FR"/>
        </a:p>
      </dgm:t>
    </dgm:pt>
    <dgm:pt modelId="{160B18D7-29B8-4FA5-BA80-CDC35372E2D2}" type="pres">
      <dgm:prSet presAssocID="{388FDBE1-A4E3-44DA-BB41-CFD7257F50A9}" presName="root2" presStyleCnt="0"/>
      <dgm:spPr/>
    </dgm:pt>
    <dgm:pt modelId="{649D37A9-897E-4EF5-8460-2977DC7811DB}" type="pres">
      <dgm:prSet presAssocID="{388FDBE1-A4E3-44DA-BB41-CFD7257F50A9}" presName="LevelTwoTextNode" presStyleLbl="node2" presStyleIdx="1" presStyleCnt="2" custScaleX="225796" custScaleY="209949">
        <dgm:presLayoutVars>
          <dgm:chPref val="3"/>
        </dgm:presLayoutVars>
      </dgm:prSet>
      <dgm:spPr/>
      <dgm:t>
        <a:bodyPr/>
        <a:lstStyle/>
        <a:p>
          <a:endParaRPr lang="fr-FR"/>
        </a:p>
      </dgm:t>
    </dgm:pt>
    <dgm:pt modelId="{3EE06C08-7FDC-4570-9BBF-D49E0448821F}" type="pres">
      <dgm:prSet presAssocID="{388FDBE1-A4E3-44DA-BB41-CFD7257F50A9}" presName="level3hierChild" presStyleCnt="0"/>
      <dgm:spPr/>
    </dgm:pt>
  </dgm:ptLst>
  <dgm:cxnLst>
    <dgm:cxn modelId="{CEBAC056-54BF-4A75-8D53-A753CFC0B265}" type="presOf" srcId="{435A0D4E-9A00-4E76-B811-2D3C60EC6E9A}" destId="{A09F546C-D527-4C0F-9B52-5805E40CF7D9}" srcOrd="0" destOrd="0" presId="urn:microsoft.com/office/officeart/2005/8/layout/hierarchy2"/>
    <dgm:cxn modelId="{8C4C53AB-C4C6-4B56-A389-7A43E55633E6}" srcId="{84AF072D-7EBE-42FE-9D5E-F05455C2F40B}" destId="{A543F980-AD11-4130-B0FD-8413A0A8FD65}" srcOrd="0" destOrd="0" parTransId="{F0669DF0-6C81-4A08-AA2C-01A9CD6C0BB8}" sibTransId="{8FCEDE7D-2BBD-474E-85B5-61B9D1FB2F11}"/>
    <dgm:cxn modelId="{16759D1E-9E7D-4579-B9A2-9332D891806A}" type="presOf" srcId="{388FDBE1-A4E3-44DA-BB41-CFD7257F50A9}" destId="{649D37A9-897E-4EF5-8460-2977DC7811DB}" srcOrd="0" destOrd="0" presId="urn:microsoft.com/office/officeart/2005/8/layout/hierarchy2"/>
    <dgm:cxn modelId="{50B6B343-90EE-479F-A960-43FAB894ADED}" type="presOf" srcId="{2E01D205-903C-464A-A920-AF92302D9B9B}" destId="{01644B71-8E0F-4924-86B0-A8699CC1269B}" srcOrd="1" destOrd="0" presId="urn:microsoft.com/office/officeart/2005/8/layout/hierarchy2"/>
    <dgm:cxn modelId="{EC845786-4BEC-4FEB-AD76-30215185B23F}" srcId="{A543F980-AD11-4130-B0FD-8413A0A8FD65}" destId="{69DB6AE1-DEE8-4191-9117-22DA9D2E71BE}" srcOrd="0" destOrd="0" parTransId="{435A0D4E-9A00-4E76-B811-2D3C60EC6E9A}" sibTransId="{69F19192-8378-4DC2-8C4C-651D9AED0404}"/>
    <dgm:cxn modelId="{5454D0AF-8C87-402F-84EC-86E306746C40}" srcId="{A543F980-AD11-4130-B0FD-8413A0A8FD65}" destId="{388FDBE1-A4E3-44DA-BB41-CFD7257F50A9}" srcOrd="1" destOrd="0" parTransId="{2E01D205-903C-464A-A920-AF92302D9B9B}" sibTransId="{A4F6A641-0D96-48EA-8965-85A151DDAC70}"/>
    <dgm:cxn modelId="{63BD04F2-21E6-43DC-A130-4F5FA01A2F96}" type="presOf" srcId="{69DB6AE1-DEE8-4191-9117-22DA9D2E71BE}" destId="{D00704AB-614F-44AF-84ED-5BE9CE5DD84F}" srcOrd="0" destOrd="0" presId="urn:microsoft.com/office/officeart/2005/8/layout/hierarchy2"/>
    <dgm:cxn modelId="{5EEB45C2-0AA3-45F7-8260-4D301876383D}" type="presOf" srcId="{435A0D4E-9A00-4E76-B811-2D3C60EC6E9A}" destId="{BE472537-B027-42AF-B708-2ED29AE0F0CA}" srcOrd="1" destOrd="0" presId="urn:microsoft.com/office/officeart/2005/8/layout/hierarchy2"/>
    <dgm:cxn modelId="{E1E7975B-C62D-4DBC-8F72-F382D0B29FAB}" type="presOf" srcId="{A543F980-AD11-4130-B0FD-8413A0A8FD65}" destId="{E2AC425F-C9DC-4E0E-8E32-704055E76803}" srcOrd="0" destOrd="0" presId="urn:microsoft.com/office/officeart/2005/8/layout/hierarchy2"/>
    <dgm:cxn modelId="{82F81B62-FB8C-4EAF-8204-FC17A42C5354}" type="presOf" srcId="{84AF072D-7EBE-42FE-9D5E-F05455C2F40B}" destId="{C11FE574-36CB-42B8-849B-953B8A6BBB7B}" srcOrd="0" destOrd="0" presId="urn:microsoft.com/office/officeart/2005/8/layout/hierarchy2"/>
    <dgm:cxn modelId="{28CC813E-5E81-42F3-BDF4-8B06A83B32BD}" type="presOf" srcId="{2E01D205-903C-464A-A920-AF92302D9B9B}" destId="{BDF187E7-655B-43DF-9B17-D97717399810}" srcOrd="0" destOrd="0" presId="urn:microsoft.com/office/officeart/2005/8/layout/hierarchy2"/>
    <dgm:cxn modelId="{DC88BAB2-A591-4A8B-B27E-0DD746BA61E3}" type="presParOf" srcId="{C11FE574-36CB-42B8-849B-953B8A6BBB7B}" destId="{35A82E26-7DB3-4EEC-B509-8826C09DEA48}" srcOrd="0" destOrd="0" presId="urn:microsoft.com/office/officeart/2005/8/layout/hierarchy2"/>
    <dgm:cxn modelId="{725D6C5B-E98F-457B-BB60-88A441FA7802}" type="presParOf" srcId="{35A82E26-7DB3-4EEC-B509-8826C09DEA48}" destId="{E2AC425F-C9DC-4E0E-8E32-704055E76803}" srcOrd="0" destOrd="0" presId="urn:microsoft.com/office/officeart/2005/8/layout/hierarchy2"/>
    <dgm:cxn modelId="{6CAB8672-7ADD-4413-8B05-3F8DCF617C5C}" type="presParOf" srcId="{35A82E26-7DB3-4EEC-B509-8826C09DEA48}" destId="{BE6F947E-DC3E-47F4-984B-A519611358D3}" srcOrd="1" destOrd="0" presId="urn:microsoft.com/office/officeart/2005/8/layout/hierarchy2"/>
    <dgm:cxn modelId="{3989535B-D0F6-44BA-900F-DFC80109A20C}" type="presParOf" srcId="{BE6F947E-DC3E-47F4-984B-A519611358D3}" destId="{A09F546C-D527-4C0F-9B52-5805E40CF7D9}" srcOrd="0" destOrd="0" presId="urn:microsoft.com/office/officeart/2005/8/layout/hierarchy2"/>
    <dgm:cxn modelId="{0E775FB1-D352-48A9-A89A-8C3617BBC585}" type="presParOf" srcId="{A09F546C-D527-4C0F-9B52-5805E40CF7D9}" destId="{BE472537-B027-42AF-B708-2ED29AE0F0CA}" srcOrd="0" destOrd="0" presId="urn:microsoft.com/office/officeart/2005/8/layout/hierarchy2"/>
    <dgm:cxn modelId="{F1632107-95CE-4A70-8D6D-906C30433FE0}" type="presParOf" srcId="{BE6F947E-DC3E-47F4-984B-A519611358D3}" destId="{AF56CB41-6DBC-44EC-912D-2F723BB810A3}" srcOrd="1" destOrd="0" presId="urn:microsoft.com/office/officeart/2005/8/layout/hierarchy2"/>
    <dgm:cxn modelId="{969D893A-487E-43D4-AD77-12E327C0BA03}" type="presParOf" srcId="{AF56CB41-6DBC-44EC-912D-2F723BB810A3}" destId="{D00704AB-614F-44AF-84ED-5BE9CE5DD84F}" srcOrd="0" destOrd="0" presId="urn:microsoft.com/office/officeart/2005/8/layout/hierarchy2"/>
    <dgm:cxn modelId="{81AC2052-83B5-4B6F-87B1-CED994B01BD0}" type="presParOf" srcId="{AF56CB41-6DBC-44EC-912D-2F723BB810A3}" destId="{5C4808E7-7BF1-4203-BC83-BE0253ABE839}" srcOrd="1" destOrd="0" presId="urn:microsoft.com/office/officeart/2005/8/layout/hierarchy2"/>
    <dgm:cxn modelId="{049FC6ED-5882-4213-A230-8E20B049C68C}" type="presParOf" srcId="{BE6F947E-DC3E-47F4-984B-A519611358D3}" destId="{BDF187E7-655B-43DF-9B17-D97717399810}" srcOrd="2" destOrd="0" presId="urn:microsoft.com/office/officeart/2005/8/layout/hierarchy2"/>
    <dgm:cxn modelId="{63E71788-5CE9-47D2-BDC3-1DDE5676259E}" type="presParOf" srcId="{BDF187E7-655B-43DF-9B17-D97717399810}" destId="{01644B71-8E0F-4924-86B0-A8699CC1269B}" srcOrd="0" destOrd="0" presId="urn:microsoft.com/office/officeart/2005/8/layout/hierarchy2"/>
    <dgm:cxn modelId="{F825AE14-8846-4B3B-A325-6E73B8D98F21}" type="presParOf" srcId="{BE6F947E-DC3E-47F4-984B-A519611358D3}" destId="{160B18D7-29B8-4FA5-BA80-CDC35372E2D2}" srcOrd="3" destOrd="0" presId="urn:microsoft.com/office/officeart/2005/8/layout/hierarchy2"/>
    <dgm:cxn modelId="{AFA7C40E-8C57-4608-97ED-5F5F297365D6}" type="presParOf" srcId="{160B18D7-29B8-4FA5-BA80-CDC35372E2D2}" destId="{649D37A9-897E-4EF5-8460-2977DC7811DB}" srcOrd="0" destOrd="0" presId="urn:microsoft.com/office/officeart/2005/8/layout/hierarchy2"/>
    <dgm:cxn modelId="{DF9C452F-8709-4100-8AE1-223EC24A2DFB}" type="presParOf" srcId="{160B18D7-29B8-4FA5-BA80-CDC35372E2D2}" destId="{3EE06C08-7FDC-4570-9BBF-D49E0448821F}" srcOrd="1" destOrd="0" presId="urn:microsoft.com/office/officeart/2005/8/layout/hierarchy2"/>
  </dgm:cxnLst>
  <dgm:bg>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80BA78-727C-4FBC-AA07-8A90CEC2A30E}" type="doc">
      <dgm:prSet loTypeId="urn:microsoft.com/office/officeart/2005/8/layout/lProcess3" loCatId="process" qsTypeId="urn:microsoft.com/office/officeart/2005/8/quickstyle/simple3" qsCatId="simple" csTypeId="urn:microsoft.com/office/officeart/2005/8/colors/accent4_4" csCatId="accent4" phldr="1"/>
      <dgm:spPr/>
      <dgm:t>
        <a:bodyPr/>
        <a:lstStyle/>
        <a:p>
          <a:endParaRPr lang="fr-FR"/>
        </a:p>
      </dgm:t>
    </dgm:pt>
    <dgm:pt modelId="{5FDE0D59-22C5-4FD6-8FF2-40F88D2C83FE}">
      <dgm:prSet phldrT="[Text]" custT="1"/>
      <dgm:spPr>
        <a:solidFill>
          <a:schemeClr val="accent4">
            <a:lumMod val="75000"/>
          </a:schemeClr>
        </a:solidFill>
        <a:effectLst/>
      </dgm:spPr>
      <dgm:t>
        <a:bodyPr/>
        <a:lstStyle/>
        <a:p>
          <a:r>
            <a:rPr lang="fr-FR" sz="2000" dirty="0" smtClean="0">
              <a:solidFill>
                <a:schemeClr val="bg1"/>
              </a:solidFill>
            </a:rPr>
            <a:t>Objectif</a:t>
          </a:r>
          <a:endParaRPr lang="fr-FR" sz="2000" dirty="0">
            <a:solidFill>
              <a:schemeClr val="bg1"/>
            </a:solidFill>
          </a:endParaRPr>
        </a:p>
      </dgm:t>
    </dgm:pt>
    <dgm:pt modelId="{0BD2A1DC-B1D5-48CC-9156-E342B6A4A376}" type="parTrans" cxnId="{D60257BA-2E7F-4AA6-A357-738D18A4DAAC}">
      <dgm:prSet/>
      <dgm:spPr/>
      <dgm:t>
        <a:bodyPr/>
        <a:lstStyle/>
        <a:p>
          <a:endParaRPr lang="fr-FR"/>
        </a:p>
      </dgm:t>
    </dgm:pt>
    <dgm:pt modelId="{E5CA46A1-C7DC-4EC1-B168-9B0759E86E91}" type="sibTrans" cxnId="{D60257BA-2E7F-4AA6-A357-738D18A4DAAC}">
      <dgm:prSet/>
      <dgm:spPr/>
      <dgm:t>
        <a:bodyPr/>
        <a:lstStyle/>
        <a:p>
          <a:endParaRPr lang="fr-FR"/>
        </a:p>
      </dgm:t>
    </dgm:pt>
    <dgm:pt modelId="{42F55D14-0773-499E-86A8-4CAD8E1B3906}">
      <dgm:prSet phldrT="[Text]" custT="1"/>
      <dgm:spPr>
        <a:ln>
          <a:noFill/>
        </a:ln>
        <a:effectLst/>
      </dgm:spPr>
      <dgm:t>
        <a:bodyPr anchor="ctr"/>
        <a:lstStyle/>
        <a:p>
          <a:r>
            <a:rPr lang="fr-FR" sz="1600" dirty="0" smtClean="0"/>
            <a:t>Créer un tableau de bord qui permet d’identifier </a:t>
          </a:r>
          <a:r>
            <a:rPr lang="fr-FR" sz="1400" dirty="0" smtClean="0"/>
            <a:t>:</a:t>
          </a:r>
          <a:endParaRPr lang="fr-FR" sz="1400" dirty="0"/>
        </a:p>
      </dgm:t>
    </dgm:pt>
    <dgm:pt modelId="{9994206C-B11F-44BD-B570-E8ED25454FEA}" type="parTrans" cxnId="{DC3DCC8C-9CCA-46A3-B77B-76AFD51806BC}">
      <dgm:prSet/>
      <dgm:spPr/>
      <dgm:t>
        <a:bodyPr/>
        <a:lstStyle/>
        <a:p>
          <a:endParaRPr lang="fr-FR"/>
        </a:p>
      </dgm:t>
    </dgm:pt>
    <dgm:pt modelId="{C49803C8-3C01-4120-BC1E-5B14B0254B2B}" type="sibTrans" cxnId="{DC3DCC8C-9CCA-46A3-B77B-76AFD51806BC}">
      <dgm:prSet/>
      <dgm:spPr/>
      <dgm:t>
        <a:bodyPr/>
        <a:lstStyle/>
        <a:p>
          <a:endParaRPr lang="fr-FR"/>
        </a:p>
      </dgm:t>
    </dgm:pt>
    <dgm:pt modelId="{BBB49404-9805-4373-B9D5-F1102A582AD1}">
      <dgm:prSet custT="1"/>
      <dgm:spPr>
        <a:ln>
          <a:noFill/>
        </a:ln>
        <a:effectLst/>
      </dgm:spPr>
      <dgm:t>
        <a:bodyPr anchor="ctr"/>
        <a:lstStyle/>
        <a:p>
          <a:r>
            <a:rPr lang="fr-FR" sz="1200" dirty="0" smtClean="0"/>
            <a:t>les pays qui rencontrent des difficultés d’accès à l’eau potable</a:t>
          </a:r>
          <a:endParaRPr lang="fr-FR" sz="1200" dirty="0"/>
        </a:p>
      </dgm:t>
    </dgm:pt>
    <dgm:pt modelId="{3C57BE5A-55D8-474A-B422-A6936A07030D}" type="parTrans" cxnId="{B306D923-ADE2-470F-AA42-ACA8B1BB0F11}">
      <dgm:prSet/>
      <dgm:spPr/>
      <dgm:t>
        <a:bodyPr/>
        <a:lstStyle/>
        <a:p>
          <a:endParaRPr lang="fr-FR"/>
        </a:p>
      </dgm:t>
    </dgm:pt>
    <dgm:pt modelId="{07DF7CBB-EA29-4DEB-80A8-A1280690304A}" type="sibTrans" cxnId="{B306D923-ADE2-470F-AA42-ACA8B1BB0F11}">
      <dgm:prSet/>
      <dgm:spPr/>
      <dgm:t>
        <a:bodyPr/>
        <a:lstStyle/>
        <a:p>
          <a:endParaRPr lang="fr-FR"/>
        </a:p>
      </dgm:t>
    </dgm:pt>
    <dgm:pt modelId="{93C0DCA7-91C8-42F1-A122-71B0B1EDAE96}">
      <dgm:prSet custT="1"/>
      <dgm:spPr>
        <a:ln>
          <a:noFill/>
        </a:ln>
        <a:effectLst/>
      </dgm:spPr>
      <dgm:t>
        <a:bodyPr anchor="ctr"/>
        <a:lstStyle/>
        <a:p>
          <a:r>
            <a:rPr lang="fr-FR" sz="1200" dirty="0" smtClean="0"/>
            <a:t>et ceux pour lesquels concentrer les efforts</a:t>
          </a:r>
          <a:endParaRPr lang="fr-FR" sz="1200" dirty="0"/>
        </a:p>
      </dgm:t>
    </dgm:pt>
    <dgm:pt modelId="{2C68E333-0504-4E3A-90C3-60803803392D}" type="parTrans" cxnId="{CFE2BEE6-EB15-453D-AF5F-9F9DA42535B9}">
      <dgm:prSet/>
      <dgm:spPr/>
      <dgm:t>
        <a:bodyPr/>
        <a:lstStyle/>
        <a:p>
          <a:endParaRPr lang="fr-FR"/>
        </a:p>
      </dgm:t>
    </dgm:pt>
    <dgm:pt modelId="{8806159E-A551-449F-8B0C-A83B663BF3F1}" type="sibTrans" cxnId="{CFE2BEE6-EB15-453D-AF5F-9F9DA42535B9}">
      <dgm:prSet/>
      <dgm:spPr/>
      <dgm:t>
        <a:bodyPr/>
        <a:lstStyle/>
        <a:p>
          <a:endParaRPr lang="fr-FR"/>
        </a:p>
      </dgm:t>
    </dgm:pt>
    <dgm:pt modelId="{508D2ABF-5657-42C0-B99E-AC84840CFB27}" type="pres">
      <dgm:prSet presAssocID="{ED80BA78-727C-4FBC-AA07-8A90CEC2A30E}" presName="Name0" presStyleCnt="0">
        <dgm:presLayoutVars>
          <dgm:chPref val="3"/>
          <dgm:dir/>
          <dgm:animLvl val="lvl"/>
          <dgm:resizeHandles/>
        </dgm:presLayoutVars>
      </dgm:prSet>
      <dgm:spPr/>
      <dgm:t>
        <a:bodyPr/>
        <a:lstStyle/>
        <a:p>
          <a:endParaRPr lang="fr-FR"/>
        </a:p>
      </dgm:t>
    </dgm:pt>
    <dgm:pt modelId="{83EDBCFA-A9F3-49EB-9E39-0032A30540E4}" type="pres">
      <dgm:prSet presAssocID="{5FDE0D59-22C5-4FD6-8FF2-40F88D2C83FE}" presName="horFlow" presStyleCnt="0"/>
      <dgm:spPr/>
      <dgm:t>
        <a:bodyPr/>
        <a:lstStyle/>
        <a:p>
          <a:endParaRPr lang="fr-FR"/>
        </a:p>
      </dgm:t>
    </dgm:pt>
    <dgm:pt modelId="{D1FA50CA-5B40-44B3-9845-1EE07D1047F6}" type="pres">
      <dgm:prSet presAssocID="{5FDE0D59-22C5-4FD6-8FF2-40F88D2C83FE}" presName="bigChev" presStyleLbl="node1" presStyleIdx="0" presStyleCnt="1" custScaleY="100508"/>
      <dgm:spPr/>
      <dgm:t>
        <a:bodyPr/>
        <a:lstStyle/>
        <a:p>
          <a:endParaRPr lang="fr-FR"/>
        </a:p>
      </dgm:t>
    </dgm:pt>
    <dgm:pt modelId="{E6B78DE5-AA6F-4648-92D5-87000D1919A9}" type="pres">
      <dgm:prSet presAssocID="{9994206C-B11F-44BD-B570-E8ED25454FEA}" presName="parTrans" presStyleCnt="0"/>
      <dgm:spPr/>
      <dgm:t>
        <a:bodyPr/>
        <a:lstStyle/>
        <a:p>
          <a:endParaRPr lang="fr-FR"/>
        </a:p>
      </dgm:t>
    </dgm:pt>
    <dgm:pt modelId="{2F93793F-C52B-40A0-A4C8-F9E99655F9CC}" type="pres">
      <dgm:prSet presAssocID="{42F55D14-0773-499E-86A8-4CAD8E1B3906}" presName="node" presStyleLbl="alignAccFollowNode1" presStyleIdx="0" presStyleCnt="1" custScaleX="364305" custScaleY="120899">
        <dgm:presLayoutVars>
          <dgm:bulletEnabled val="1"/>
        </dgm:presLayoutVars>
      </dgm:prSet>
      <dgm:spPr/>
      <dgm:t>
        <a:bodyPr/>
        <a:lstStyle/>
        <a:p>
          <a:endParaRPr lang="fr-FR"/>
        </a:p>
      </dgm:t>
    </dgm:pt>
  </dgm:ptLst>
  <dgm:cxnLst>
    <dgm:cxn modelId="{79FB4598-B2F9-477F-90A8-EFDB28BBD041}" type="presOf" srcId="{42F55D14-0773-499E-86A8-4CAD8E1B3906}" destId="{2F93793F-C52B-40A0-A4C8-F9E99655F9CC}" srcOrd="0" destOrd="0" presId="urn:microsoft.com/office/officeart/2005/8/layout/lProcess3"/>
    <dgm:cxn modelId="{B306D923-ADE2-470F-AA42-ACA8B1BB0F11}" srcId="{42F55D14-0773-499E-86A8-4CAD8E1B3906}" destId="{BBB49404-9805-4373-B9D5-F1102A582AD1}" srcOrd="0" destOrd="0" parTransId="{3C57BE5A-55D8-474A-B422-A6936A07030D}" sibTransId="{07DF7CBB-EA29-4DEB-80A8-A1280690304A}"/>
    <dgm:cxn modelId="{775C72E2-C304-4027-98D7-B5E42938F041}" type="presOf" srcId="{5FDE0D59-22C5-4FD6-8FF2-40F88D2C83FE}" destId="{D1FA50CA-5B40-44B3-9845-1EE07D1047F6}" srcOrd="0" destOrd="0" presId="urn:microsoft.com/office/officeart/2005/8/layout/lProcess3"/>
    <dgm:cxn modelId="{84FAA6C3-8760-4912-9297-2164896448CF}" type="presOf" srcId="{93C0DCA7-91C8-42F1-A122-71B0B1EDAE96}" destId="{2F93793F-C52B-40A0-A4C8-F9E99655F9CC}" srcOrd="0" destOrd="2" presId="urn:microsoft.com/office/officeart/2005/8/layout/lProcess3"/>
    <dgm:cxn modelId="{D60257BA-2E7F-4AA6-A357-738D18A4DAAC}" srcId="{ED80BA78-727C-4FBC-AA07-8A90CEC2A30E}" destId="{5FDE0D59-22C5-4FD6-8FF2-40F88D2C83FE}" srcOrd="0" destOrd="0" parTransId="{0BD2A1DC-B1D5-48CC-9156-E342B6A4A376}" sibTransId="{E5CA46A1-C7DC-4EC1-B168-9B0759E86E91}"/>
    <dgm:cxn modelId="{CFE2BEE6-EB15-453D-AF5F-9F9DA42535B9}" srcId="{42F55D14-0773-499E-86A8-4CAD8E1B3906}" destId="{93C0DCA7-91C8-42F1-A122-71B0B1EDAE96}" srcOrd="1" destOrd="0" parTransId="{2C68E333-0504-4E3A-90C3-60803803392D}" sibTransId="{8806159E-A551-449F-8B0C-A83B663BF3F1}"/>
    <dgm:cxn modelId="{D1C38688-6011-4A22-BF93-C611B8C9FC10}" type="presOf" srcId="{ED80BA78-727C-4FBC-AA07-8A90CEC2A30E}" destId="{508D2ABF-5657-42C0-B99E-AC84840CFB27}" srcOrd="0" destOrd="0" presId="urn:microsoft.com/office/officeart/2005/8/layout/lProcess3"/>
    <dgm:cxn modelId="{DC3DCC8C-9CCA-46A3-B77B-76AFD51806BC}" srcId="{5FDE0D59-22C5-4FD6-8FF2-40F88D2C83FE}" destId="{42F55D14-0773-499E-86A8-4CAD8E1B3906}" srcOrd="0" destOrd="0" parTransId="{9994206C-B11F-44BD-B570-E8ED25454FEA}" sibTransId="{C49803C8-3C01-4120-BC1E-5B14B0254B2B}"/>
    <dgm:cxn modelId="{2B4D1397-BF49-46ED-B8C2-B761E65B6038}" type="presOf" srcId="{BBB49404-9805-4373-B9D5-F1102A582AD1}" destId="{2F93793F-C52B-40A0-A4C8-F9E99655F9CC}" srcOrd="0" destOrd="1" presId="urn:microsoft.com/office/officeart/2005/8/layout/lProcess3"/>
    <dgm:cxn modelId="{8800E8A7-3740-4844-8526-9FAD35C78A44}" type="presParOf" srcId="{508D2ABF-5657-42C0-B99E-AC84840CFB27}" destId="{83EDBCFA-A9F3-49EB-9E39-0032A30540E4}" srcOrd="0" destOrd="0" presId="urn:microsoft.com/office/officeart/2005/8/layout/lProcess3"/>
    <dgm:cxn modelId="{A320D909-9191-4A65-A3A4-FF8EB1D2376B}" type="presParOf" srcId="{83EDBCFA-A9F3-49EB-9E39-0032A30540E4}" destId="{D1FA50CA-5B40-44B3-9845-1EE07D1047F6}" srcOrd="0" destOrd="0" presId="urn:microsoft.com/office/officeart/2005/8/layout/lProcess3"/>
    <dgm:cxn modelId="{12378E95-A8F5-49CD-87A3-D1D6D977F67C}" type="presParOf" srcId="{83EDBCFA-A9F3-49EB-9E39-0032A30540E4}" destId="{E6B78DE5-AA6F-4648-92D5-87000D1919A9}" srcOrd="1" destOrd="0" presId="urn:microsoft.com/office/officeart/2005/8/layout/lProcess3"/>
    <dgm:cxn modelId="{27E0A129-2C31-49BB-86EF-EF72E98A27E1}" type="presParOf" srcId="{83EDBCFA-A9F3-49EB-9E39-0032A30540E4}" destId="{2F93793F-C52B-40A0-A4C8-F9E99655F9CC}" srcOrd="2"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80BA78-727C-4FBC-AA07-8A90CEC2A30E}" type="doc">
      <dgm:prSet loTypeId="urn:microsoft.com/office/officeart/2005/8/layout/lProcess3" loCatId="process" qsTypeId="urn:microsoft.com/office/officeart/2005/8/quickstyle/simple3" qsCatId="simple" csTypeId="urn:microsoft.com/office/officeart/2005/8/colors/accent1_2" csCatId="accent1" phldr="1"/>
      <dgm:spPr/>
      <dgm:t>
        <a:bodyPr/>
        <a:lstStyle/>
        <a:p>
          <a:endParaRPr lang="fr-FR"/>
        </a:p>
      </dgm:t>
    </dgm:pt>
    <dgm:pt modelId="{42F55D14-0773-499E-86A8-4CAD8E1B3906}">
      <dgm:prSet phldrT="[Text]" custT="1">
        <dgm:style>
          <a:lnRef idx="2">
            <a:schemeClr val="dk1"/>
          </a:lnRef>
          <a:fillRef idx="1">
            <a:schemeClr val="lt1"/>
          </a:fillRef>
          <a:effectRef idx="0">
            <a:schemeClr val="dk1"/>
          </a:effectRef>
          <a:fontRef idx="minor">
            <a:schemeClr val="dk1"/>
          </a:fontRef>
        </dgm:style>
      </dgm:prSet>
      <dgm:spPr>
        <a:noFill/>
        <a:ln>
          <a:solidFill>
            <a:schemeClr val="tx1">
              <a:lumMod val="65000"/>
              <a:lumOff val="35000"/>
            </a:schemeClr>
          </a:solidFill>
        </a:ln>
      </dgm:spPr>
      <dgm:t>
        <a:bodyPr anchor="ctr"/>
        <a:lstStyle/>
        <a:p>
          <a:pPr algn="l"/>
          <a:r>
            <a:rPr lang="fr-FR" sz="1600" dirty="0" smtClean="0"/>
            <a:t>ONG* avec ambition de donner l’accès à l’eau potable à tout le monde =&gt; intervient auprès des pays en difficultés pour :</a:t>
          </a:r>
          <a:endParaRPr lang="fr-FR" sz="1400" dirty="0"/>
        </a:p>
      </dgm:t>
    </dgm:pt>
    <dgm:pt modelId="{9994206C-B11F-44BD-B570-E8ED25454FEA}" type="parTrans" cxnId="{DC3DCC8C-9CCA-46A3-B77B-76AFD51806BC}">
      <dgm:prSet/>
      <dgm:spPr/>
      <dgm:t>
        <a:bodyPr/>
        <a:lstStyle/>
        <a:p>
          <a:endParaRPr lang="fr-FR"/>
        </a:p>
      </dgm:t>
    </dgm:pt>
    <dgm:pt modelId="{C49803C8-3C01-4120-BC1E-5B14B0254B2B}" type="sibTrans" cxnId="{DC3DCC8C-9CCA-46A3-B77B-76AFD51806BC}">
      <dgm:prSet/>
      <dgm:spPr/>
      <dgm:t>
        <a:bodyPr/>
        <a:lstStyle/>
        <a:p>
          <a:endParaRPr lang="fr-FR"/>
        </a:p>
      </dgm:t>
    </dgm:pt>
    <dgm:pt modelId="{BBB49404-9805-4373-B9D5-F1102A582AD1}">
      <dgm:prSet custT="1">
        <dgm:style>
          <a:lnRef idx="2">
            <a:schemeClr val="dk1"/>
          </a:lnRef>
          <a:fillRef idx="1">
            <a:schemeClr val="lt1"/>
          </a:fillRef>
          <a:effectRef idx="0">
            <a:schemeClr val="dk1"/>
          </a:effectRef>
          <a:fontRef idx="minor">
            <a:schemeClr val="dk1"/>
          </a:fontRef>
        </dgm:style>
      </dgm:prSet>
      <dgm:spPr>
        <a:noFill/>
        <a:ln>
          <a:solidFill>
            <a:schemeClr val="tx1">
              <a:lumMod val="65000"/>
              <a:lumOff val="35000"/>
            </a:schemeClr>
          </a:solidFill>
        </a:ln>
      </dgm:spPr>
      <dgm:t>
        <a:bodyPr anchor="ctr"/>
        <a:lstStyle/>
        <a:p>
          <a:pPr algn="l"/>
          <a:r>
            <a:rPr lang="fr-FR" sz="1200" smtClean="0"/>
            <a:t>Créer des services d’accès à l’eau potable</a:t>
          </a:r>
          <a:endParaRPr lang="fr-FR" sz="1200" dirty="0"/>
        </a:p>
      </dgm:t>
    </dgm:pt>
    <dgm:pt modelId="{3C57BE5A-55D8-474A-B422-A6936A07030D}" type="parTrans" cxnId="{B306D923-ADE2-470F-AA42-ACA8B1BB0F11}">
      <dgm:prSet/>
      <dgm:spPr/>
      <dgm:t>
        <a:bodyPr/>
        <a:lstStyle/>
        <a:p>
          <a:endParaRPr lang="fr-FR"/>
        </a:p>
      </dgm:t>
    </dgm:pt>
    <dgm:pt modelId="{07DF7CBB-EA29-4DEB-80A8-A1280690304A}" type="sibTrans" cxnId="{B306D923-ADE2-470F-AA42-ACA8B1BB0F11}">
      <dgm:prSet/>
      <dgm:spPr/>
      <dgm:t>
        <a:bodyPr/>
        <a:lstStyle/>
        <a:p>
          <a:endParaRPr lang="fr-FR"/>
        </a:p>
      </dgm:t>
    </dgm:pt>
    <dgm:pt modelId="{93C0DCA7-91C8-42F1-A122-71B0B1EDAE96}">
      <dgm:prSet custT="1">
        <dgm:style>
          <a:lnRef idx="2">
            <a:schemeClr val="dk1"/>
          </a:lnRef>
          <a:fillRef idx="1">
            <a:schemeClr val="lt1"/>
          </a:fillRef>
          <a:effectRef idx="0">
            <a:schemeClr val="dk1"/>
          </a:effectRef>
          <a:fontRef idx="minor">
            <a:schemeClr val="dk1"/>
          </a:fontRef>
        </dgm:style>
      </dgm:prSet>
      <dgm:spPr>
        <a:noFill/>
        <a:ln>
          <a:solidFill>
            <a:schemeClr val="tx1">
              <a:lumMod val="65000"/>
              <a:lumOff val="35000"/>
            </a:schemeClr>
          </a:solidFill>
        </a:ln>
      </dgm:spPr>
      <dgm:t>
        <a:bodyPr anchor="ctr"/>
        <a:lstStyle/>
        <a:p>
          <a:pPr algn="l"/>
          <a:r>
            <a:rPr lang="fr-FR" sz="1200" smtClean="0"/>
            <a:t>Moderniser les services déjà existants</a:t>
          </a:r>
          <a:endParaRPr lang="fr-FR" sz="1200" dirty="0"/>
        </a:p>
      </dgm:t>
    </dgm:pt>
    <dgm:pt modelId="{2C68E333-0504-4E3A-90C3-60803803392D}" type="parTrans" cxnId="{CFE2BEE6-EB15-453D-AF5F-9F9DA42535B9}">
      <dgm:prSet/>
      <dgm:spPr/>
      <dgm:t>
        <a:bodyPr/>
        <a:lstStyle/>
        <a:p>
          <a:endParaRPr lang="fr-FR"/>
        </a:p>
      </dgm:t>
    </dgm:pt>
    <dgm:pt modelId="{8806159E-A551-449F-8B0C-A83B663BF3F1}" type="sibTrans" cxnId="{CFE2BEE6-EB15-453D-AF5F-9F9DA42535B9}">
      <dgm:prSet/>
      <dgm:spPr/>
      <dgm:t>
        <a:bodyPr/>
        <a:lstStyle/>
        <a:p>
          <a:endParaRPr lang="fr-FR"/>
        </a:p>
      </dgm:t>
    </dgm:pt>
    <dgm:pt modelId="{30773337-AAEA-4209-9B59-FFDA63FABDC1}">
      <dgm:prSet custT="1">
        <dgm:style>
          <a:lnRef idx="2">
            <a:schemeClr val="dk1"/>
          </a:lnRef>
          <a:fillRef idx="1">
            <a:schemeClr val="lt1"/>
          </a:fillRef>
          <a:effectRef idx="0">
            <a:schemeClr val="dk1"/>
          </a:effectRef>
          <a:fontRef idx="minor">
            <a:schemeClr val="dk1"/>
          </a:fontRef>
        </dgm:style>
      </dgm:prSet>
      <dgm:spPr>
        <a:noFill/>
        <a:ln>
          <a:solidFill>
            <a:schemeClr val="tx1">
              <a:lumMod val="65000"/>
              <a:lumOff val="35000"/>
            </a:schemeClr>
          </a:solidFill>
        </a:ln>
      </dgm:spPr>
      <dgm:t>
        <a:bodyPr anchor="ctr"/>
        <a:lstStyle/>
        <a:p>
          <a:pPr algn="l"/>
          <a:r>
            <a:rPr lang="fr-FR" sz="1200" dirty="0" smtClean="0"/>
            <a:t>Consulting administrations/gouvernements à propos des politiques d’accès à l’eau</a:t>
          </a:r>
          <a:endParaRPr lang="fr-FR" sz="1200" dirty="0"/>
        </a:p>
      </dgm:t>
    </dgm:pt>
    <dgm:pt modelId="{75077F65-B357-4E66-9D03-4538AC6A936B}" type="parTrans" cxnId="{B0D37550-43CB-472B-AB76-6FC4BF7D5ED6}">
      <dgm:prSet/>
      <dgm:spPr/>
      <dgm:t>
        <a:bodyPr/>
        <a:lstStyle/>
        <a:p>
          <a:endParaRPr lang="fr-FR"/>
        </a:p>
      </dgm:t>
    </dgm:pt>
    <dgm:pt modelId="{F2FD27CD-C6A3-427C-94C4-C765B771FB3F}" type="sibTrans" cxnId="{B0D37550-43CB-472B-AB76-6FC4BF7D5ED6}">
      <dgm:prSet/>
      <dgm:spPr/>
      <dgm:t>
        <a:bodyPr/>
        <a:lstStyle/>
        <a:p>
          <a:endParaRPr lang="fr-FR"/>
        </a:p>
      </dgm:t>
    </dgm:pt>
    <dgm:pt modelId="{5FDE0D59-22C5-4FD6-8FF2-40F88D2C83FE}">
      <dgm:prSet phldrT="[Text]" custT="1"/>
      <dgm:spPr>
        <a:noFill/>
        <a:ln>
          <a:noFill/>
        </a:ln>
        <a:effectLst/>
      </dgm:spPr>
      <dgm:t>
        <a:bodyPr/>
        <a:lstStyle/>
        <a:p>
          <a:endParaRPr lang="fr-FR" sz="1800" i="1" dirty="0"/>
        </a:p>
      </dgm:t>
    </dgm:pt>
    <dgm:pt modelId="{E5CA46A1-C7DC-4EC1-B168-9B0759E86E91}" type="sibTrans" cxnId="{D60257BA-2E7F-4AA6-A357-738D18A4DAAC}">
      <dgm:prSet/>
      <dgm:spPr/>
      <dgm:t>
        <a:bodyPr/>
        <a:lstStyle/>
        <a:p>
          <a:endParaRPr lang="fr-FR"/>
        </a:p>
      </dgm:t>
    </dgm:pt>
    <dgm:pt modelId="{0BD2A1DC-B1D5-48CC-9156-E342B6A4A376}" type="parTrans" cxnId="{D60257BA-2E7F-4AA6-A357-738D18A4DAAC}">
      <dgm:prSet/>
      <dgm:spPr/>
      <dgm:t>
        <a:bodyPr/>
        <a:lstStyle/>
        <a:p>
          <a:endParaRPr lang="fr-FR"/>
        </a:p>
      </dgm:t>
    </dgm:pt>
    <dgm:pt modelId="{508D2ABF-5657-42C0-B99E-AC84840CFB27}" type="pres">
      <dgm:prSet presAssocID="{ED80BA78-727C-4FBC-AA07-8A90CEC2A30E}" presName="Name0" presStyleCnt="0">
        <dgm:presLayoutVars>
          <dgm:chPref val="3"/>
          <dgm:dir/>
          <dgm:animLvl val="lvl"/>
          <dgm:resizeHandles/>
        </dgm:presLayoutVars>
      </dgm:prSet>
      <dgm:spPr/>
      <dgm:t>
        <a:bodyPr/>
        <a:lstStyle/>
        <a:p>
          <a:endParaRPr lang="fr-FR"/>
        </a:p>
      </dgm:t>
    </dgm:pt>
    <dgm:pt modelId="{83EDBCFA-A9F3-49EB-9E39-0032A30540E4}" type="pres">
      <dgm:prSet presAssocID="{5FDE0D59-22C5-4FD6-8FF2-40F88D2C83FE}" presName="horFlow" presStyleCnt="0"/>
      <dgm:spPr/>
      <dgm:t>
        <a:bodyPr/>
        <a:lstStyle/>
        <a:p>
          <a:endParaRPr lang="fr-FR"/>
        </a:p>
      </dgm:t>
    </dgm:pt>
    <dgm:pt modelId="{D1FA50CA-5B40-44B3-9845-1EE07D1047F6}" type="pres">
      <dgm:prSet presAssocID="{5FDE0D59-22C5-4FD6-8FF2-40F88D2C83FE}" presName="bigChev" presStyleLbl="node1" presStyleIdx="0" presStyleCnt="1" custScaleX="80456" custScaleY="126943" custLinFactNeighborX="-97622" custLinFactNeighborY="939"/>
      <dgm:spPr>
        <a:prstGeom prst="roundRect">
          <a:avLst/>
        </a:prstGeom>
      </dgm:spPr>
      <dgm:t>
        <a:bodyPr/>
        <a:lstStyle/>
        <a:p>
          <a:endParaRPr lang="fr-FR"/>
        </a:p>
      </dgm:t>
    </dgm:pt>
    <dgm:pt modelId="{E6B78DE5-AA6F-4648-92D5-87000D1919A9}" type="pres">
      <dgm:prSet presAssocID="{9994206C-B11F-44BD-B570-E8ED25454FEA}" presName="parTrans" presStyleCnt="0"/>
      <dgm:spPr/>
      <dgm:t>
        <a:bodyPr/>
        <a:lstStyle/>
        <a:p>
          <a:endParaRPr lang="fr-FR"/>
        </a:p>
      </dgm:t>
    </dgm:pt>
    <dgm:pt modelId="{2F93793F-C52B-40A0-A4C8-F9E99655F9CC}" type="pres">
      <dgm:prSet presAssocID="{42F55D14-0773-499E-86A8-4CAD8E1B3906}" presName="node" presStyleLbl="alignAccFollowNode1" presStyleIdx="0" presStyleCnt="1" custScaleX="532507" custScaleY="264636" custLinFactX="-21019" custLinFactNeighborX="-100000">
        <dgm:presLayoutVars>
          <dgm:bulletEnabled val="1"/>
        </dgm:presLayoutVars>
      </dgm:prSet>
      <dgm:spPr>
        <a:prstGeom prst="roundRect">
          <a:avLst/>
        </a:prstGeom>
      </dgm:spPr>
      <dgm:t>
        <a:bodyPr/>
        <a:lstStyle/>
        <a:p>
          <a:endParaRPr lang="fr-FR"/>
        </a:p>
      </dgm:t>
    </dgm:pt>
  </dgm:ptLst>
  <dgm:cxnLst>
    <dgm:cxn modelId="{29EA5E06-F343-4EA3-A345-1C03D22FF008}" type="presOf" srcId="{ED80BA78-727C-4FBC-AA07-8A90CEC2A30E}" destId="{508D2ABF-5657-42C0-B99E-AC84840CFB27}" srcOrd="0" destOrd="0" presId="urn:microsoft.com/office/officeart/2005/8/layout/lProcess3"/>
    <dgm:cxn modelId="{C8CE4BDC-C333-48DD-B333-947EB9379CD4}" type="presOf" srcId="{93C0DCA7-91C8-42F1-A122-71B0B1EDAE96}" destId="{2F93793F-C52B-40A0-A4C8-F9E99655F9CC}" srcOrd="0" destOrd="2" presId="urn:microsoft.com/office/officeart/2005/8/layout/lProcess3"/>
    <dgm:cxn modelId="{240C8914-9ADB-4448-BA59-3571AA66BA59}" type="presOf" srcId="{30773337-AAEA-4209-9B59-FFDA63FABDC1}" destId="{2F93793F-C52B-40A0-A4C8-F9E99655F9CC}" srcOrd="0" destOrd="3" presId="urn:microsoft.com/office/officeart/2005/8/layout/lProcess3"/>
    <dgm:cxn modelId="{7A5A6BCC-DE3B-4181-987F-3D8795C85F2C}" type="presOf" srcId="{5FDE0D59-22C5-4FD6-8FF2-40F88D2C83FE}" destId="{D1FA50CA-5B40-44B3-9845-1EE07D1047F6}" srcOrd="0" destOrd="0" presId="urn:microsoft.com/office/officeart/2005/8/layout/lProcess3"/>
    <dgm:cxn modelId="{B306D923-ADE2-470F-AA42-ACA8B1BB0F11}" srcId="{42F55D14-0773-499E-86A8-4CAD8E1B3906}" destId="{BBB49404-9805-4373-B9D5-F1102A582AD1}" srcOrd="0" destOrd="0" parTransId="{3C57BE5A-55D8-474A-B422-A6936A07030D}" sibTransId="{07DF7CBB-EA29-4DEB-80A8-A1280690304A}"/>
    <dgm:cxn modelId="{D60257BA-2E7F-4AA6-A357-738D18A4DAAC}" srcId="{ED80BA78-727C-4FBC-AA07-8A90CEC2A30E}" destId="{5FDE0D59-22C5-4FD6-8FF2-40F88D2C83FE}" srcOrd="0" destOrd="0" parTransId="{0BD2A1DC-B1D5-48CC-9156-E342B6A4A376}" sibTransId="{E5CA46A1-C7DC-4EC1-B168-9B0759E86E91}"/>
    <dgm:cxn modelId="{631EF80A-A1ED-4B2D-9E73-100EAF90F424}" type="presOf" srcId="{42F55D14-0773-499E-86A8-4CAD8E1B3906}" destId="{2F93793F-C52B-40A0-A4C8-F9E99655F9CC}" srcOrd="0" destOrd="0" presId="urn:microsoft.com/office/officeart/2005/8/layout/lProcess3"/>
    <dgm:cxn modelId="{CFE2BEE6-EB15-453D-AF5F-9F9DA42535B9}" srcId="{42F55D14-0773-499E-86A8-4CAD8E1B3906}" destId="{93C0DCA7-91C8-42F1-A122-71B0B1EDAE96}" srcOrd="1" destOrd="0" parTransId="{2C68E333-0504-4E3A-90C3-60803803392D}" sibTransId="{8806159E-A551-449F-8B0C-A83B663BF3F1}"/>
    <dgm:cxn modelId="{BEC6E398-3164-469B-BCB2-47E1F7047584}" type="presOf" srcId="{BBB49404-9805-4373-B9D5-F1102A582AD1}" destId="{2F93793F-C52B-40A0-A4C8-F9E99655F9CC}" srcOrd="0" destOrd="1" presId="urn:microsoft.com/office/officeart/2005/8/layout/lProcess3"/>
    <dgm:cxn modelId="{B0D37550-43CB-472B-AB76-6FC4BF7D5ED6}" srcId="{42F55D14-0773-499E-86A8-4CAD8E1B3906}" destId="{30773337-AAEA-4209-9B59-FFDA63FABDC1}" srcOrd="2" destOrd="0" parTransId="{75077F65-B357-4E66-9D03-4538AC6A936B}" sibTransId="{F2FD27CD-C6A3-427C-94C4-C765B771FB3F}"/>
    <dgm:cxn modelId="{DC3DCC8C-9CCA-46A3-B77B-76AFD51806BC}" srcId="{5FDE0D59-22C5-4FD6-8FF2-40F88D2C83FE}" destId="{42F55D14-0773-499E-86A8-4CAD8E1B3906}" srcOrd="0" destOrd="0" parTransId="{9994206C-B11F-44BD-B570-E8ED25454FEA}" sibTransId="{C49803C8-3C01-4120-BC1E-5B14B0254B2B}"/>
    <dgm:cxn modelId="{0BEB793F-A2D4-4415-85EF-A670FBEB8CCF}" type="presParOf" srcId="{508D2ABF-5657-42C0-B99E-AC84840CFB27}" destId="{83EDBCFA-A9F3-49EB-9E39-0032A30540E4}" srcOrd="0" destOrd="0" presId="urn:microsoft.com/office/officeart/2005/8/layout/lProcess3"/>
    <dgm:cxn modelId="{E57DAE1D-F3DD-488A-BF6E-C86A0807645B}" type="presParOf" srcId="{83EDBCFA-A9F3-49EB-9E39-0032A30540E4}" destId="{D1FA50CA-5B40-44B3-9845-1EE07D1047F6}" srcOrd="0" destOrd="0" presId="urn:microsoft.com/office/officeart/2005/8/layout/lProcess3"/>
    <dgm:cxn modelId="{26296E92-D833-4330-A5A8-9ED447C6A47E}" type="presParOf" srcId="{83EDBCFA-A9F3-49EB-9E39-0032A30540E4}" destId="{E6B78DE5-AA6F-4648-92D5-87000D1919A9}" srcOrd="1" destOrd="0" presId="urn:microsoft.com/office/officeart/2005/8/layout/lProcess3"/>
    <dgm:cxn modelId="{06C3AC9F-F4BC-4F1A-A5C2-80AF042027A9}" type="presParOf" srcId="{83EDBCFA-A9F3-49EB-9E39-0032A30540E4}" destId="{2F93793F-C52B-40A0-A4C8-F9E99655F9CC}" srcOrd="2" destOrd="0" presId="urn:microsoft.com/office/officeart/2005/8/layout/lProcess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B73C0D3-4D0B-489C-955F-D1B6B297B07E}"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fr-FR"/>
        </a:p>
      </dgm:t>
    </dgm:pt>
    <dgm:pt modelId="{FBD561A4-4EE1-4BEB-ABA1-D4AF6862CC2C}">
      <dgm:prSet phldrT="[Text]" custT="1"/>
      <dgm:spPr>
        <a:noFill/>
        <a:ln>
          <a:noFill/>
        </a:ln>
      </dgm:spPr>
      <dgm:t>
        <a:bodyPr/>
        <a:lstStyle/>
        <a:p>
          <a:pPr algn="l"/>
          <a:r>
            <a:rPr lang="fr-FR" sz="1800" dirty="0" smtClean="0">
              <a:solidFill>
                <a:schemeClr val="tx1">
                  <a:lumMod val="85000"/>
                  <a:lumOff val="15000"/>
                </a:schemeClr>
              </a:solidFill>
            </a:rPr>
            <a:t>Tableau plus intuitif, robuste, fonctionnalités plus avancées mais :</a:t>
          </a:r>
          <a:endParaRPr lang="fr-FR" sz="1800" dirty="0">
            <a:solidFill>
              <a:schemeClr val="tx1">
                <a:lumMod val="85000"/>
                <a:lumOff val="15000"/>
              </a:schemeClr>
            </a:solidFill>
          </a:endParaRPr>
        </a:p>
      </dgm:t>
    </dgm:pt>
    <dgm:pt modelId="{F4E0BC91-A098-4729-811A-97594FA1D93F}" type="parTrans" cxnId="{E2219BF1-01C2-4202-8FDD-F87C1ABB5301}">
      <dgm:prSet/>
      <dgm:spPr/>
      <dgm:t>
        <a:bodyPr/>
        <a:lstStyle/>
        <a:p>
          <a:pPr algn="l"/>
          <a:endParaRPr lang="fr-FR" sz="1800">
            <a:solidFill>
              <a:schemeClr val="tx1">
                <a:lumMod val="85000"/>
                <a:lumOff val="15000"/>
              </a:schemeClr>
            </a:solidFill>
          </a:endParaRPr>
        </a:p>
      </dgm:t>
    </dgm:pt>
    <dgm:pt modelId="{3A22F515-116B-44B9-8268-DF6DB6D04128}" type="sibTrans" cxnId="{E2219BF1-01C2-4202-8FDD-F87C1ABB5301}">
      <dgm:prSet/>
      <dgm:spPr/>
      <dgm:t>
        <a:bodyPr/>
        <a:lstStyle/>
        <a:p>
          <a:pPr algn="l"/>
          <a:endParaRPr lang="fr-FR" sz="1800">
            <a:solidFill>
              <a:schemeClr val="tx1">
                <a:lumMod val="85000"/>
                <a:lumOff val="15000"/>
              </a:schemeClr>
            </a:solidFill>
          </a:endParaRPr>
        </a:p>
      </dgm:t>
    </dgm:pt>
    <dgm:pt modelId="{DDC9434C-7251-4C61-8040-8707F1E6677D}">
      <dgm:prSet phldrT="[Text]" custT="1"/>
      <dgm:spPr/>
      <dgm:t>
        <a:bodyPr anchor="ctr"/>
        <a:lstStyle/>
        <a:p>
          <a:pPr algn="l"/>
          <a:r>
            <a:rPr lang="fr-FR" sz="1600" dirty="0" smtClean="0">
              <a:solidFill>
                <a:schemeClr val="tx1">
                  <a:lumMod val="85000"/>
                  <a:lumOff val="15000"/>
                </a:schemeClr>
              </a:solidFill>
            </a:rPr>
            <a:t>Outil gratuit, déjà connu et utilisé</a:t>
          </a:r>
          <a:endParaRPr lang="fr-FR" sz="1600" dirty="0">
            <a:solidFill>
              <a:schemeClr val="tx1">
                <a:lumMod val="85000"/>
                <a:lumOff val="15000"/>
              </a:schemeClr>
            </a:solidFill>
          </a:endParaRPr>
        </a:p>
      </dgm:t>
    </dgm:pt>
    <dgm:pt modelId="{6CD153E2-36DD-4846-8763-4EFE4450F924}" type="parTrans" cxnId="{05F63836-44BF-4C36-BE52-8F6A9FDE9DBF}">
      <dgm:prSet/>
      <dgm:spPr/>
      <dgm:t>
        <a:bodyPr/>
        <a:lstStyle/>
        <a:p>
          <a:pPr algn="l"/>
          <a:endParaRPr lang="fr-FR" sz="1800">
            <a:solidFill>
              <a:schemeClr val="tx1">
                <a:lumMod val="85000"/>
                <a:lumOff val="15000"/>
              </a:schemeClr>
            </a:solidFill>
          </a:endParaRPr>
        </a:p>
      </dgm:t>
    </dgm:pt>
    <dgm:pt modelId="{EA47E15A-5134-4430-9FB1-8D9CE32E9AC2}" type="sibTrans" cxnId="{05F63836-44BF-4C36-BE52-8F6A9FDE9DBF}">
      <dgm:prSet/>
      <dgm:spPr/>
      <dgm:t>
        <a:bodyPr/>
        <a:lstStyle/>
        <a:p>
          <a:pPr algn="l"/>
          <a:endParaRPr lang="fr-FR" sz="1800">
            <a:solidFill>
              <a:schemeClr val="tx1">
                <a:lumMod val="85000"/>
                <a:lumOff val="15000"/>
              </a:schemeClr>
            </a:solidFill>
          </a:endParaRPr>
        </a:p>
      </dgm:t>
    </dgm:pt>
    <dgm:pt modelId="{AC30DE9B-379D-4897-A2ED-6DFC4156DE2C}">
      <dgm:prSet phldrT="[Text]" custT="1"/>
      <dgm:spPr/>
      <dgm:t>
        <a:bodyPr/>
        <a:lstStyle/>
        <a:p>
          <a:pPr algn="l"/>
          <a:r>
            <a:rPr lang="fr-FR" sz="1600" dirty="0" smtClean="0">
              <a:solidFill>
                <a:schemeClr val="tx1">
                  <a:lumMod val="85000"/>
                  <a:lumOff val="15000"/>
                </a:schemeClr>
              </a:solidFill>
            </a:rPr>
            <a:t>Volume données assez petit pour utilisation optimale</a:t>
          </a:r>
          <a:endParaRPr lang="fr-FR" sz="1600" dirty="0">
            <a:solidFill>
              <a:schemeClr val="tx1">
                <a:lumMod val="85000"/>
                <a:lumOff val="15000"/>
              </a:schemeClr>
            </a:solidFill>
          </a:endParaRPr>
        </a:p>
      </dgm:t>
    </dgm:pt>
    <dgm:pt modelId="{691F42D6-306F-492E-99BB-EDED521EA544}" type="parTrans" cxnId="{E099EA70-E84B-44CC-8D79-4410868A19EE}">
      <dgm:prSet/>
      <dgm:spPr/>
      <dgm:t>
        <a:bodyPr/>
        <a:lstStyle/>
        <a:p>
          <a:pPr algn="l"/>
          <a:endParaRPr lang="fr-FR" sz="1800">
            <a:solidFill>
              <a:schemeClr val="tx1">
                <a:lumMod val="85000"/>
                <a:lumOff val="15000"/>
              </a:schemeClr>
            </a:solidFill>
          </a:endParaRPr>
        </a:p>
      </dgm:t>
    </dgm:pt>
    <dgm:pt modelId="{4D46D4DC-1C06-45CD-9E4C-509BD3500263}" type="sibTrans" cxnId="{E099EA70-E84B-44CC-8D79-4410868A19EE}">
      <dgm:prSet/>
      <dgm:spPr/>
      <dgm:t>
        <a:bodyPr/>
        <a:lstStyle/>
        <a:p>
          <a:pPr algn="l"/>
          <a:endParaRPr lang="fr-FR" sz="1800">
            <a:solidFill>
              <a:schemeClr val="tx1">
                <a:lumMod val="85000"/>
                <a:lumOff val="15000"/>
              </a:schemeClr>
            </a:solidFill>
          </a:endParaRPr>
        </a:p>
      </dgm:t>
    </dgm:pt>
    <dgm:pt modelId="{ABCB7F17-A165-4B35-BBCC-FC36DFBDCE74}">
      <dgm:prSet phldrT="[Text]" custT="1"/>
      <dgm:spPr/>
      <dgm:t>
        <a:bodyPr anchor="ctr"/>
        <a:lstStyle/>
        <a:p>
          <a:pPr algn="l"/>
          <a:r>
            <a:rPr lang="fr-FR" sz="1600" dirty="0" smtClean="0">
              <a:solidFill>
                <a:schemeClr val="tx1">
                  <a:lumMod val="85000"/>
                  <a:lumOff val="15000"/>
                </a:schemeClr>
              </a:solidFill>
            </a:rPr>
            <a:t>Complet : possibilité de faire toutes les étapes de l’importation à la visualisation des données</a:t>
          </a:r>
          <a:endParaRPr lang="fr-FR" sz="1600" dirty="0">
            <a:solidFill>
              <a:schemeClr val="tx1">
                <a:lumMod val="85000"/>
                <a:lumOff val="15000"/>
              </a:schemeClr>
            </a:solidFill>
          </a:endParaRPr>
        </a:p>
      </dgm:t>
    </dgm:pt>
    <dgm:pt modelId="{FA5FE190-11DC-47F1-8C5A-99D08693A962}" type="parTrans" cxnId="{C8F8A19C-D056-492E-A316-4F45AD34FDCF}">
      <dgm:prSet/>
      <dgm:spPr/>
      <dgm:t>
        <a:bodyPr/>
        <a:lstStyle/>
        <a:p>
          <a:pPr algn="l"/>
          <a:endParaRPr lang="fr-FR" sz="1800">
            <a:solidFill>
              <a:schemeClr val="tx1">
                <a:lumMod val="85000"/>
                <a:lumOff val="15000"/>
              </a:schemeClr>
            </a:solidFill>
          </a:endParaRPr>
        </a:p>
      </dgm:t>
    </dgm:pt>
    <dgm:pt modelId="{1EA83BEF-49ED-4175-A48B-EF3707DB662D}" type="sibTrans" cxnId="{C8F8A19C-D056-492E-A316-4F45AD34FDCF}">
      <dgm:prSet/>
      <dgm:spPr/>
      <dgm:t>
        <a:bodyPr/>
        <a:lstStyle/>
        <a:p>
          <a:pPr algn="l"/>
          <a:endParaRPr lang="fr-FR" sz="1800">
            <a:solidFill>
              <a:schemeClr val="tx1">
                <a:lumMod val="85000"/>
                <a:lumOff val="15000"/>
              </a:schemeClr>
            </a:solidFill>
          </a:endParaRPr>
        </a:p>
      </dgm:t>
    </dgm:pt>
    <dgm:pt modelId="{475CC033-59D4-403D-A1AC-88922F75CA4B}">
      <dgm:prSet custT="1"/>
      <dgm:spPr/>
      <dgm:t>
        <a:bodyPr anchor="ctr"/>
        <a:lstStyle/>
        <a:p>
          <a:r>
            <a:rPr lang="fr-FR" sz="1200" dirty="0" smtClean="0">
              <a:solidFill>
                <a:schemeClr val="tx1">
                  <a:lumMod val="85000"/>
                  <a:lumOff val="15000"/>
                </a:schemeClr>
              </a:solidFill>
            </a:rPr>
            <a:t>Power </a:t>
          </a:r>
          <a:r>
            <a:rPr lang="fr-FR" sz="1200" dirty="0" err="1" smtClean="0">
              <a:solidFill>
                <a:schemeClr val="tx1">
                  <a:lumMod val="85000"/>
                  <a:lumOff val="15000"/>
                </a:schemeClr>
              </a:solidFill>
            </a:rPr>
            <a:t>Query</a:t>
          </a:r>
          <a:r>
            <a:rPr lang="fr-FR" sz="1200" dirty="0" smtClean="0">
              <a:solidFill>
                <a:schemeClr val="tx1">
                  <a:lumMod val="85000"/>
                  <a:lumOff val="15000"/>
                </a:schemeClr>
              </a:solidFill>
            </a:rPr>
            <a:t> et langage DAX similaires à Excel</a:t>
          </a:r>
        </a:p>
      </dgm:t>
    </dgm:pt>
    <dgm:pt modelId="{1858E482-0E77-43C2-9F52-3F60B7A9A0CA}" type="parTrans" cxnId="{FE83DA5B-99AE-4B41-BA48-10556FEB376B}">
      <dgm:prSet/>
      <dgm:spPr/>
      <dgm:t>
        <a:bodyPr/>
        <a:lstStyle/>
        <a:p>
          <a:endParaRPr lang="fr-FR">
            <a:solidFill>
              <a:schemeClr val="tx1">
                <a:lumMod val="85000"/>
                <a:lumOff val="15000"/>
              </a:schemeClr>
            </a:solidFill>
          </a:endParaRPr>
        </a:p>
      </dgm:t>
    </dgm:pt>
    <dgm:pt modelId="{17C81F8F-93E7-4250-B54E-0D5D03F3EF8B}" type="sibTrans" cxnId="{FE83DA5B-99AE-4B41-BA48-10556FEB376B}">
      <dgm:prSet/>
      <dgm:spPr/>
      <dgm:t>
        <a:bodyPr/>
        <a:lstStyle/>
        <a:p>
          <a:endParaRPr lang="fr-FR">
            <a:solidFill>
              <a:schemeClr val="tx1">
                <a:lumMod val="85000"/>
                <a:lumOff val="15000"/>
              </a:schemeClr>
            </a:solidFill>
          </a:endParaRPr>
        </a:p>
      </dgm:t>
    </dgm:pt>
    <dgm:pt modelId="{0CB8BD9E-FC32-4B31-B165-F10496021F4D}">
      <dgm:prSet custT="1"/>
      <dgm:spPr/>
      <dgm:t>
        <a:bodyPr anchor="ctr"/>
        <a:lstStyle/>
        <a:p>
          <a:r>
            <a:rPr lang="fr-FR" sz="1200" dirty="0" smtClean="0">
              <a:solidFill>
                <a:schemeClr val="tx1">
                  <a:lumMod val="85000"/>
                  <a:lumOff val="15000"/>
                </a:schemeClr>
              </a:solidFill>
            </a:rPr>
            <a:t>Enregistrement préparation données facilite mise à jour </a:t>
          </a:r>
        </a:p>
      </dgm:t>
    </dgm:pt>
    <dgm:pt modelId="{C988F5E7-A765-4095-BF74-3028D0030B0B}" type="parTrans" cxnId="{2EDD1128-4F31-42D0-BBEA-062E85D09520}">
      <dgm:prSet/>
      <dgm:spPr/>
      <dgm:t>
        <a:bodyPr/>
        <a:lstStyle/>
        <a:p>
          <a:endParaRPr lang="fr-FR">
            <a:solidFill>
              <a:schemeClr val="tx1">
                <a:lumMod val="85000"/>
                <a:lumOff val="15000"/>
              </a:schemeClr>
            </a:solidFill>
          </a:endParaRPr>
        </a:p>
      </dgm:t>
    </dgm:pt>
    <dgm:pt modelId="{E2E20BBD-E028-41F0-8305-D6673983EACB}" type="sibTrans" cxnId="{2EDD1128-4F31-42D0-BBEA-062E85D09520}">
      <dgm:prSet/>
      <dgm:spPr/>
      <dgm:t>
        <a:bodyPr/>
        <a:lstStyle/>
        <a:p>
          <a:endParaRPr lang="fr-FR">
            <a:solidFill>
              <a:schemeClr val="tx1">
                <a:lumMod val="85000"/>
                <a:lumOff val="15000"/>
              </a:schemeClr>
            </a:solidFill>
          </a:endParaRPr>
        </a:p>
      </dgm:t>
    </dgm:pt>
    <dgm:pt modelId="{7DDAD1DB-5C2B-4581-BE9A-0AC537E6C2DC}">
      <dgm:prSet custT="1"/>
      <dgm:spPr/>
      <dgm:t>
        <a:bodyPr anchor="ctr"/>
        <a:lstStyle/>
        <a:p>
          <a:r>
            <a:rPr lang="fr-FR" sz="1200" dirty="0" smtClean="0">
              <a:solidFill>
                <a:schemeClr val="tx1">
                  <a:lumMod val="85000"/>
                  <a:lumOff val="15000"/>
                </a:schemeClr>
              </a:solidFill>
            </a:rPr>
            <a:t>Possibilité de programmer mise à jour fichiers automatisée pour visualisation en temps réel / attribuer des rôles</a:t>
          </a:r>
          <a:endParaRPr lang="fr-FR" sz="1200" dirty="0">
            <a:solidFill>
              <a:schemeClr val="tx1">
                <a:lumMod val="85000"/>
                <a:lumOff val="15000"/>
              </a:schemeClr>
            </a:solidFill>
          </a:endParaRPr>
        </a:p>
      </dgm:t>
    </dgm:pt>
    <dgm:pt modelId="{E0093E58-EFFF-496B-B649-897E69D3AFCA}" type="parTrans" cxnId="{D72169A9-F178-4AAE-BDC5-0AE79D016DA6}">
      <dgm:prSet/>
      <dgm:spPr/>
      <dgm:t>
        <a:bodyPr/>
        <a:lstStyle/>
        <a:p>
          <a:endParaRPr lang="fr-FR">
            <a:solidFill>
              <a:schemeClr val="tx1">
                <a:lumMod val="85000"/>
                <a:lumOff val="15000"/>
              </a:schemeClr>
            </a:solidFill>
          </a:endParaRPr>
        </a:p>
      </dgm:t>
    </dgm:pt>
    <dgm:pt modelId="{B6C64DA4-5CF3-450C-97FD-AF6825530300}" type="sibTrans" cxnId="{D72169A9-F178-4AAE-BDC5-0AE79D016DA6}">
      <dgm:prSet/>
      <dgm:spPr/>
      <dgm:t>
        <a:bodyPr/>
        <a:lstStyle/>
        <a:p>
          <a:endParaRPr lang="fr-FR">
            <a:solidFill>
              <a:schemeClr val="tx1">
                <a:lumMod val="85000"/>
                <a:lumOff val="15000"/>
              </a:schemeClr>
            </a:solidFill>
          </a:endParaRPr>
        </a:p>
      </dgm:t>
    </dgm:pt>
    <dgm:pt modelId="{70BD7F43-2168-416D-896B-78D657134F4B}">
      <dgm:prSet custT="1"/>
      <dgm:spPr/>
      <dgm:t>
        <a:bodyPr anchor="ctr"/>
        <a:lstStyle/>
        <a:p>
          <a:r>
            <a:rPr lang="fr-FR" sz="1200" dirty="0" smtClean="0">
              <a:solidFill>
                <a:schemeClr val="tx1">
                  <a:lumMod val="85000"/>
                  <a:lumOff val="15000"/>
                </a:schemeClr>
              </a:solidFill>
            </a:rPr>
            <a:t>Large choix de visuels pertinents et personnalisables (préenregistrés ou téléchargeables)</a:t>
          </a:r>
        </a:p>
      </dgm:t>
    </dgm:pt>
    <dgm:pt modelId="{4C34CF5B-7C55-4F94-AAAE-9B07620B1FB0}" type="parTrans" cxnId="{9D19293A-717C-4916-8083-EEA0917A9577}">
      <dgm:prSet/>
      <dgm:spPr/>
      <dgm:t>
        <a:bodyPr/>
        <a:lstStyle/>
        <a:p>
          <a:endParaRPr lang="fr-FR">
            <a:solidFill>
              <a:schemeClr val="tx1">
                <a:lumMod val="85000"/>
                <a:lumOff val="15000"/>
              </a:schemeClr>
            </a:solidFill>
          </a:endParaRPr>
        </a:p>
      </dgm:t>
    </dgm:pt>
    <dgm:pt modelId="{5BC226ED-957A-4D4B-8530-13FD36791466}" type="sibTrans" cxnId="{9D19293A-717C-4916-8083-EEA0917A9577}">
      <dgm:prSet/>
      <dgm:spPr/>
      <dgm:t>
        <a:bodyPr/>
        <a:lstStyle/>
        <a:p>
          <a:endParaRPr lang="fr-FR">
            <a:solidFill>
              <a:schemeClr val="tx1">
                <a:lumMod val="85000"/>
                <a:lumOff val="15000"/>
              </a:schemeClr>
            </a:solidFill>
          </a:endParaRPr>
        </a:p>
      </dgm:t>
    </dgm:pt>
    <dgm:pt modelId="{FC0DE917-B41E-4160-B822-6CDE2FEB846F}">
      <dgm:prSet custT="1"/>
      <dgm:spPr/>
      <dgm:t>
        <a:bodyPr anchor="ctr"/>
        <a:lstStyle/>
        <a:p>
          <a:r>
            <a:rPr lang="fr-FR" sz="1200" dirty="0" smtClean="0">
              <a:solidFill>
                <a:schemeClr val="tx1">
                  <a:lumMod val="85000"/>
                  <a:lumOff val="15000"/>
                </a:schemeClr>
              </a:solidFill>
            </a:rPr>
            <a:t>Solutions proposées pour accessibilité (couleurs daltonisme)</a:t>
          </a:r>
          <a:endParaRPr lang="fr-FR" sz="1200" dirty="0">
            <a:solidFill>
              <a:schemeClr val="tx1">
                <a:lumMod val="85000"/>
                <a:lumOff val="15000"/>
              </a:schemeClr>
            </a:solidFill>
          </a:endParaRPr>
        </a:p>
      </dgm:t>
    </dgm:pt>
    <dgm:pt modelId="{F2674BBE-F29B-4C6C-820E-B992E00F1A69}" type="parTrans" cxnId="{BB3F0F7B-2870-4756-89B6-9177C90456F1}">
      <dgm:prSet/>
      <dgm:spPr/>
      <dgm:t>
        <a:bodyPr/>
        <a:lstStyle/>
        <a:p>
          <a:endParaRPr lang="fr-FR">
            <a:solidFill>
              <a:schemeClr val="tx1">
                <a:lumMod val="85000"/>
                <a:lumOff val="15000"/>
              </a:schemeClr>
            </a:solidFill>
          </a:endParaRPr>
        </a:p>
      </dgm:t>
    </dgm:pt>
    <dgm:pt modelId="{96147A53-1A77-43FD-998F-052038082220}" type="sibTrans" cxnId="{BB3F0F7B-2870-4756-89B6-9177C90456F1}">
      <dgm:prSet/>
      <dgm:spPr/>
      <dgm:t>
        <a:bodyPr/>
        <a:lstStyle/>
        <a:p>
          <a:endParaRPr lang="fr-FR">
            <a:solidFill>
              <a:schemeClr val="tx1">
                <a:lumMod val="85000"/>
                <a:lumOff val="15000"/>
              </a:schemeClr>
            </a:solidFill>
          </a:endParaRPr>
        </a:p>
      </dgm:t>
    </dgm:pt>
    <dgm:pt modelId="{0CC8C735-0A62-46FD-B772-B6AFFA0C5B59}">
      <dgm:prSet phldrT="[Text]" custT="1"/>
      <dgm:spPr/>
      <dgm:t>
        <a:bodyPr anchor="ctr"/>
        <a:lstStyle/>
        <a:p>
          <a:pPr algn="l"/>
          <a:r>
            <a:rPr lang="fr-FR" sz="1200" dirty="0" smtClean="0">
              <a:solidFill>
                <a:schemeClr val="tx1">
                  <a:lumMod val="85000"/>
                  <a:lumOff val="15000"/>
                </a:schemeClr>
              </a:solidFill>
            </a:rPr>
            <a:t>Environnement de travail sous Microsoft</a:t>
          </a:r>
          <a:endParaRPr lang="fr-FR" sz="1200" dirty="0">
            <a:solidFill>
              <a:schemeClr val="tx1">
                <a:lumMod val="85000"/>
                <a:lumOff val="15000"/>
              </a:schemeClr>
            </a:solidFill>
          </a:endParaRPr>
        </a:p>
      </dgm:t>
    </dgm:pt>
    <dgm:pt modelId="{478FCAB7-C8C1-408D-A215-495843E47F16}" type="parTrans" cxnId="{1D845B08-67DD-4A08-9DE8-C46084B7A55D}">
      <dgm:prSet/>
      <dgm:spPr/>
      <dgm:t>
        <a:bodyPr/>
        <a:lstStyle/>
        <a:p>
          <a:endParaRPr lang="fr-FR"/>
        </a:p>
      </dgm:t>
    </dgm:pt>
    <dgm:pt modelId="{B23BB108-A65E-4F8E-AD8F-AA18C2EB0A3D}" type="sibTrans" cxnId="{1D845B08-67DD-4A08-9DE8-C46084B7A55D}">
      <dgm:prSet/>
      <dgm:spPr/>
      <dgm:t>
        <a:bodyPr/>
        <a:lstStyle/>
        <a:p>
          <a:endParaRPr lang="fr-FR"/>
        </a:p>
      </dgm:t>
    </dgm:pt>
    <dgm:pt modelId="{9554350B-6C2C-4F19-9542-3BB2BB97650B}" type="pres">
      <dgm:prSet presAssocID="{FB73C0D3-4D0B-489C-955F-D1B6B297B07E}" presName="diagram" presStyleCnt="0">
        <dgm:presLayoutVars>
          <dgm:chPref val="1"/>
          <dgm:dir/>
          <dgm:animOne val="branch"/>
          <dgm:animLvl val="lvl"/>
          <dgm:resizeHandles/>
        </dgm:presLayoutVars>
      </dgm:prSet>
      <dgm:spPr/>
      <dgm:t>
        <a:bodyPr/>
        <a:lstStyle/>
        <a:p>
          <a:endParaRPr lang="fr-FR"/>
        </a:p>
      </dgm:t>
    </dgm:pt>
    <dgm:pt modelId="{DFC1C915-40B5-450E-882B-AD2A3540AC74}" type="pres">
      <dgm:prSet presAssocID="{FBD561A4-4EE1-4BEB-ABA1-D4AF6862CC2C}" presName="root" presStyleCnt="0"/>
      <dgm:spPr/>
    </dgm:pt>
    <dgm:pt modelId="{0B7B3E14-EB8E-49B0-B163-75ABCA3A1D37}" type="pres">
      <dgm:prSet presAssocID="{FBD561A4-4EE1-4BEB-ABA1-D4AF6862CC2C}" presName="rootComposite" presStyleCnt="0"/>
      <dgm:spPr/>
    </dgm:pt>
    <dgm:pt modelId="{54DEF07E-667F-4AF1-9FA0-B3ABC10551E0}" type="pres">
      <dgm:prSet presAssocID="{FBD561A4-4EE1-4BEB-ABA1-D4AF6862CC2C}" presName="rootText" presStyleLbl="node1" presStyleIdx="0" presStyleCnt="1" custScaleX="686097" custScaleY="134759" custLinFactNeighborX="-111" custLinFactNeighborY="-40494"/>
      <dgm:spPr/>
      <dgm:t>
        <a:bodyPr/>
        <a:lstStyle/>
        <a:p>
          <a:endParaRPr lang="fr-FR"/>
        </a:p>
      </dgm:t>
    </dgm:pt>
    <dgm:pt modelId="{656AD052-DEC0-41F3-ADE8-FC9BC3BCC22D}" type="pres">
      <dgm:prSet presAssocID="{FBD561A4-4EE1-4BEB-ABA1-D4AF6862CC2C}" presName="rootConnector" presStyleLbl="node1" presStyleIdx="0" presStyleCnt="1"/>
      <dgm:spPr/>
      <dgm:t>
        <a:bodyPr/>
        <a:lstStyle/>
        <a:p>
          <a:endParaRPr lang="fr-FR"/>
        </a:p>
      </dgm:t>
    </dgm:pt>
    <dgm:pt modelId="{E0268E87-5FE7-4A9B-90D4-23CA8D327A12}" type="pres">
      <dgm:prSet presAssocID="{FBD561A4-4EE1-4BEB-ABA1-D4AF6862CC2C}" presName="childShape" presStyleCnt="0"/>
      <dgm:spPr/>
    </dgm:pt>
    <dgm:pt modelId="{8090A05C-E5C7-4964-BD44-1767BD2F80FE}" type="pres">
      <dgm:prSet presAssocID="{6CD153E2-36DD-4846-8763-4EFE4450F924}" presName="Name13" presStyleLbl="parChTrans1D2" presStyleIdx="0" presStyleCnt="3"/>
      <dgm:spPr/>
      <dgm:t>
        <a:bodyPr/>
        <a:lstStyle/>
        <a:p>
          <a:endParaRPr lang="fr-FR"/>
        </a:p>
      </dgm:t>
    </dgm:pt>
    <dgm:pt modelId="{8F56580E-959D-4818-B9C4-4C962AB194AD}" type="pres">
      <dgm:prSet presAssocID="{DDC9434C-7251-4C61-8040-8707F1E6677D}" presName="childText" presStyleLbl="bgAcc1" presStyleIdx="0" presStyleCnt="3" custScaleX="690328" custScaleY="159546" custLinFactNeighborX="-47373" custLinFactNeighborY="-2450">
        <dgm:presLayoutVars>
          <dgm:bulletEnabled val="1"/>
        </dgm:presLayoutVars>
      </dgm:prSet>
      <dgm:spPr/>
      <dgm:t>
        <a:bodyPr/>
        <a:lstStyle/>
        <a:p>
          <a:endParaRPr lang="fr-FR"/>
        </a:p>
      </dgm:t>
    </dgm:pt>
    <dgm:pt modelId="{159607C0-782C-4A83-BDDA-483822BBB443}" type="pres">
      <dgm:prSet presAssocID="{691F42D6-306F-492E-99BB-EDED521EA544}" presName="Name13" presStyleLbl="parChTrans1D2" presStyleIdx="1" presStyleCnt="3"/>
      <dgm:spPr/>
      <dgm:t>
        <a:bodyPr/>
        <a:lstStyle/>
        <a:p>
          <a:endParaRPr lang="fr-FR"/>
        </a:p>
      </dgm:t>
    </dgm:pt>
    <dgm:pt modelId="{DFF93103-8D47-4393-ABC3-6AB6B3220086}" type="pres">
      <dgm:prSet presAssocID="{AC30DE9B-379D-4897-A2ED-6DFC4156DE2C}" presName="childText" presStyleLbl="bgAcc1" presStyleIdx="1" presStyleCnt="3" custScaleX="690328" custScaleY="160076" custLinFactNeighborX="-47373" custLinFactNeighborY="3968">
        <dgm:presLayoutVars>
          <dgm:bulletEnabled val="1"/>
        </dgm:presLayoutVars>
      </dgm:prSet>
      <dgm:spPr/>
      <dgm:t>
        <a:bodyPr/>
        <a:lstStyle/>
        <a:p>
          <a:endParaRPr lang="fr-FR"/>
        </a:p>
      </dgm:t>
    </dgm:pt>
    <dgm:pt modelId="{62B66349-3A21-4C3D-8064-F94B5BECC262}" type="pres">
      <dgm:prSet presAssocID="{FA5FE190-11DC-47F1-8C5A-99D08693A962}" presName="Name13" presStyleLbl="parChTrans1D2" presStyleIdx="2" presStyleCnt="3"/>
      <dgm:spPr/>
      <dgm:t>
        <a:bodyPr/>
        <a:lstStyle/>
        <a:p>
          <a:endParaRPr lang="fr-FR"/>
        </a:p>
      </dgm:t>
    </dgm:pt>
    <dgm:pt modelId="{E45D34CA-28A1-41E5-8A4C-23BEB5878ABD}" type="pres">
      <dgm:prSet presAssocID="{ABCB7F17-A165-4B35-BBCC-FC36DFBDCE74}" presName="childText" presStyleLbl="bgAcc1" presStyleIdx="2" presStyleCnt="3" custScaleX="690524" custScaleY="442943" custLinFactNeighborX="-47009" custLinFactNeighborY="370">
        <dgm:presLayoutVars>
          <dgm:bulletEnabled val="1"/>
        </dgm:presLayoutVars>
      </dgm:prSet>
      <dgm:spPr/>
      <dgm:t>
        <a:bodyPr/>
        <a:lstStyle/>
        <a:p>
          <a:endParaRPr lang="fr-FR"/>
        </a:p>
      </dgm:t>
    </dgm:pt>
  </dgm:ptLst>
  <dgm:cxnLst>
    <dgm:cxn modelId="{C8F8A19C-D056-492E-A316-4F45AD34FDCF}" srcId="{FBD561A4-4EE1-4BEB-ABA1-D4AF6862CC2C}" destId="{ABCB7F17-A165-4B35-BBCC-FC36DFBDCE74}" srcOrd="2" destOrd="0" parTransId="{FA5FE190-11DC-47F1-8C5A-99D08693A962}" sibTransId="{1EA83BEF-49ED-4175-A48B-EF3707DB662D}"/>
    <dgm:cxn modelId="{EF5B6DDB-A20E-4CFD-B645-2A5236170F90}" type="presOf" srcId="{AC30DE9B-379D-4897-A2ED-6DFC4156DE2C}" destId="{DFF93103-8D47-4393-ABC3-6AB6B3220086}" srcOrd="0" destOrd="0" presId="urn:microsoft.com/office/officeart/2005/8/layout/hierarchy3"/>
    <dgm:cxn modelId="{D72169A9-F178-4AAE-BDC5-0AE79D016DA6}" srcId="{ABCB7F17-A165-4B35-BBCC-FC36DFBDCE74}" destId="{7DDAD1DB-5C2B-4581-BE9A-0AC537E6C2DC}" srcOrd="2" destOrd="0" parTransId="{E0093E58-EFFF-496B-B649-897E69D3AFCA}" sibTransId="{B6C64DA4-5CF3-450C-97FD-AF6825530300}"/>
    <dgm:cxn modelId="{2EDD1128-4F31-42D0-BBEA-062E85D09520}" srcId="{ABCB7F17-A165-4B35-BBCC-FC36DFBDCE74}" destId="{0CB8BD9E-FC32-4B31-B165-F10496021F4D}" srcOrd="1" destOrd="0" parTransId="{C988F5E7-A765-4095-BF74-3028D0030B0B}" sibTransId="{E2E20BBD-E028-41F0-8305-D6673983EACB}"/>
    <dgm:cxn modelId="{7DC49257-B7B4-44E7-90FC-675FAB5E11F1}" type="presOf" srcId="{691F42D6-306F-492E-99BB-EDED521EA544}" destId="{159607C0-782C-4A83-BDDA-483822BBB443}" srcOrd="0" destOrd="0" presId="urn:microsoft.com/office/officeart/2005/8/layout/hierarchy3"/>
    <dgm:cxn modelId="{BB3F0F7B-2870-4756-89B6-9177C90456F1}" srcId="{ABCB7F17-A165-4B35-BBCC-FC36DFBDCE74}" destId="{FC0DE917-B41E-4160-B822-6CDE2FEB846F}" srcOrd="4" destOrd="0" parTransId="{F2674BBE-F29B-4C6C-820E-B992E00F1A69}" sibTransId="{96147A53-1A77-43FD-998F-052038082220}"/>
    <dgm:cxn modelId="{7E579CD1-A918-4DCF-8CCA-F2D2BB75B15D}" type="presOf" srcId="{FB73C0D3-4D0B-489C-955F-D1B6B297B07E}" destId="{9554350B-6C2C-4F19-9542-3BB2BB97650B}" srcOrd="0" destOrd="0" presId="urn:microsoft.com/office/officeart/2005/8/layout/hierarchy3"/>
    <dgm:cxn modelId="{E099EA70-E84B-44CC-8D79-4410868A19EE}" srcId="{FBD561A4-4EE1-4BEB-ABA1-D4AF6862CC2C}" destId="{AC30DE9B-379D-4897-A2ED-6DFC4156DE2C}" srcOrd="1" destOrd="0" parTransId="{691F42D6-306F-492E-99BB-EDED521EA544}" sibTransId="{4D46D4DC-1C06-45CD-9E4C-509BD3500263}"/>
    <dgm:cxn modelId="{4A07FA03-4FDC-4ED8-A44D-A1B41704EC8F}" type="presOf" srcId="{FBD561A4-4EE1-4BEB-ABA1-D4AF6862CC2C}" destId="{54DEF07E-667F-4AF1-9FA0-B3ABC10551E0}" srcOrd="0" destOrd="0" presId="urn:microsoft.com/office/officeart/2005/8/layout/hierarchy3"/>
    <dgm:cxn modelId="{38CC5B82-31C6-4361-993A-CD18F1A6B3E7}" type="presOf" srcId="{ABCB7F17-A165-4B35-BBCC-FC36DFBDCE74}" destId="{E45D34CA-28A1-41E5-8A4C-23BEB5878ABD}" srcOrd="0" destOrd="0" presId="urn:microsoft.com/office/officeart/2005/8/layout/hierarchy3"/>
    <dgm:cxn modelId="{FCC6396C-4DE7-489D-8433-AAE0D99C6F27}" type="presOf" srcId="{0CC8C735-0A62-46FD-B772-B6AFFA0C5B59}" destId="{8F56580E-959D-4818-B9C4-4C962AB194AD}" srcOrd="0" destOrd="1" presId="urn:microsoft.com/office/officeart/2005/8/layout/hierarchy3"/>
    <dgm:cxn modelId="{E2219BF1-01C2-4202-8FDD-F87C1ABB5301}" srcId="{FB73C0D3-4D0B-489C-955F-D1B6B297B07E}" destId="{FBD561A4-4EE1-4BEB-ABA1-D4AF6862CC2C}" srcOrd="0" destOrd="0" parTransId="{F4E0BC91-A098-4729-811A-97594FA1D93F}" sibTransId="{3A22F515-116B-44B9-8268-DF6DB6D04128}"/>
    <dgm:cxn modelId="{5BCABDEA-401C-4D7F-A204-49B5B90460DF}" type="presOf" srcId="{FC0DE917-B41E-4160-B822-6CDE2FEB846F}" destId="{E45D34CA-28A1-41E5-8A4C-23BEB5878ABD}" srcOrd="0" destOrd="5" presId="urn:microsoft.com/office/officeart/2005/8/layout/hierarchy3"/>
    <dgm:cxn modelId="{9D19293A-717C-4916-8083-EEA0917A9577}" srcId="{ABCB7F17-A165-4B35-BBCC-FC36DFBDCE74}" destId="{70BD7F43-2168-416D-896B-78D657134F4B}" srcOrd="3" destOrd="0" parTransId="{4C34CF5B-7C55-4F94-AAAE-9B07620B1FB0}" sibTransId="{5BC226ED-957A-4D4B-8530-13FD36791466}"/>
    <dgm:cxn modelId="{05F63836-44BF-4C36-BE52-8F6A9FDE9DBF}" srcId="{FBD561A4-4EE1-4BEB-ABA1-D4AF6862CC2C}" destId="{DDC9434C-7251-4C61-8040-8707F1E6677D}" srcOrd="0" destOrd="0" parTransId="{6CD153E2-36DD-4846-8763-4EFE4450F924}" sibTransId="{EA47E15A-5134-4430-9FB1-8D9CE32E9AC2}"/>
    <dgm:cxn modelId="{A32E9067-6A43-4A73-A7FF-973B4C8AD59C}" type="presOf" srcId="{0CB8BD9E-FC32-4B31-B165-F10496021F4D}" destId="{E45D34CA-28A1-41E5-8A4C-23BEB5878ABD}" srcOrd="0" destOrd="2" presId="urn:microsoft.com/office/officeart/2005/8/layout/hierarchy3"/>
    <dgm:cxn modelId="{59DF9946-E43A-405C-A23E-6288ABD681D1}" type="presOf" srcId="{6CD153E2-36DD-4846-8763-4EFE4450F924}" destId="{8090A05C-E5C7-4964-BD44-1767BD2F80FE}" srcOrd="0" destOrd="0" presId="urn:microsoft.com/office/officeart/2005/8/layout/hierarchy3"/>
    <dgm:cxn modelId="{847CB5DE-AAE3-448F-A961-3A56036B060B}" type="presOf" srcId="{7DDAD1DB-5C2B-4581-BE9A-0AC537E6C2DC}" destId="{E45D34CA-28A1-41E5-8A4C-23BEB5878ABD}" srcOrd="0" destOrd="3" presId="urn:microsoft.com/office/officeart/2005/8/layout/hierarchy3"/>
    <dgm:cxn modelId="{D6845103-1378-4EC3-A0C9-342087C11AEC}" type="presOf" srcId="{475CC033-59D4-403D-A1AC-88922F75CA4B}" destId="{E45D34CA-28A1-41E5-8A4C-23BEB5878ABD}" srcOrd="0" destOrd="1" presId="urn:microsoft.com/office/officeart/2005/8/layout/hierarchy3"/>
    <dgm:cxn modelId="{2EC11108-6A78-4687-ADCB-0E27451A9384}" type="presOf" srcId="{DDC9434C-7251-4C61-8040-8707F1E6677D}" destId="{8F56580E-959D-4818-B9C4-4C962AB194AD}" srcOrd="0" destOrd="0" presId="urn:microsoft.com/office/officeart/2005/8/layout/hierarchy3"/>
    <dgm:cxn modelId="{1D845B08-67DD-4A08-9DE8-C46084B7A55D}" srcId="{DDC9434C-7251-4C61-8040-8707F1E6677D}" destId="{0CC8C735-0A62-46FD-B772-B6AFFA0C5B59}" srcOrd="0" destOrd="0" parTransId="{478FCAB7-C8C1-408D-A215-495843E47F16}" sibTransId="{B23BB108-A65E-4F8E-AD8F-AA18C2EB0A3D}"/>
    <dgm:cxn modelId="{A94F5E8F-52CF-4846-8209-A46B24C76231}" type="presOf" srcId="{70BD7F43-2168-416D-896B-78D657134F4B}" destId="{E45D34CA-28A1-41E5-8A4C-23BEB5878ABD}" srcOrd="0" destOrd="4" presId="urn:microsoft.com/office/officeart/2005/8/layout/hierarchy3"/>
    <dgm:cxn modelId="{89B99025-3B31-45E6-A670-2D08C20CB8E0}" type="presOf" srcId="{FBD561A4-4EE1-4BEB-ABA1-D4AF6862CC2C}" destId="{656AD052-DEC0-41F3-ADE8-FC9BC3BCC22D}" srcOrd="1" destOrd="0" presId="urn:microsoft.com/office/officeart/2005/8/layout/hierarchy3"/>
    <dgm:cxn modelId="{FE83DA5B-99AE-4B41-BA48-10556FEB376B}" srcId="{ABCB7F17-A165-4B35-BBCC-FC36DFBDCE74}" destId="{475CC033-59D4-403D-A1AC-88922F75CA4B}" srcOrd="0" destOrd="0" parTransId="{1858E482-0E77-43C2-9F52-3F60B7A9A0CA}" sibTransId="{17C81F8F-93E7-4250-B54E-0D5D03F3EF8B}"/>
    <dgm:cxn modelId="{A9F2FA14-0B72-4359-8908-500A505615A0}" type="presOf" srcId="{FA5FE190-11DC-47F1-8C5A-99D08693A962}" destId="{62B66349-3A21-4C3D-8064-F94B5BECC262}" srcOrd="0" destOrd="0" presId="urn:microsoft.com/office/officeart/2005/8/layout/hierarchy3"/>
    <dgm:cxn modelId="{0C585D71-9AD8-442D-985C-5392CF2A00A6}" type="presParOf" srcId="{9554350B-6C2C-4F19-9542-3BB2BB97650B}" destId="{DFC1C915-40B5-450E-882B-AD2A3540AC74}" srcOrd="0" destOrd="0" presId="urn:microsoft.com/office/officeart/2005/8/layout/hierarchy3"/>
    <dgm:cxn modelId="{D1B8D94A-4E9B-4CF0-B476-89A9B5ED5736}" type="presParOf" srcId="{DFC1C915-40B5-450E-882B-AD2A3540AC74}" destId="{0B7B3E14-EB8E-49B0-B163-75ABCA3A1D37}" srcOrd="0" destOrd="0" presId="urn:microsoft.com/office/officeart/2005/8/layout/hierarchy3"/>
    <dgm:cxn modelId="{6BBF0714-3ECA-4F18-9AF2-9C7FD57C8757}" type="presParOf" srcId="{0B7B3E14-EB8E-49B0-B163-75ABCA3A1D37}" destId="{54DEF07E-667F-4AF1-9FA0-B3ABC10551E0}" srcOrd="0" destOrd="0" presId="urn:microsoft.com/office/officeart/2005/8/layout/hierarchy3"/>
    <dgm:cxn modelId="{1B2B3F43-C133-41F5-968F-91A1352D0486}" type="presParOf" srcId="{0B7B3E14-EB8E-49B0-B163-75ABCA3A1D37}" destId="{656AD052-DEC0-41F3-ADE8-FC9BC3BCC22D}" srcOrd="1" destOrd="0" presId="urn:microsoft.com/office/officeart/2005/8/layout/hierarchy3"/>
    <dgm:cxn modelId="{C87953A1-33D2-45DF-938E-242E62AFEFC9}" type="presParOf" srcId="{DFC1C915-40B5-450E-882B-AD2A3540AC74}" destId="{E0268E87-5FE7-4A9B-90D4-23CA8D327A12}" srcOrd="1" destOrd="0" presId="urn:microsoft.com/office/officeart/2005/8/layout/hierarchy3"/>
    <dgm:cxn modelId="{5CAE7594-923F-4DF1-B0A7-6D20A3122F7B}" type="presParOf" srcId="{E0268E87-5FE7-4A9B-90D4-23CA8D327A12}" destId="{8090A05C-E5C7-4964-BD44-1767BD2F80FE}" srcOrd="0" destOrd="0" presId="urn:microsoft.com/office/officeart/2005/8/layout/hierarchy3"/>
    <dgm:cxn modelId="{CAAD004F-4F57-46B0-B036-E03173E92A25}" type="presParOf" srcId="{E0268E87-5FE7-4A9B-90D4-23CA8D327A12}" destId="{8F56580E-959D-4818-B9C4-4C962AB194AD}" srcOrd="1" destOrd="0" presId="urn:microsoft.com/office/officeart/2005/8/layout/hierarchy3"/>
    <dgm:cxn modelId="{95A2A1E6-DF22-46A7-81A4-2E51D6DF468D}" type="presParOf" srcId="{E0268E87-5FE7-4A9B-90D4-23CA8D327A12}" destId="{159607C0-782C-4A83-BDDA-483822BBB443}" srcOrd="2" destOrd="0" presId="urn:microsoft.com/office/officeart/2005/8/layout/hierarchy3"/>
    <dgm:cxn modelId="{911BDE21-FEA4-46BF-A013-629FA5BE03FC}" type="presParOf" srcId="{E0268E87-5FE7-4A9B-90D4-23CA8D327A12}" destId="{DFF93103-8D47-4393-ABC3-6AB6B3220086}" srcOrd="3" destOrd="0" presId="urn:microsoft.com/office/officeart/2005/8/layout/hierarchy3"/>
    <dgm:cxn modelId="{D9B78321-BD70-4A37-BAF9-2984284E0B3B}" type="presParOf" srcId="{E0268E87-5FE7-4A9B-90D4-23CA8D327A12}" destId="{62B66349-3A21-4C3D-8064-F94B5BECC262}" srcOrd="4" destOrd="0" presId="urn:microsoft.com/office/officeart/2005/8/layout/hierarchy3"/>
    <dgm:cxn modelId="{11164541-4997-4BB2-9EC8-5EB898B838BC}" type="presParOf" srcId="{E0268E87-5FE7-4A9B-90D4-23CA8D327A12}" destId="{E45D34CA-28A1-41E5-8A4C-23BEB5878ABD}"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CE082E1-F448-4890-918F-4E3EA2C17644}" type="doc">
      <dgm:prSet loTypeId="urn:microsoft.com/office/officeart/2005/8/layout/arrow2" loCatId="process" qsTypeId="urn:microsoft.com/office/officeart/2005/8/quickstyle/simple1" qsCatId="simple" csTypeId="urn:microsoft.com/office/officeart/2005/8/colors/accent1_2" csCatId="accent1" phldr="1"/>
      <dgm:spPr/>
    </dgm:pt>
    <dgm:pt modelId="{C4416046-A9FC-4BCD-BA6F-111386416B2A}">
      <dgm:prSet phldrT="[Text]" custT="1"/>
      <dgm:spPr/>
      <dgm:t>
        <a:bodyPr/>
        <a:lstStyle/>
        <a:p>
          <a:r>
            <a:rPr lang="fr-FR" sz="1800" b="1" dirty="0" smtClean="0"/>
            <a:t>Importation</a:t>
          </a:r>
          <a:endParaRPr lang="fr-FR" sz="1800" b="1" dirty="0"/>
        </a:p>
      </dgm:t>
    </dgm:pt>
    <dgm:pt modelId="{EB50641C-083B-4795-9977-C7D51D5A18F6}" type="parTrans" cxnId="{C72BBA0E-F235-42D6-8193-FBC1D45A8ADF}">
      <dgm:prSet/>
      <dgm:spPr/>
      <dgm:t>
        <a:bodyPr/>
        <a:lstStyle/>
        <a:p>
          <a:endParaRPr lang="fr-FR" sz="1800"/>
        </a:p>
      </dgm:t>
    </dgm:pt>
    <dgm:pt modelId="{A7398C0F-E1BF-42BD-9390-1C3B52417222}" type="sibTrans" cxnId="{C72BBA0E-F235-42D6-8193-FBC1D45A8ADF}">
      <dgm:prSet/>
      <dgm:spPr/>
      <dgm:t>
        <a:bodyPr/>
        <a:lstStyle/>
        <a:p>
          <a:endParaRPr lang="fr-FR" sz="1800"/>
        </a:p>
      </dgm:t>
    </dgm:pt>
    <dgm:pt modelId="{9CB67620-4E54-4093-B65A-144C01A93C55}">
      <dgm:prSet phldrT="[Text]" custT="1"/>
      <dgm:spPr/>
      <dgm:t>
        <a:bodyPr/>
        <a:lstStyle/>
        <a:p>
          <a:r>
            <a:rPr lang="fr-FR" sz="1800" b="1" dirty="0" smtClean="0"/>
            <a:t>Préparation</a:t>
          </a:r>
          <a:endParaRPr lang="fr-FR" sz="1800" b="1" dirty="0"/>
        </a:p>
      </dgm:t>
    </dgm:pt>
    <dgm:pt modelId="{CD295AAA-3CBD-4574-ADB6-8C85FA3E43B1}" type="parTrans" cxnId="{1071280D-78AA-42C6-84A6-1A39DC47E50C}">
      <dgm:prSet/>
      <dgm:spPr/>
      <dgm:t>
        <a:bodyPr/>
        <a:lstStyle/>
        <a:p>
          <a:endParaRPr lang="fr-FR" sz="1800"/>
        </a:p>
      </dgm:t>
    </dgm:pt>
    <dgm:pt modelId="{731EEF24-84F4-4F5B-BAE4-A4C20C1B38E6}" type="sibTrans" cxnId="{1071280D-78AA-42C6-84A6-1A39DC47E50C}">
      <dgm:prSet/>
      <dgm:spPr/>
      <dgm:t>
        <a:bodyPr/>
        <a:lstStyle/>
        <a:p>
          <a:endParaRPr lang="fr-FR" sz="1800"/>
        </a:p>
      </dgm:t>
    </dgm:pt>
    <dgm:pt modelId="{0AC7E618-782D-4783-93CF-D9B6EE8592EA}">
      <dgm:prSet phldrT="[Text]" custT="1"/>
      <dgm:spPr/>
      <dgm:t>
        <a:bodyPr/>
        <a:lstStyle/>
        <a:p>
          <a:r>
            <a:rPr lang="fr-FR" sz="1800" b="1" dirty="0" smtClean="0"/>
            <a:t>Jonction</a:t>
          </a:r>
        </a:p>
      </dgm:t>
    </dgm:pt>
    <dgm:pt modelId="{42FA9891-E3A1-450E-B8FF-E3204A05733A}" type="parTrans" cxnId="{F647FD0A-5832-4ABA-901B-CCAD63EC13E9}">
      <dgm:prSet/>
      <dgm:spPr/>
      <dgm:t>
        <a:bodyPr/>
        <a:lstStyle/>
        <a:p>
          <a:endParaRPr lang="fr-FR" sz="1800"/>
        </a:p>
      </dgm:t>
    </dgm:pt>
    <dgm:pt modelId="{85CCD753-7D88-4007-AEF5-C0998F54AB85}" type="sibTrans" cxnId="{F647FD0A-5832-4ABA-901B-CCAD63EC13E9}">
      <dgm:prSet/>
      <dgm:spPr/>
      <dgm:t>
        <a:bodyPr/>
        <a:lstStyle/>
        <a:p>
          <a:endParaRPr lang="fr-FR" sz="1800"/>
        </a:p>
      </dgm:t>
    </dgm:pt>
    <dgm:pt modelId="{59FDAD70-FD22-4731-ADB2-4BAEF20C5EB2}">
      <dgm:prSet phldrT="[Text]" custT="1"/>
      <dgm:spPr/>
      <dgm:t>
        <a:bodyPr/>
        <a:lstStyle/>
        <a:p>
          <a:r>
            <a:rPr lang="fr-FR" sz="1800" b="1" dirty="0" smtClean="0"/>
            <a:t>Modélisation</a:t>
          </a:r>
        </a:p>
      </dgm:t>
    </dgm:pt>
    <dgm:pt modelId="{761E6792-A7F2-43C1-9650-773AA0255654}" type="parTrans" cxnId="{22897CC7-158E-492E-98B1-A18A3C3BCC44}">
      <dgm:prSet/>
      <dgm:spPr/>
      <dgm:t>
        <a:bodyPr/>
        <a:lstStyle/>
        <a:p>
          <a:endParaRPr lang="fr-FR"/>
        </a:p>
      </dgm:t>
    </dgm:pt>
    <dgm:pt modelId="{F2ABDF44-3A0C-483D-9FC2-E689875B4875}" type="sibTrans" cxnId="{22897CC7-158E-492E-98B1-A18A3C3BCC44}">
      <dgm:prSet/>
      <dgm:spPr/>
      <dgm:t>
        <a:bodyPr/>
        <a:lstStyle/>
        <a:p>
          <a:endParaRPr lang="fr-FR"/>
        </a:p>
      </dgm:t>
    </dgm:pt>
    <dgm:pt modelId="{3532631C-9C8C-41B1-8C5B-B03D75E1CD83}" type="pres">
      <dgm:prSet presAssocID="{FCE082E1-F448-4890-918F-4E3EA2C17644}" presName="arrowDiagram" presStyleCnt="0">
        <dgm:presLayoutVars>
          <dgm:chMax val="5"/>
          <dgm:dir/>
          <dgm:resizeHandles val="exact"/>
        </dgm:presLayoutVars>
      </dgm:prSet>
      <dgm:spPr/>
    </dgm:pt>
    <dgm:pt modelId="{6BCA0592-ABE0-4F7B-9524-BD242A9C454B}" type="pres">
      <dgm:prSet presAssocID="{FCE082E1-F448-4890-918F-4E3EA2C17644}" presName="arrow" presStyleLbl="bgShp" presStyleIdx="0" presStyleCnt="1" custAng="318590" custScaleX="114988"/>
      <dgm:spPr/>
      <dgm:t>
        <a:bodyPr/>
        <a:lstStyle/>
        <a:p>
          <a:endParaRPr lang="fr-FR"/>
        </a:p>
      </dgm:t>
    </dgm:pt>
    <dgm:pt modelId="{15A68A93-82B1-49D4-BDE4-2382E9FC008A}" type="pres">
      <dgm:prSet presAssocID="{FCE082E1-F448-4890-918F-4E3EA2C17644}" presName="arrowDiagram4" presStyleCnt="0"/>
      <dgm:spPr/>
    </dgm:pt>
    <dgm:pt modelId="{CB3BE415-3D08-452A-914C-7C96B2D2AFD4}" type="pres">
      <dgm:prSet presAssocID="{C4416046-A9FC-4BCD-BA6F-111386416B2A}" presName="bullet4a" presStyleLbl="node1" presStyleIdx="0" presStyleCnt="4" custLinFactX="-103444" custLinFactY="-98670" custLinFactNeighborX="-200000" custLinFactNeighborY="-100000"/>
      <dgm:spPr>
        <a:solidFill>
          <a:schemeClr val="accent1"/>
        </a:solidFill>
      </dgm:spPr>
    </dgm:pt>
    <dgm:pt modelId="{07F54323-4A24-4D88-9ACD-150FD4B907FB}" type="pres">
      <dgm:prSet presAssocID="{C4416046-A9FC-4BCD-BA6F-111386416B2A}" presName="textBox4a" presStyleLbl="revTx" presStyleIdx="0" presStyleCnt="4" custScaleX="116778" custLinFactNeighborX="-31399" custLinFactNeighborY="-27073">
        <dgm:presLayoutVars>
          <dgm:bulletEnabled val="1"/>
        </dgm:presLayoutVars>
      </dgm:prSet>
      <dgm:spPr/>
      <dgm:t>
        <a:bodyPr/>
        <a:lstStyle/>
        <a:p>
          <a:endParaRPr lang="fr-FR"/>
        </a:p>
      </dgm:t>
    </dgm:pt>
    <dgm:pt modelId="{2C38B4AC-16DA-48B7-A86E-3C4724DE4FAB}" type="pres">
      <dgm:prSet presAssocID="{9CB67620-4E54-4093-B65A-144C01A93C55}" presName="bullet4b" presStyleLbl="node1" presStyleIdx="1" presStyleCnt="4" custLinFactX="-33411" custLinFactNeighborX="-100000" custLinFactNeighborY="-43171"/>
      <dgm:spPr>
        <a:solidFill>
          <a:schemeClr val="accent2"/>
        </a:solidFill>
      </dgm:spPr>
    </dgm:pt>
    <dgm:pt modelId="{E6D68482-0DF5-49A5-AF31-6AB22A97EEC9}" type="pres">
      <dgm:prSet presAssocID="{9CB67620-4E54-4093-B65A-144C01A93C55}" presName="textBox4b" presStyleLbl="revTx" presStyleIdx="1" presStyleCnt="4" custLinFactNeighborX="-18918" custLinFactNeighborY="-3863">
        <dgm:presLayoutVars>
          <dgm:bulletEnabled val="1"/>
        </dgm:presLayoutVars>
      </dgm:prSet>
      <dgm:spPr/>
      <dgm:t>
        <a:bodyPr/>
        <a:lstStyle/>
        <a:p>
          <a:endParaRPr lang="fr-FR"/>
        </a:p>
      </dgm:t>
    </dgm:pt>
    <dgm:pt modelId="{CAB7D2F0-DD72-4D2F-9884-FECD16093FAF}" type="pres">
      <dgm:prSet presAssocID="{0AC7E618-782D-4783-93CF-D9B6EE8592EA}" presName="bullet4c" presStyleLbl="node1" presStyleIdx="2" presStyleCnt="4" custLinFactNeighborX="-73545" custLinFactNeighborY="32136"/>
      <dgm:spPr>
        <a:solidFill>
          <a:schemeClr val="accent3"/>
        </a:solidFill>
      </dgm:spPr>
    </dgm:pt>
    <dgm:pt modelId="{D63F2CC9-5AED-4B73-8E29-E0BB3E2C1B2C}" type="pres">
      <dgm:prSet presAssocID="{0AC7E618-782D-4783-93CF-D9B6EE8592EA}" presName="textBox4c" presStyleLbl="revTx" presStyleIdx="2" presStyleCnt="4" custScaleY="63713" custLinFactNeighborX="-4805" custLinFactNeighborY="-9944">
        <dgm:presLayoutVars>
          <dgm:bulletEnabled val="1"/>
        </dgm:presLayoutVars>
      </dgm:prSet>
      <dgm:spPr/>
      <dgm:t>
        <a:bodyPr/>
        <a:lstStyle/>
        <a:p>
          <a:endParaRPr lang="fr-FR"/>
        </a:p>
      </dgm:t>
    </dgm:pt>
    <dgm:pt modelId="{46E32B5F-2531-48AE-8E93-7739557194B5}" type="pres">
      <dgm:prSet presAssocID="{59FDAD70-FD22-4731-ADB2-4BAEF20C5EB2}" presName="bullet4d" presStyleLbl="node1" presStyleIdx="3" presStyleCnt="4" custLinFactNeighborY="20497"/>
      <dgm:spPr>
        <a:solidFill>
          <a:schemeClr val="accent4"/>
        </a:solidFill>
      </dgm:spPr>
    </dgm:pt>
    <dgm:pt modelId="{41142134-4041-48D1-A020-28D7390E0647}" type="pres">
      <dgm:prSet presAssocID="{59FDAD70-FD22-4731-ADB2-4BAEF20C5EB2}" presName="textBox4d" presStyleLbl="revTx" presStyleIdx="3" presStyleCnt="4" custScaleX="117179" custScaleY="69725" custLinFactNeighborX="10443" custLinFactNeighborY="-4723">
        <dgm:presLayoutVars>
          <dgm:bulletEnabled val="1"/>
        </dgm:presLayoutVars>
      </dgm:prSet>
      <dgm:spPr/>
      <dgm:t>
        <a:bodyPr/>
        <a:lstStyle/>
        <a:p>
          <a:endParaRPr lang="fr-FR"/>
        </a:p>
      </dgm:t>
    </dgm:pt>
  </dgm:ptLst>
  <dgm:cxnLst>
    <dgm:cxn modelId="{36FF51DC-D228-4D58-98F4-FF91CC1331B7}" type="presOf" srcId="{FCE082E1-F448-4890-918F-4E3EA2C17644}" destId="{3532631C-9C8C-41B1-8C5B-B03D75E1CD83}" srcOrd="0" destOrd="0" presId="urn:microsoft.com/office/officeart/2005/8/layout/arrow2"/>
    <dgm:cxn modelId="{675CE3B6-95F4-48D3-ACAC-9E05244BE5DE}" type="presOf" srcId="{0AC7E618-782D-4783-93CF-D9B6EE8592EA}" destId="{D63F2CC9-5AED-4B73-8E29-E0BB3E2C1B2C}" srcOrd="0" destOrd="0" presId="urn:microsoft.com/office/officeart/2005/8/layout/arrow2"/>
    <dgm:cxn modelId="{22897CC7-158E-492E-98B1-A18A3C3BCC44}" srcId="{FCE082E1-F448-4890-918F-4E3EA2C17644}" destId="{59FDAD70-FD22-4731-ADB2-4BAEF20C5EB2}" srcOrd="3" destOrd="0" parTransId="{761E6792-A7F2-43C1-9650-773AA0255654}" sibTransId="{F2ABDF44-3A0C-483D-9FC2-E689875B4875}"/>
    <dgm:cxn modelId="{F647FD0A-5832-4ABA-901B-CCAD63EC13E9}" srcId="{FCE082E1-F448-4890-918F-4E3EA2C17644}" destId="{0AC7E618-782D-4783-93CF-D9B6EE8592EA}" srcOrd="2" destOrd="0" parTransId="{42FA9891-E3A1-450E-B8FF-E3204A05733A}" sibTransId="{85CCD753-7D88-4007-AEF5-C0998F54AB85}"/>
    <dgm:cxn modelId="{091EC1DF-9FBD-4B4C-B95A-B4808B22E276}" type="presOf" srcId="{C4416046-A9FC-4BCD-BA6F-111386416B2A}" destId="{07F54323-4A24-4D88-9ACD-150FD4B907FB}" srcOrd="0" destOrd="0" presId="urn:microsoft.com/office/officeart/2005/8/layout/arrow2"/>
    <dgm:cxn modelId="{F9B8BB64-7C4C-458C-9AAD-2AEE136BDA97}" type="presOf" srcId="{9CB67620-4E54-4093-B65A-144C01A93C55}" destId="{E6D68482-0DF5-49A5-AF31-6AB22A97EEC9}" srcOrd="0" destOrd="0" presId="urn:microsoft.com/office/officeart/2005/8/layout/arrow2"/>
    <dgm:cxn modelId="{C72BBA0E-F235-42D6-8193-FBC1D45A8ADF}" srcId="{FCE082E1-F448-4890-918F-4E3EA2C17644}" destId="{C4416046-A9FC-4BCD-BA6F-111386416B2A}" srcOrd="0" destOrd="0" parTransId="{EB50641C-083B-4795-9977-C7D51D5A18F6}" sibTransId="{A7398C0F-E1BF-42BD-9390-1C3B52417222}"/>
    <dgm:cxn modelId="{226AFD84-A841-4B72-829A-6F301A098DCD}" type="presOf" srcId="{59FDAD70-FD22-4731-ADB2-4BAEF20C5EB2}" destId="{41142134-4041-48D1-A020-28D7390E0647}" srcOrd="0" destOrd="0" presId="urn:microsoft.com/office/officeart/2005/8/layout/arrow2"/>
    <dgm:cxn modelId="{1071280D-78AA-42C6-84A6-1A39DC47E50C}" srcId="{FCE082E1-F448-4890-918F-4E3EA2C17644}" destId="{9CB67620-4E54-4093-B65A-144C01A93C55}" srcOrd="1" destOrd="0" parTransId="{CD295AAA-3CBD-4574-ADB6-8C85FA3E43B1}" sibTransId="{731EEF24-84F4-4F5B-BAE4-A4C20C1B38E6}"/>
    <dgm:cxn modelId="{51C87600-DF93-4B9F-8D54-EC7A8757CA42}" type="presParOf" srcId="{3532631C-9C8C-41B1-8C5B-B03D75E1CD83}" destId="{6BCA0592-ABE0-4F7B-9524-BD242A9C454B}" srcOrd="0" destOrd="0" presId="urn:microsoft.com/office/officeart/2005/8/layout/arrow2"/>
    <dgm:cxn modelId="{C98EAB6C-BC6C-41E9-9CF6-EE1DC5FFFECB}" type="presParOf" srcId="{3532631C-9C8C-41B1-8C5B-B03D75E1CD83}" destId="{15A68A93-82B1-49D4-BDE4-2382E9FC008A}" srcOrd="1" destOrd="0" presId="urn:microsoft.com/office/officeart/2005/8/layout/arrow2"/>
    <dgm:cxn modelId="{EC581D19-317B-4917-A72B-EFA4BFB0E486}" type="presParOf" srcId="{15A68A93-82B1-49D4-BDE4-2382E9FC008A}" destId="{CB3BE415-3D08-452A-914C-7C96B2D2AFD4}" srcOrd="0" destOrd="0" presId="urn:microsoft.com/office/officeart/2005/8/layout/arrow2"/>
    <dgm:cxn modelId="{380897E5-48E5-4FC8-AB08-CD91F408CE38}" type="presParOf" srcId="{15A68A93-82B1-49D4-BDE4-2382E9FC008A}" destId="{07F54323-4A24-4D88-9ACD-150FD4B907FB}" srcOrd="1" destOrd="0" presId="urn:microsoft.com/office/officeart/2005/8/layout/arrow2"/>
    <dgm:cxn modelId="{2C008928-C68C-435B-A8F3-167711A6A9F2}" type="presParOf" srcId="{15A68A93-82B1-49D4-BDE4-2382E9FC008A}" destId="{2C38B4AC-16DA-48B7-A86E-3C4724DE4FAB}" srcOrd="2" destOrd="0" presId="urn:microsoft.com/office/officeart/2005/8/layout/arrow2"/>
    <dgm:cxn modelId="{106C2367-72A2-460B-9255-B2C82AE1917A}" type="presParOf" srcId="{15A68A93-82B1-49D4-BDE4-2382E9FC008A}" destId="{E6D68482-0DF5-49A5-AF31-6AB22A97EEC9}" srcOrd="3" destOrd="0" presId="urn:microsoft.com/office/officeart/2005/8/layout/arrow2"/>
    <dgm:cxn modelId="{542CAC00-BA03-4B2D-BE62-5F0D06FDF392}" type="presParOf" srcId="{15A68A93-82B1-49D4-BDE4-2382E9FC008A}" destId="{CAB7D2F0-DD72-4D2F-9884-FECD16093FAF}" srcOrd="4" destOrd="0" presId="urn:microsoft.com/office/officeart/2005/8/layout/arrow2"/>
    <dgm:cxn modelId="{BE78D799-641C-49BE-BF9F-181F22CC3902}" type="presParOf" srcId="{15A68A93-82B1-49D4-BDE4-2382E9FC008A}" destId="{D63F2CC9-5AED-4B73-8E29-E0BB3E2C1B2C}" srcOrd="5" destOrd="0" presId="urn:microsoft.com/office/officeart/2005/8/layout/arrow2"/>
    <dgm:cxn modelId="{9E7215D2-F65B-4F7D-9CC3-A4417210DB63}" type="presParOf" srcId="{15A68A93-82B1-49D4-BDE4-2382E9FC008A}" destId="{46E32B5F-2531-48AE-8E93-7739557194B5}" srcOrd="6" destOrd="0" presId="urn:microsoft.com/office/officeart/2005/8/layout/arrow2"/>
    <dgm:cxn modelId="{659F3CB4-AC4B-47F4-BC5D-682D817DE4E0}" type="presParOf" srcId="{15A68A93-82B1-49D4-BDE4-2382E9FC008A}" destId="{41142134-4041-48D1-A020-28D7390E0647}" srcOrd="7"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AC425F-C9DC-4E0E-8E32-704055E76803}">
      <dsp:nvSpPr>
        <dsp:cNvPr id="0" name=""/>
        <dsp:cNvSpPr/>
      </dsp:nvSpPr>
      <dsp:spPr>
        <a:xfrm>
          <a:off x="53752" y="2081493"/>
          <a:ext cx="3022051" cy="1023954"/>
        </a:xfrm>
        <a:prstGeom prst="roundRect">
          <a:avLst>
            <a:gd name="adj" fmla="val 10000"/>
          </a:avLst>
        </a:prstGeom>
        <a:gradFill rotWithShape="1">
          <a:gsLst>
            <a:gs pos="28000">
              <a:schemeClr val="accent6">
                <a:tint val="18000"/>
                <a:satMod val="120000"/>
                <a:lumMod val="88000"/>
              </a:schemeClr>
            </a:gs>
            <a:gs pos="100000">
              <a:schemeClr val="accent6">
                <a:tint val="40000"/>
                <a:satMod val="100000"/>
                <a:lumMod val="78000"/>
              </a:schemeClr>
            </a:gs>
          </a:gsLst>
          <a:lin ang="5400000" scaled="0"/>
        </a:gradFill>
        <a:ln w="9525" cap="flat" cmpd="sng" algn="ctr">
          <a:solidFill>
            <a:schemeClr val="accent6"/>
          </a:solidFill>
          <a:prstDash val="solid"/>
        </a:ln>
        <a:effectLst>
          <a:outerShdw blurRad="63500" dist="50800" dir="5400000" sx="98000" sy="98000" rotWithShape="0">
            <a:srgbClr val="000000">
              <a:alpha val="20000"/>
            </a:srgbClr>
          </a:outerShdw>
        </a:effectLst>
        <a:scene3d>
          <a:camera prst="orthographicFront"/>
          <a:lightRig rig="flat" dir="t"/>
        </a:scene3d>
        <a:sp3d/>
      </dsp:spPr>
      <dsp:style>
        <a:lnRef idx="1">
          <a:schemeClr val="accent6"/>
        </a:lnRef>
        <a:fillRef idx="2">
          <a:schemeClr val="accent6"/>
        </a:fillRef>
        <a:effectRef idx="1">
          <a:schemeClr val="accent6"/>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fr-FR" sz="1800" b="0" u="none" kern="1200" dirty="0" smtClean="0"/>
            <a:t>26 % </a:t>
          </a:r>
          <a:r>
            <a:rPr lang="fr-FR" sz="1800" kern="1200" dirty="0" smtClean="0"/>
            <a:t>population mondiale encore sans accès sécurisé à l’eau potable</a:t>
          </a:r>
          <a:endParaRPr lang="fr-FR" sz="1800" kern="1200" dirty="0"/>
        </a:p>
      </dsp:txBody>
      <dsp:txXfrm>
        <a:off x="83743" y="2111484"/>
        <a:ext cx="2962069" cy="963972"/>
      </dsp:txXfrm>
    </dsp:sp>
    <dsp:sp modelId="{A09F546C-D527-4C0F-9B52-5805E40CF7D9}">
      <dsp:nvSpPr>
        <dsp:cNvPr id="0" name=""/>
        <dsp:cNvSpPr/>
      </dsp:nvSpPr>
      <dsp:spPr>
        <a:xfrm rot="17085654">
          <a:off x="2295421" y="1563254"/>
          <a:ext cx="2094385" cy="35165"/>
        </a:xfrm>
        <a:custGeom>
          <a:avLst/>
          <a:gdLst/>
          <a:ahLst/>
          <a:cxnLst/>
          <a:rect l="0" t="0" r="0" b="0"/>
          <a:pathLst>
            <a:path>
              <a:moveTo>
                <a:pt x="0" y="17582"/>
              </a:moveTo>
              <a:lnTo>
                <a:pt x="2094385" y="17582"/>
              </a:lnTo>
            </a:path>
          </a:pathLst>
        </a:custGeom>
        <a:noFill/>
        <a:ln w="25400" cap="flat" cmpd="sng" algn="ctr">
          <a:solidFill>
            <a:schemeClr val="accent6"/>
          </a:solidFill>
          <a:prstDash val="solid"/>
        </a:ln>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dsp:spPr>
      <dsp:style>
        <a:lnRef idx="3">
          <a:schemeClr val="accent6"/>
        </a:lnRef>
        <a:fillRef idx="0">
          <a:schemeClr val="accent6"/>
        </a:fillRef>
        <a:effectRef idx="2">
          <a:schemeClr val="accent6"/>
        </a:effectRef>
        <a:fontRef idx="minor">
          <a:schemeClr val="tx1"/>
        </a:fontRef>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fr-FR" sz="700" kern="1200">
            <a:solidFill>
              <a:schemeClr val="tx1">
                <a:lumMod val="85000"/>
                <a:lumOff val="15000"/>
              </a:schemeClr>
            </a:solidFill>
          </a:endParaRPr>
        </a:p>
      </dsp:txBody>
      <dsp:txXfrm>
        <a:off x="3290254" y="1528478"/>
        <a:ext cx="104719" cy="104719"/>
      </dsp:txXfrm>
    </dsp:sp>
    <dsp:sp modelId="{D00704AB-614F-44AF-84ED-5BE9CE5DD84F}">
      <dsp:nvSpPr>
        <dsp:cNvPr id="0" name=""/>
        <dsp:cNvSpPr/>
      </dsp:nvSpPr>
      <dsp:spPr>
        <a:xfrm>
          <a:off x="3609424" y="0"/>
          <a:ext cx="3253332" cy="1136409"/>
        </a:xfrm>
        <a:prstGeom prst="roundRect">
          <a:avLst>
            <a:gd name="adj" fmla="val 10000"/>
          </a:avLst>
        </a:prstGeom>
        <a:noFill/>
        <a:ln w="15875" cap="flat" cmpd="sng" algn="ctr">
          <a:solidFill>
            <a:schemeClr val="accent6">
              <a:shade val="75000"/>
              <a:satMod val="125000"/>
              <a:lumMod val="75000"/>
            </a:schemeClr>
          </a:solidFill>
          <a:prstDash val="solid"/>
        </a:ln>
        <a:effectLst/>
        <a:scene3d>
          <a:camera prst="orthographicFront"/>
          <a:lightRig rig="flat" dir="t"/>
        </a:scene3d>
        <a:sp3d/>
      </dsp:spPr>
      <dsp:style>
        <a:lnRef idx="2">
          <a:schemeClr val="accent6"/>
        </a:lnRef>
        <a:fillRef idx="1">
          <a:schemeClr val="lt1"/>
        </a:fillRef>
        <a:effectRef idx="0">
          <a:schemeClr val="accent6"/>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fr-FR" sz="1800" kern="1200" dirty="0" smtClean="0"/>
            <a:t>9 % toujours aucun accès  (~700 M de personnes)</a:t>
          </a:r>
          <a:endParaRPr lang="fr-FR" sz="1800" kern="1200" dirty="0"/>
        </a:p>
      </dsp:txBody>
      <dsp:txXfrm>
        <a:off x="3642708" y="33284"/>
        <a:ext cx="3186764" cy="1069841"/>
      </dsp:txXfrm>
    </dsp:sp>
    <dsp:sp modelId="{BDF187E7-655B-43DF-9B17-D97717399810}">
      <dsp:nvSpPr>
        <dsp:cNvPr id="0" name=""/>
        <dsp:cNvSpPr/>
      </dsp:nvSpPr>
      <dsp:spPr>
        <a:xfrm rot="20736228">
          <a:off x="3067263" y="2508261"/>
          <a:ext cx="544000" cy="35165"/>
        </a:xfrm>
        <a:custGeom>
          <a:avLst/>
          <a:gdLst/>
          <a:ahLst/>
          <a:cxnLst/>
          <a:rect l="0" t="0" r="0" b="0"/>
          <a:pathLst>
            <a:path>
              <a:moveTo>
                <a:pt x="0" y="17582"/>
              </a:moveTo>
              <a:lnTo>
                <a:pt x="544000" y="17582"/>
              </a:lnTo>
            </a:path>
          </a:pathLst>
        </a:custGeom>
        <a:noFill/>
        <a:ln w="25400" cap="flat" cmpd="sng" algn="ctr">
          <a:solidFill>
            <a:schemeClr val="accent6"/>
          </a:solidFill>
          <a:prstDash val="solid"/>
        </a:ln>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dsp:spPr>
      <dsp:style>
        <a:lnRef idx="3">
          <a:schemeClr val="accent6"/>
        </a:lnRef>
        <a:fillRef idx="0">
          <a:schemeClr val="accent6"/>
        </a:fillRef>
        <a:effectRef idx="2">
          <a:schemeClr val="accent6"/>
        </a:effectRef>
        <a:fontRef idx="minor">
          <a:schemeClr val="tx1"/>
        </a:fontRef>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fr-FR" sz="500" kern="1200">
            <a:solidFill>
              <a:schemeClr val="tx1">
                <a:lumMod val="85000"/>
                <a:lumOff val="15000"/>
              </a:schemeClr>
            </a:solidFill>
          </a:endParaRPr>
        </a:p>
      </dsp:txBody>
      <dsp:txXfrm>
        <a:off x="3325663" y="2512244"/>
        <a:ext cx="27200" cy="27200"/>
      </dsp:txXfrm>
    </dsp:sp>
    <dsp:sp modelId="{649D37A9-897E-4EF5-8460-2977DC7811DB}">
      <dsp:nvSpPr>
        <dsp:cNvPr id="0" name=""/>
        <dsp:cNvSpPr/>
      </dsp:nvSpPr>
      <dsp:spPr>
        <a:xfrm>
          <a:off x="3602722" y="1705065"/>
          <a:ext cx="3240002" cy="1506304"/>
        </a:xfrm>
        <a:prstGeom prst="roundRect">
          <a:avLst>
            <a:gd name="adj" fmla="val 10000"/>
          </a:avLst>
        </a:prstGeom>
        <a:noFill/>
        <a:ln w="15875" cap="flat" cmpd="sng" algn="ctr">
          <a:solidFill>
            <a:schemeClr val="accent6">
              <a:shade val="75000"/>
              <a:satMod val="125000"/>
              <a:lumMod val="75000"/>
            </a:schemeClr>
          </a:solidFill>
          <a:prstDash val="solid"/>
        </a:ln>
        <a:effectLst/>
        <a:scene3d>
          <a:camera prst="orthographicFront"/>
          <a:lightRig rig="flat" dir="t"/>
        </a:scene3d>
        <a:sp3d/>
      </dsp:spPr>
      <dsp:style>
        <a:lnRef idx="2">
          <a:schemeClr val="accent6"/>
        </a:lnRef>
        <a:fillRef idx="1">
          <a:schemeClr val="lt1"/>
        </a:fillRef>
        <a:effectRef idx="0">
          <a:schemeClr val="accent6"/>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fr-FR" sz="1800" kern="1200" dirty="0" smtClean="0"/>
            <a:t>1,4 M de morts en 2019 qui auraient pu être évitées si accès à des services sécurisés</a:t>
          </a:r>
          <a:endParaRPr lang="fr-FR" sz="1800" kern="1200" dirty="0"/>
        </a:p>
      </dsp:txBody>
      <dsp:txXfrm>
        <a:off x="3646840" y="1749183"/>
        <a:ext cx="3151766" cy="14180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FA50CA-5B40-44B3-9845-1EE07D1047F6}">
      <dsp:nvSpPr>
        <dsp:cNvPr id="0" name=""/>
        <dsp:cNvSpPr/>
      </dsp:nvSpPr>
      <dsp:spPr>
        <a:xfrm>
          <a:off x="288030" y="283"/>
          <a:ext cx="2015185" cy="810169"/>
        </a:xfrm>
        <a:prstGeom prst="chevron">
          <a:avLst/>
        </a:prstGeom>
        <a:solidFill>
          <a:schemeClr val="accent4">
            <a:lumMod val="7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12700" rIns="0" bIns="12700" numCol="1" spcCol="1270" anchor="ctr" anchorCtr="0">
          <a:noAutofit/>
        </a:bodyPr>
        <a:lstStyle/>
        <a:p>
          <a:pPr lvl="0" algn="ctr" defTabSz="889000">
            <a:lnSpc>
              <a:spcPct val="90000"/>
            </a:lnSpc>
            <a:spcBef>
              <a:spcPct val="0"/>
            </a:spcBef>
            <a:spcAft>
              <a:spcPct val="35000"/>
            </a:spcAft>
          </a:pPr>
          <a:r>
            <a:rPr lang="fr-FR" sz="2000" kern="1200" dirty="0" smtClean="0">
              <a:solidFill>
                <a:schemeClr val="bg1"/>
              </a:solidFill>
            </a:rPr>
            <a:t>Objectif</a:t>
          </a:r>
          <a:endParaRPr lang="fr-FR" sz="2000" kern="1200" dirty="0">
            <a:solidFill>
              <a:schemeClr val="bg1"/>
            </a:solidFill>
          </a:endParaRPr>
        </a:p>
      </dsp:txBody>
      <dsp:txXfrm>
        <a:off x="693115" y="283"/>
        <a:ext cx="1205016" cy="810169"/>
      </dsp:txXfrm>
    </dsp:sp>
    <dsp:sp modelId="{2F93793F-C52B-40A0-A4C8-F9E99655F9CC}">
      <dsp:nvSpPr>
        <dsp:cNvPr id="0" name=""/>
        <dsp:cNvSpPr/>
      </dsp:nvSpPr>
      <dsp:spPr>
        <a:xfrm>
          <a:off x="2041242" y="936"/>
          <a:ext cx="6093379" cy="808864"/>
        </a:xfrm>
        <a:prstGeom prst="chevron">
          <a:avLst/>
        </a:prstGeom>
        <a:solidFill>
          <a:schemeClr val="accent4">
            <a:alpha val="90000"/>
            <a:tint val="55000"/>
            <a:hueOff val="0"/>
            <a:satOff val="0"/>
            <a:lumOff val="0"/>
            <a:alphaOff val="0"/>
          </a:schemeClr>
        </a:solidFill>
        <a:ln w="9525" cap="flat" cmpd="sng" algn="ctr">
          <a:noFill/>
          <a:prstDash val="solid"/>
        </a:ln>
        <a:effectLst/>
      </dsp:spPr>
      <dsp:style>
        <a:lnRef idx="1">
          <a:scrgbClr r="0" g="0" b="0"/>
        </a:lnRef>
        <a:fillRef idx="1">
          <a:scrgbClr r="0" g="0" b="0"/>
        </a:fillRef>
        <a:effectRef idx="0">
          <a:scrgbClr r="0" g="0" b="0"/>
        </a:effectRef>
        <a:fontRef idx="minor"/>
      </dsp:style>
      <dsp:txBody>
        <a:bodyPr spcFirstLastPara="0" vert="horz" wrap="square" lIns="20320" tIns="10160" rIns="0" bIns="10160" numCol="1" spcCol="1270" anchor="ctr" anchorCtr="0">
          <a:noAutofit/>
        </a:bodyPr>
        <a:lstStyle/>
        <a:p>
          <a:pPr lvl="0" algn="l" defTabSz="711200">
            <a:lnSpc>
              <a:spcPct val="90000"/>
            </a:lnSpc>
            <a:spcBef>
              <a:spcPct val="0"/>
            </a:spcBef>
            <a:spcAft>
              <a:spcPct val="35000"/>
            </a:spcAft>
          </a:pPr>
          <a:r>
            <a:rPr lang="fr-FR" sz="1600" kern="1200" dirty="0" smtClean="0"/>
            <a:t>Créer un tableau de bord qui permet d’identifier </a:t>
          </a:r>
          <a:r>
            <a:rPr lang="fr-FR" sz="1400" kern="1200" dirty="0" smtClean="0"/>
            <a:t>:</a:t>
          </a:r>
          <a:endParaRPr lang="fr-FR" sz="1400" kern="1200" dirty="0"/>
        </a:p>
        <a:p>
          <a:pPr marL="114300" lvl="1" indent="-114300" algn="l" defTabSz="533400">
            <a:lnSpc>
              <a:spcPct val="90000"/>
            </a:lnSpc>
            <a:spcBef>
              <a:spcPct val="0"/>
            </a:spcBef>
            <a:spcAft>
              <a:spcPct val="15000"/>
            </a:spcAft>
            <a:buChar char="••"/>
          </a:pPr>
          <a:r>
            <a:rPr lang="fr-FR" sz="1200" kern="1200" dirty="0" smtClean="0"/>
            <a:t>les pays qui rencontrent des difficultés d’accès à l’eau potable</a:t>
          </a:r>
          <a:endParaRPr lang="fr-FR" sz="1200" kern="1200" dirty="0"/>
        </a:p>
        <a:p>
          <a:pPr marL="114300" lvl="1" indent="-114300" algn="l" defTabSz="533400">
            <a:lnSpc>
              <a:spcPct val="90000"/>
            </a:lnSpc>
            <a:spcBef>
              <a:spcPct val="0"/>
            </a:spcBef>
            <a:spcAft>
              <a:spcPct val="15000"/>
            </a:spcAft>
            <a:buChar char="••"/>
          </a:pPr>
          <a:r>
            <a:rPr lang="fr-FR" sz="1200" kern="1200" dirty="0" smtClean="0"/>
            <a:t>et ceux pour lesquels concentrer les efforts</a:t>
          </a:r>
          <a:endParaRPr lang="fr-FR" sz="1200" kern="1200" dirty="0"/>
        </a:p>
      </dsp:txBody>
      <dsp:txXfrm>
        <a:off x="2445674" y="936"/>
        <a:ext cx="5284515" cy="8088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FA50CA-5B40-44B3-9845-1EE07D1047F6}">
      <dsp:nvSpPr>
        <dsp:cNvPr id="0" name=""/>
        <dsp:cNvSpPr/>
      </dsp:nvSpPr>
      <dsp:spPr>
        <a:xfrm>
          <a:off x="0" y="294571"/>
          <a:ext cx="1252867" cy="790706"/>
        </a:xfrm>
        <a:prstGeom prst="roundRect">
          <a:avLst/>
        </a:prstGeom>
        <a:no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endParaRPr lang="fr-FR" sz="1800" i="1" kern="1200" dirty="0"/>
        </a:p>
      </dsp:txBody>
      <dsp:txXfrm>
        <a:off x="38599" y="333170"/>
        <a:ext cx="1175669" cy="713508"/>
      </dsp:txXfrm>
    </dsp:sp>
    <dsp:sp modelId="{2F93793F-C52B-40A0-A4C8-F9E99655F9CC}">
      <dsp:nvSpPr>
        <dsp:cNvPr id="0" name=""/>
        <dsp:cNvSpPr/>
      </dsp:nvSpPr>
      <dsp:spPr>
        <a:xfrm>
          <a:off x="606274" y="1"/>
          <a:ext cx="6882561" cy="1368149"/>
        </a:xfrm>
        <a:prstGeom prst="roundRect">
          <a:avLst/>
        </a:prstGeom>
        <a:noFill/>
        <a:ln w="15875" cap="flat" cmpd="sng" algn="ctr">
          <a:solidFill>
            <a:schemeClr val="tx1">
              <a:lumMod val="65000"/>
              <a:lumOff val="35000"/>
            </a:schemeClr>
          </a:solidFill>
          <a:prstDash val="solid"/>
        </a:ln>
        <a:effectLst/>
      </dsp:spPr>
      <dsp:style>
        <a:lnRef idx="2">
          <a:schemeClr val="dk1"/>
        </a:lnRef>
        <a:fillRef idx="1">
          <a:schemeClr val="lt1"/>
        </a:fillRef>
        <a:effectRef idx="0">
          <a:schemeClr val="dk1"/>
        </a:effectRef>
        <a:fontRef idx="minor">
          <a:schemeClr val="dk1"/>
        </a:fontRef>
      </dsp:style>
      <dsp:txBody>
        <a:bodyPr spcFirstLastPara="0" vert="horz" wrap="square" lIns="20320" tIns="10160" rIns="0" bIns="10160" numCol="1" spcCol="1270" anchor="ctr" anchorCtr="0">
          <a:noAutofit/>
        </a:bodyPr>
        <a:lstStyle/>
        <a:p>
          <a:pPr lvl="0" algn="l" defTabSz="711200">
            <a:lnSpc>
              <a:spcPct val="90000"/>
            </a:lnSpc>
            <a:spcBef>
              <a:spcPct val="0"/>
            </a:spcBef>
            <a:spcAft>
              <a:spcPct val="35000"/>
            </a:spcAft>
          </a:pPr>
          <a:r>
            <a:rPr lang="fr-FR" sz="1600" kern="1200" dirty="0" smtClean="0"/>
            <a:t>ONG* avec ambition de donner l’accès à l’eau potable à tout le monde =&gt; intervient auprès des pays en difficultés pour :</a:t>
          </a:r>
          <a:endParaRPr lang="fr-FR" sz="1400" kern="1200" dirty="0"/>
        </a:p>
        <a:p>
          <a:pPr marL="114300" lvl="1" indent="-114300" algn="l" defTabSz="533400">
            <a:lnSpc>
              <a:spcPct val="90000"/>
            </a:lnSpc>
            <a:spcBef>
              <a:spcPct val="0"/>
            </a:spcBef>
            <a:spcAft>
              <a:spcPct val="15000"/>
            </a:spcAft>
            <a:buChar char="••"/>
          </a:pPr>
          <a:r>
            <a:rPr lang="fr-FR" sz="1200" kern="1200" smtClean="0"/>
            <a:t>Créer des services d’accès à l’eau potable</a:t>
          </a:r>
          <a:endParaRPr lang="fr-FR" sz="1200" kern="1200" dirty="0"/>
        </a:p>
        <a:p>
          <a:pPr marL="114300" lvl="1" indent="-114300" algn="l" defTabSz="533400">
            <a:lnSpc>
              <a:spcPct val="90000"/>
            </a:lnSpc>
            <a:spcBef>
              <a:spcPct val="0"/>
            </a:spcBef>
            <a:spcAft>
              <a:spcPct val="15000"/>
            </a:spcAft>
            <a:buChar char="••"/>
          </a:pPr>
          <a:r>
            <a:rPr lang="fr-FR" sz="1200" kern="1200" smtClean="0"/>
            <a:t>Moderniser les services déjà existants</a:t>
          </a:r>
          <a:endParaRPr lang="fr-FR" sz="1200" kern="1200" dirty="0"/>
        </a:p>
        <a:p>
          <a:pPr marL="114300" lvl="1" indent="-114300" algn="l" defTabSz="533400">
            <a:lnSpc>
              <a:spcPct val="90000"/>
            </a:lnSpc>
            <a:spcBef>
              <a:spcPct val="0"/>
            </a:spcBef>
            <a:spcAft>
              <a:spcPct val="15000"/>
            </a:spcAft>
            <a:buChar char="••"/>
          </a:pPr>
          <a:r>
            <a:rPr lang="fr-FR" sz="1200" kern="1200" dirty="0" smtClean="0"/>
            <a:t>Consulting administrations/gouvernements à propos des politiques d’accès à l’eau</a:t>
          </a:r>
          <a:endParaRPr lang="fr-FR" sz="1200" kern="1200" dirty="0"/>
        </a:p>
      </dsp:txBody>
      <dsp:txXfrm>
        <a:off x="673062" y="66789"/>
        <a:ext cx="6748985" cy="123457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DEF07E-667F-4AF1-9FA0-B3ABC10551E0}">
      <dsp:nvSpPr>
        <dsp:cNvPr id="0" name=""/>
        <dsp:cNvSpPr/>
      </dsp:nvSpPr>
      <dsp:spPr>
        <a:xfrm>
          <a:off x="3740" y="0"/>
          <a:ext cx="5936618" cy="583017"/>
        </a:xfrm>
        <a:prstGeom prst="roundRect">
          <a:avLst>
            <a:gd name="adj" fmla="val 10000"/>
          </a:avLst>
        </a:prstGeom>
        <a:no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22860" rIns="34290" bIns="22860" numCol="1" spcCol="1270" anchor="ctr" anchorCtr="0">
          <a:noAutofit/>
        </a:bodyPr>
        <a:lstStyle/>
        <a:p>
          <a:pPr lvl="0" algn="l" defTabSz="800100">
            <a:lnSpc>
              <a:spcPct val="90000"/>
            </a:lnSpc>
            <a:spcBef>
              <a:spcPct val="0"/>
            </a:spcBef>
            <a:spcAft>
              <a:spcPct val="35000"/>
            </a:spcAft>
          </a:pPr>
          <a:r>
            <a:rPr lang="fr-FR" sz="1800" kern="1200" dirty="0" smtClean="0">
              <a:solidFill>
                <a:schemeClr val="tx1">
                  <a:lumMod val="85000"/>
                  <a:lumOff val="15000"/>
                </a:schemeClr>
              </a:solidFill>
            </a:rPr>
            <a:t>Tableau plus intuitif, robuste, fonctionnalités plus avancées mais :</a:t>
          </a:r>
          <a:endParaRPr lang="fr-FR" sz="1800" kern="1200" dirty="0">
            <a:solidFill>
              <a:schemeClr val="tx1">
                <a:lumMod val="85000"/>
                <a:lumOff val="15000"/>
              </a:schemeClr>
            </a:solidFill>
          </a:endParaRPr>
        </a:p>
      </dsp:txBody>
      <dsp:txXfrm>
        <a:off x="20816" y="17076"/>
        <a:ext cx="5902466" cy="548865"/>
      </dsp:txXfrm>
    </dsp:sp>
    <dsp:sp modelId="{8090A05C-E5C7-4964-BD44-1767BD2F80FE}">
      <dsp:nvSpPr>
        <dsp:cNvPr id="0" name=""/>
        <dsp:cNvSpPr/>
      </dsp:nvSpPr>
      <dsp:spPr>
        <a:xfrm>
          <a:off x="597402" y="583017"/>
          <a:ext cx="266697" cy="507498"/>
        </a:xfrm>
        <a:custGeom>
          <a:avLst/>
          <a:gdLst/>
          <a:ahLst/>
          <a:cxnLst/>
          <a:rect l="0" t="0" r="0" b="0"/>
          <a:pathLst>
            <a:path>
              <a:moveTo>
                <a:pt x="0" y="0"/>
              </a:moveTo>
              <a:lnTo>
                <a:pt x="0" y="507498"/>
              </a:lnTo>
              <a:lnTo>
                <a:pt x="266697" y="507498"/>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F56580E-959D-4818-B9C4-4C962AB194AD}">
      <dsp:nvSpPr>
        <dsp:cNvPr id="0" name=""/>
        <dsp:cNvSpPr/>
      </dsp:nvSpPr>
      <dsp:spPr>
        <a:xfrm>
          <a:off x="864099" y="745388"/>
          <a:ext cx="4778582" cy="69025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l" defTabSz="711200">
            <a:lnSpc>
              <a:spcPct val="90000"/>
            </a:lnSpc>
            <a:spcBef>
              <a:spcPct val="0"/>
            </a:spcBef>
            <a:spcAft>
              <a:spcPct val="35000"/>
            </a:spcAft>
          </a:pPr>
          <a:r>
            <a:rPr lang="fr-FR" sz="1600" kern="1200" dirty="0" smtClean="0">
              <a:solidFill>
                <a:schemeClr val="tx1">
                  <a:lumMod val="85000"/>
                  <a:lumOff val="15000"/>
                </a:schemeClr>
              </a:solidFill>
            </a:rPr>
            <a:t>Outil gratuit, déjà connu et utilisé</a:t>
          </a:r>
          <a:endParaRPr lang="fr-FR" sz="1600" kern="1200" dirty="0">
            <a:solidFill>
              <a:schemeClr val="tx1">
                <a:lumMod val="85000"/>
                <a:lumOff val="15000"/>
              </a:schemeClr>
            </a:solidFill>
          </a:endParaRPr>
        </a:p>
        <a:p>
          <a:pPr marL="114300" lvl="1" indent="-114300" algn="l" defTabSz="533400">
            <a:lnSpc>
              <a:spcPct val="90000"/>
            </a:lnSpc>
            <a:spcBef>
              <a:spcPct val="0"/>
            </a:spcBef>
            <a:spcAft>
              <a:spcPct val="15000"/>
            </a:spcAft>
            <a:buChar char="••"/>
          </a:pPr>
          <a:r>
            <a:rPr lang="fr-FR" sz="1200" kern="1200" dirty="0" smtClean="0">
              <a:solidFill>
                <a:schemeClr val="tx1">
                  <a:lumMod val="85000"/>
                  <a:lumOff val="15000"/>
                </a:schemeClr>
              </a:solidFill>
            </a:rPr>
            <a:t>Environnement de travail sous Microsoft</a:t>
          </a:r>
          <a:endParaRPr lang="fr-FR" sz="1200" kern="1200" dirty="0">
            <a:solidFill>
              <a:schemeClr val="tx1">
                <a:lumMod val="85000"/>
                <a:lumOff val="15000"/>
              </a:schemeClr>
            </a:solidFill>
          </a:endParaRPr>
        </a:p>
      </dsp:txBody>
      <dsp:txXfrm>
        <a:off x="884316" y="765605"/>
        <a:ext cx="4738148" cy="649820"/>
      </dsp:txXfrm>
    </dsp:sp>
    <dsp:sp modelId="{159607C0-782C-4A83-BDDA-483822BBB443}">
      <dsp:nvSpPr>
        <dsp:cNvPr id="0" name=""/>
        <dsp:cNvSpPr/>
      </dsp:nvSpPr>
      <dsp:spPr>
        <a:xfrm>
          <a:off x="597402" y="583017"/>
          <a:ext cx="266697" cy="1334826"/>
        </a:xfrm>
        <a:custGeom>
          <a:avLst/>
          <a:gdLst/>
          <a:ahLst/>
          <a:cxnLst/>
          <a:rect l="0" t="0" r="0" b="0"/>
          <a:pathLst>
            <a:path>
              <a:moveTo>
                <a:pt x="0" y="0"/>
              </a:moveTo>
              <a:lnTo>
                <a:pt x="0" y="1334826"/>
              </a:lnTo>
              <a:lnTo>
                <a:pt x="266697" y="1334826"/>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FF93103-8D47-4393-ABC3-6AB6B3220086}">
      <dsp:nvSpPr>
        <dsp:cNvPr id="0" name=""/>
        <dsp:cNvSpPr/>
      </dsp:nvSpPr>
      <dsp:spPr>
        <a:xfrm>
          <a:off x="864099" y="1571569"/>
          <a:ext cx="4778582" cy="692547"/>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l" defTabSz="711200">
            <a:lnSpc>
              <a:spcPct val="90000"/>
            </a:lnSpc>
            <a:spcBef>
              <a:spcPct val="0"/>
            </a:spcBef>
            <a:spcAft>
              <a:spcPct val="35000"/>
            </a:spcAft>
          </a:pPr>
          <a:r>
            <a:rPr lang="fr-FR" sz="1600" kern="1200" dirty="0" smtClean="0">
              <a:solidFill>
                <a:schemeClr val="tx1">
                  <a:lumMod val="85000"/>
                  <a:lumOff val="15000"/>
                </a:schemeClr>
              </a:solidFill>
            </a:rPr>
            <a:t>Volume données assez petit pour utilisation optimale</a:t>
          </a:r>
          <a:endParaRPr lang="fr-FR" sz="1600" kern="1200" dirty="0">
            <a:solidFill>
              <a:schemeClr val="tx1">
                <a:lumMod val="85000"/>
                <a:lumOff val="15000"/>
              </a:schemeClr>
            </a:solidFill>
          </a:endParaRPr>
        </a:p>
      </dsp:txBody>
      <dsp:txXfrm>
        <a:off x="884383" y="1591853"/>
        <a:ext cx="4738014" cy="651979"/>
      </dsp:txXfrm>
    </dsp:sp>
    <dsp:sp modelId="{62B66349-3A21-4C3D-8064-F94B5BECC262}">
      <dsp:nvSpPr>
        <dsp:cNvPr id="0" name=""/>
        <dsp:cNvSpPr/>
      </dsp:nvSpPr>
      <dsp:spPr>
        <a:xfrm>
          <a:off x="597402" y="583017"/>
          <a:ext cx="269216" cy="2731860"/>
        </a:xfrm>
        <a:custGeom>
          <a:avLst/>
          <a:gdLst/>
          <a:ahLst/>
          <a:cxnLst/>
          <a:rect l="0" t="0" r="0" b="0"/>
          <a:pathLst>
            <a:path>
              <a:moveTo>
                <a:pt x="0" y="0"/>
              </a:moveTo>
              <a:lnTo>
                <a:pt x="0" y="2731860"/>
              </a:lnTo>
              <a:lnTo>
                <a:pt x="269216" y="273186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5D34CA-28A1-41E5-8A4C-23BEB5878ABD}">
      <dsp:nvSpPr>
        <dsp:cNvPr id="0" name=""/>
        <dsp:cNvSpPr/>
      </dsp:nvSpPr>
      <dsp:spPr>
        <a:xfrm>
          <a:off x="866619" y="2356710"/>
          <a:ext cx="4779938" cy="1916335"/>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lvl="0" algn="l" defTabSz="711200">
            <a:lnSpc>
              <a:spcPct val="90000"/>
            </a:lnSpc>
            <a:spcBef>
              <a:spcPct val="0"/>
            </a:spcBef>
            <a:spcAft>
              <a:spcPct val="35000"/>
            </a:spcAft>
          </a:pPr>
          <a:r>
            <a:rPr lang="fr-FR" sz="1600" kern="1200" dirty="0" smtClean="0">
              <a:solidFill>
                <a:schemeClr val="tx1">
                  <a:lumMod val="85000"/>
                  <a:lumOff val="15000"/>
                </a:schemeClr>
              </a:solidFill>
            </a:rPr>
            <a:t>Complet : possibilité de faire toutes les étapes de l’importation à la visualisation des données</a:t>
          </a:r>
          <a:endParaRPr lang="fr-FR" sz="1600" kern="1200" dirty="0">
            <a:solidFill>
              <a:schemeClr val="tx1">
                <a:lumMod val="85000"/>
                <a:lumOff val="15000"/>
              </a:schemeClr>
            </a:solidFill>
          </a:endParaRPr>
        </a:p>
        <a:p>
          <a:pPr marL="114300" lvl="1" indent="-114300" algn="l" defTabSz="533400">
            <a:lnSpc>
              <a:spcPct val="90000"/>
            </a:lnSpc>
            <a:spcBef>
              <a:spcPct val="0"/>
            </a:spcBef>
            <a:spcAft>
              <a:spcPct val="15000"/>
            </a:spcAft>
            <a:buChar char="••"/>
          </a:pPr>
          <a:r>
            <a:rPr lang="fr-FR" sz="1200" kern="1200" dirty="0" smtClean="0">
              <a:solidFill>
                <a:schemeClr val="tx1">
                  <a:lumMod val="85000"/>
                  <a:lumOff val="15000"/>
                </a:schemeClr>
              </a:solidFill>
            </a:rPr>
            <a:t>Power </a:t>
          </a:r>
          <a:r>
            <a:rPr lang="fr-FR" sz="1200" kern="1200" dirty="0" err="1" smtClean="0">
              <a:solidFill>
                <a:schemeClr val="tx1">
                  <a:lumMod val="85000"/>
                  <a:lumOff val="15000"/>
                </a:schemeClr>
              </a:solidFill>
            </a:rPr>
            <a:t>Query</a:t>
          </a:r>
          <a:r>
            <a:rPr lang="fr-FR" sz="1200" kern="1200" dirty="0" smtClean="0">
              <a:solidFill>
                <a:schemeClr val="tx1">
                  <a:lumMod val="85000"/>
                  <a:lumOff val="15000"/>
                </a:schemeClr>
              </a:solidFill>
            </a:rPr>
            <a:t> et langage DAX similaires à Excel</a:t>
          </a:r>
        </a:p>
        <a:p>
          <a:pPr marL="114300" lvl="1" indent="-114300" algn="l" defTabSz="533400">
            <a:lnSpc>
              <a:spcPct val="90000"/>
            </a:lnSpc>
            <a:spcBef>
              <a:spcPct val="0"/>
            </a:spcBef>
            <a:spcAft>
              <a:spcPct val="15000"/>
            </a:spcAft>
            <a:buChar char="••"/>
          </a:pPr>
          <a:r>
            <a:rPr lang="fr-FR" sz="1200" kern="1200" dirty="0" smtClean="0">
              <a:solidFill>
                <a:schemeClr val="tx1">
                  <a:lumMod val="85000"/>
                  <a:lumOff val="15000"/>
                </a:schemeClr>
              </a:solidFill>
            </a:rPr>
            <a:t>Enregistrement préparation données facilite mise à jour </a:t>
          </a:r>
        </a:p>
        <a:p>
          <a:pPr marL="114300" lvl="1" indent="-114300" algn="l" defTabSz="533400">
            <a:lnSpc>
              <a:spcPct val="90000"/>
            </a:lnSpc>
            <a:spcBef>
              <a:spcPct val="0"/>
            </a:spcBef>
            <a:spcAft>
              <a:spcPct val="15000"/>
            </a:spcAft>
            <a:buChar char="••"/>
          </a:pPr>
          <a:r>
            <a:rPr lang="fr-FR" sz="1200" kern="1200" dirty="0" smtClean="0">
              <a:solidFill>
                <a:schemeClr val="tx1">
                  <a:lumMod val="85000"/>
                  <a:lumOff val="15000"/>
                </a:schemeClr>
              </a:solidFill>
            </a:rPr>
            <a:t>Possibilité de programmer mise à jour fichiers automatisée pour visualisation en temps réel / attribuer des rôles</a:t>
          </a:r>
          <a:endParaRPr lang="fr-FR" sz="1200" kern="1200" dirty="0">
            <a:solidFill>
              <a:schemeClr val="tx1">
                <a:lumMod val="85000"/>
                <a:lumOff val="15000"/>
              </a:schemeClr>
            </a:solidFill>
          </a:endParaRPr>
        </a:p>
        <a:p>
          <a:pPr marL="114300" lvl="1" indent="-114300" algn="l" defTabSz="533400">
            <a:lnSpc>
              <a:spcPct val="90000"/>
            </a:lnSpc>
            <a:spcBef>
              <a:spcPct val="0"/>
            </a:spcBef>
            <a:spcAft>
              <a:spcPct val="15000"/>
            </a:spcAft>
            <a:buChar char="••"/>
          </a:pPr>
          <a:r>
            <a:rPr lang="fr-FR" sz="1200" kern="1200" dirty="0" smtClean="0">
              <a:solidFill>
                <a:schemeClr val="tx1">
                  <a:lumMod val="85000"/>
                  <a:lumOff val="15000"/>
                </a:schemeClr>
              </a:solidFill>
            </a:rPr>
            <a:t>Large choix de visuels pertinents et personnalisables (préenregistrés ou téléchargeables)</a:t>
          </a:r>
        </a:p>
        <a:p>
          <a:pPr marL="114300" lvl="1" indent="-114300" algn="l" defTabSz="533400">
            <a:lnSpc>
              <a:spcPct val="90000"/>
            </a:lnSpc>
            <a:spcBef>
              <a:spcPct val="0"/>
            </a:spcBef>
            <a:spcAft>
              <a:spcPct val="15000"/>
            </a:spcAft>
            <a:buChar char="••"/>
          </a:pPr>
          <a:r>
            <a:rPr lang="fr-FR" sz="1200" kern="1200" dirty="0" smtClean="0">
              <a:solidFill>
                <a:schemeClr val="tx1">
                  <a:lumMod val="85000"/>
                  <a:lumOff val="15000"/>
                </a:schemeClr>
              </a:solidFill>
            </a:rPr>
            <a:t>Solutions proposées pour accessibilité (couleurs daltonisme)</a:t>
          </a:r>
          <a:endParaRPr lang="fr-FR" sz="1200" kern="1200" dirty="0">
            <a:solidFill>
              <a:schemeClr val="tx1">
                <a:lumMod val="85000"/>
                <a:lumOff val="15000"/>
              </a:schemeClr>
            </a:solidFill>
          </a:endParaRPr>
        </a:p>
      </dsp:txBody>
      <dsp:txXfrm>
        <a:off x="922747" y="2412838"/>
        <a:ext cx="4667682" cy="180407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CA0592-ABE0-4F7B-9524-BD242A9C454B}">
      <dsp:nvSpPr>
        <dsp:cNvPr id="0" name=""/>
        <dsp:cNvSpPr/>
      </dsp:nvSpPr>
      <dsp:spPr>
        <a:xfrm rot="318590">
          <a:off x="0" y="0"/>
          <a:ext cx="8496301" cy="4618037"/>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3BE415-3D08-452A-914C-7C96B2D2AFD4}">
      <dsp:nvSpPr>
        <dsp:cNvPr id="0" name=""/>
        <dsp:cNvSpPr/>
      </dsp:nvSpPr>
      <dsp:spPr>
        <a:xfrm>
          <a:off x="765838" y="3096345"/>
          <a:ext cx="169943" cy="169943"/>
        </a:xfrm>
        <a:prstGeom prst="ellipse">
          <a:avLst/>
        </a:prstGeom>
        <a:solidFill>
          <a:schemeClr val="accent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F54323-4A24-4D88-9ACD-150FD4B907FB}">
      <dsp:nvSpPr>
        <dsp:cNvPr id="0" name=""/>
        <dsp:cNvSpPr/>
      </dsp:nvSpPr>
      <dsp:spPr>
        <a:xfrm>
          <a:off x="863775" y="3221386"/>
          <a:ext cx="1475484" cy="1099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050" tIns="0" rIns="0" bIns="0" numCol="1" spcCol="1270" anchor="t" anchorCtr="0">
          <a:noAutofit/>
        </a:bodyPr>
        <a:lstStyle/>
        <a:p>
          <a:pPr lvl="0" algn="l" defTabSz="800100">
            <a:lnSpc>
              <a:spcPct val="90000"/>
            </a:lnSpc>
            <a:spcBef>
              <a:spcPct val="0"/>
            </a:spcBef>
            <a:spcAft>
              <a:spcPct val="35000"/>
            </a:spcAft>
          </a:pPr>
          <a:r>
            <a:rPr lang="fr-FR" sz="1800" b="1" kern="1200" dirty="0" smtClean="0"/>
            <a:t>Importation</a:t>
          </a:r>
          <a:endParaRPr lang="fr-FR" sz="1800" b="1" kern="1200" dirty="0"/>
        </a:p>
      </dsp:txBody>
      <dsp:txXfrm>
        <a:off x="863775" y="3221386"/>
        <a:ext cx="1475484" cy="1099092"/>
      </dsp:txXfrm>
    </dsp:sp>
    <dsp:sp modelId="{2C38B4AC-16DA-48B7-A86E-3C4724DE4FAB}">
      <dsp:nvSpPr>
        <dsp:cNvPr id="0" name=""/>
        <dsp:cNvSpPr/>
      </dsp:nvSpPr>
      <dsp:spPr>
        <a:xfrm>
          <a:off x="2087910" y="2232223"/>
          <a:ext cx="295554" cy="295554"/>
        </a:xfrm>
        <a:prstGeom prst="ellipse">
          <a:avLst/>
        </a:prstGeom>
        <a:solidFill>
          <a:schemeClr val="accent2"/>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D68482-0DF5-49A5-AF31-6AB22A97EEC9}">
      <dsp:nvSpPr>
        <dsp:cNvPr id="0" name=""/>
        <dsp:cNvSpPr/>
      </dsp:nvSpPr>
      <dsp:spPr>
        <a:xfrm>
          <a:off x="2336446" y="2426067"/>
          <a:ext cx="1551660" cy="21104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608" tIns="0" rIns="0" bIns="0" numCol="1" spcCol="1270" anchor="t" anchorCtr="0">
          <a:noAutofit/>
        </a:bodyPr>
        <a:lstStyle/>
        <a:p>
          <a:pPr lvl="0" algn="l" defTabSz="800100">
            <a:lnSpc>
              <a:spcPct val="90000"/>
            </a:lnSpc>
            <a:spcBef>
              <a:spcPct val="0"/>
            </a:spcBef>
            <a:spcAft>
              <a:spcPct val="35000"/>
            </a:spcAft>
          </a:pPr>
          <a:r>
            <a:rPr lang="fr-FR" sz="1800" b="1" kern="1200" dirty="0" smtClean="0"/>
            <a:t>Préparation</a:t>
          </a:r>
          <a:endParaRPr lang="fr-FR" sz="1800" b="1" kern="1200" dirty="0"/>
        </a:p>
      </dsp:txBody>
      <dsp:txXfrm>
        <a:off x="2336446" y="2426067"/>
        <a:ext cx="1551660" cy="2110442"/>
      </dsp:txXfrm>
    </dsp:sp>
    <dsp:sp modelId="{CAB7D2F0-DD72-4D2F-9884-FECD16093FAF}">
      <dsp:nvSpPr>
        <dsp:cNvPr id="0" name=""/>
        <dsp:cNvSpPr/>
      </dsp:nvSpPr>
      <dsp:spPr>
        <a:xfrm>
          <a:off x="3727391" y="1694133"/>
          <a:ext cx="391609" cy="391609"/>
        </a:xfrm>
        <a:prstGeom prst="ellipse">
          <a:avLst/>
        </a:prstGeom>
        <a:solidFill>
          <a:schemeClr val="accent3"/>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3F2CC9-5AED-4B73-8E29-E0BB3E2C1B2C}">
      <dsp:nvSpPr>
        <dsp:cNvPr id="0" name=""/>
        <dsp:cNvSpPr/>
      </dsp:nvSpPr>
      <dsp:spPr>
        <a:xfrm>
          <a:off x="4136648" y="1998099"/>
          <a:ext cx="1551660" cy="1818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7506" tIns="0" rIns="0" bIns="0" numCol="1" spcCol="1270" anchor="t" anchorCtr="0">
          <a:noAutofit/>
        </a:bodyPr>
        <a:lstStyle/>
        <a:p>
          <a:pPr lvl="0" algn="l" defTabSz="800100">
            <a:lnSpc>
              <a:spcPct val="90000"/>
            </a:lnSpc>
            <a:spcBef>
              <a:spcPct val="0"/>
            </a:spcBef>
            <a:spcAft>
              <a:spcPct val="35000"/>
            </a:spcAft>
          </a:pPr>
          <a:r>
            <a:rPr lang="fr-FR" sz="1800" b="1" kern="1200" dirty="0" smtClean="0"/>
            <a:t>Jonction</a:t>
          </a:r>
        </a:p>
      </dsp:txBody>
      <dsp:txXfrm>
        <a:off x="4136648" y="1998099"/>
        <a:ext cx="1551660" cy="1818335"/>
      </dsp:txXfrm>
    </dsp:sp>
    <dsp:sp modelId="{46E32B5F-2531-48AE-8E93-7739557194B5}">
      <dsp:nvSpPr>
        <dsp:cNvPr id="0" name=""/>
        <dsp:cNvSpPr/>
      </dsp:nvSpPr>
      <dsp:spPr>
        <a:xfrm>
          <a:off x="5685283" y="1152129"/>
          <a:ext cx="524609" cy="524609"/>
        </a:xfrm>
        <a:prstGeom prst="ellipse">
          <a:avLst/>
        </a:prstGeom>
        <a:solidFill>
          <a:schemeClr val="accent4"/>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142134-4041-48D1-A020-28D7390E0647}">
      <dsp:nvSpPr>
        <dsp:cNvPr id="0" name=""/>
        <dsp:cNvSpPr/>
      </dsp:nvSpPr>
      <dsp:spPr>
        <a:xfrm>
          <a:off x="5976347" y="1651742"/>
          <a:ext cx="1818220" cy="2308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7979" tIns="0" rIns="0" bIns="0" numCol="1" spcCol="1270" anchor="t" anchorCtr="0">
          <a:noAutofit/>
        </a:bodyPr>
        <a:lstStyle/>
        <a:p>
          <a:pPr lvl="0" algn="l" defTabSz="800100">
            <a:lnSpc>
              <a:spcPct val="90000"/>
            </a:lnSpc>
            <a:spcBef>
              <a:spcPct val="0"/>
            </a:spcBef>
            <a:spcAft>
              <a:spcPct val="35000"/>
            </a:spcAft>
          </a:pPr>
          <a:r>
            <a:rPr lang="fr-FR" sz="1800" b="1" kern="1200" dirty="0" smtClean="0"/>
            <a:t>Modélisation</a:t>
          </a:r>
        </a:p>
      </dsp:txBody>
      <dsp:txXfrm>
        <a:off x="5976347" y="1651742"/>
        <a:ext cx="1818220" cy="230868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2D7E41-F0E7-4EC4-BE29-3518E73362FD}" type="datetimeFigureOut">
              <a:rPr lang="fr-FR" smtClean="0"/>
              <a:t>25/02/2026</a:t>
            </a:fld>
            <a:endParaRPr lang="fr-F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r-F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A3E643-75D5-4228-9581-E64753DAFE0A}" type="slidenum">
              <a:rPr lang="fr-FR" smtClean="0"/>
              <a:t>‹#›</a:t>
            </a:fld>
            <a:endParaRPr lang="fr-FR"/>
          </a:p>
        </p:txBody>
      </p:sp>
    </p:spTree>
    <p:extLst>
      <p:ext uri="{BB962C8B-B14F-4D97-AF65-F5344CB8AC3E}">
        <p14:creationId xmlns:p14="http://schemas.microsoft.com/office/powerpoint/2010/main" val="7138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3AA3E643-75D5-4228-9581-E64753DAFE0A}" type="slidenum">
              <a:rPr lang="fr-FR" smtClean="0"/>
              <a:t>1</a:t>
            </a:fld>
            <a:endParaRPr lang="fr-FR"/>
          </a:p>
        </p:txBody>
      </p:sp>
    </p:spTree>
    <p:extLst>
      <p:ext uri="{BB962C8B-B14F-4D97-AF65-F5344CB8AC3E}">
        <p14:creationId xmlns:p14="http://schemas.microsoft.com/office/powerpoint/2010/main" val="2860537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3AA3E643-75D5-4228-9581-E64753DAFE0A}" type="slidenum">
              <a:rPr lang="fr-FR" smtClean="0"/>
              <a:t>2</a:t>
            </a:fld>
            <a:endParaRPr lang="fr-FR"/>
          </a:p>
        </p:txBody>
      </p:sp>
    </p:spTree>
    <p:extLst>
      <p:ext uri="{BB962C8B-B14F-4D97-AF65-F5344CB8AC3E}">
        <p14:creationId xmlns:p14="http://schemas.microsoft.com/office/powerpoint/2010/main" val="3158396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smtClean="0"/>
              <a:t>ONG = structure financée par des fonds privés, d'intérêt public et à but non lucratif, qui ne relève ni de l'État ni d'institutions internationales et intervient dans le champ national ou international dans des secteurs tels que l'humanitaire, l'environnement, la liberté de la presse...</a:t>
            </a:r>
            <a:endParaRPr lang="fr-FR" dirty="0"/>
          </a:p>
        </p:txBody>
      </p:sp>
      <p:sp>
        <p:nvSpPr>
          <p:cNvPr id="4" name="Slide Number Placeholder 3"/>
          <p:cNvSpPr>
            <a:spLocks noGrp="1"/>
          </p:cNvSpPr>
          <p:nvPr>
            <p:ph type="sldNum" sz="quarter" idx="10"/>
          </p:nvPr>
        </p:nvSpPr>
        <p:spPr/>
        <p:txBody>
          <a:bodyPr/>
          <a:lstStyle/>
          <a:p>
            <a:fld id="{3AA3E643-75D5-4228-9581-E64753DAFE0A}" type="slidenum">
              <a:rPr lang="fr-FR" smtClean="0"/>
              <a:t>3</a:t>
            </a:fld>
            <a:endParaRPr lang="fr-FR"/>
          </a:p>
        </p:txBody>
      </p:sp>
    </p:spTree>
    <p:extLst>
      <p:ext uri="{BB962C8B-B14F-4D97-AF65-F5344CB8AC3E}">
        <p14:creationId xmlns:p14="http://schemas.microsoft.com/office/powerpoint/2010/main" val="3158396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9AF8F2-94AB-467D-9E1E-55B15F9D93A3}" type="datetimeFigureOut">
              <a:rPr lang="fr-FR" smtClean="0"/>
              <a:t>25/02/2026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1057A8-EAB8-4351-BA63-9FE748ED68B2}" type="slidenum">
              <a:rPr lang="fr-FR" smtClean="0"/>
              <a:t>‹#›</a:t>
            </a:fld>
            <a:endParaRPr lang="fr-FR"/>
          </a:p>
        </p:txBody>
      </p:sp>
      <p:sp>
        <p:nvSpPr>
          <p:cNvPr id="2" name="Title 1"/>
          <p:cNvSpPr>
            <a:spLocks noGrp="1"/>
          </p:cNvSpPr>
          <p:nvPr>
            <p:ph type="ctrTitle"/>
          </p:nvPr>
        </p:nvSpPr>
        <p:spPr>
          <a:xfrm>
            <a:off x="817581" y="3132290"/>
            <a:ext cx="7175351" cy="1793167"/>
          </a:xfrm>
          <a:effectLst/>
        </p:spPr>
        <p:txBody>
          <a:bodyPr>
            <a:noAutofit/>
          </a:bodyPr>
          <a:lstStyle>
            <a:lvl1pPr marL="640080" indent="-457200" algn="l">
              <a:defRPr sz="5400"/>
            </a:lvl1p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9AF8F2-94AB-467D-9E1E-55B15F9D93A3}" type="datetimeFigureOut">
              <a:rPr lang="fr-FR" smtClean="0"/>
              <a:t>25/02/2026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1057A8-EAB8-4351-BA63-9FE748ED68B2}" type="slidenum">
              <a:rPr lang="fr-FR" smtClean="0"/>
              <a:t>‹#›</a:t>
            </a:fld>
            <a:endParaRPr lang="fr-FR"/>
          </a:p>
        </p:txBody>
      </p:sp>
      <p:sp>
        <p:nvSpPr>
          <p:cNvPr id="8" name="Title 7"/>
          <p:cNvSpPr>
            <a:spLocks noGrp="1"/>
          </p:cNvSpPr>
          <p:nvPr>
            <p:ph type="title"/>
          </p:nvPr>
        </p:nvSpPr>
        <p:spPr/>
        <p:txBody>
          <a:bodyPr/>
          <a:lstStyle/>
          <a:p>
            <a:r>
              <a:rPr lang="en-US" smtClean="0"/>
              <a:t>Click to edit Master title style</a:t>
            </a:r>
            <a:endParaRPr lang="en-US"/>
          </a:p>
        </p:txBody>
      </p:sp>
      <p:sp>
        <p:nvSpPr>
          <p:cNvPr id="10" name="Content Placeholder 9"/>
          <p:cNvSpPr>
            <a:spLocks noGrp="1"/>
          </p:cNvSpPr>
          <p:nvPr>
            <p:ph sz="quarter" idx="13"/>
          </p:nvPr>
        </p:nvSpPr>
        <p:spPr>
          <a:xfrm>
            <a:off x="1143000" y="731520"/>
            <a:ext cx="6400800"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9AF8F2-94AB-467D-9E1E-55B15F9D93A3}" type="datetimeFigureOut">
              <a:rPr lang="fr-FR" smtClean="0"/>
              <a:t>25/02/2026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1057A8-EAB8-4351-BA63-9FE748ED68B2}" type="slidenum">
              <a:rPr lang="fr-FR" smtClean="0"/>
              <a:t>‹#›</a:t>
            </a:fld>
            <a:endParaRPr lang="fr-F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69AF8F2-94AB-467D-9E1E-55B15F9D93A3}" type="datetimeFigureOut">
              <a:rPr lang="fr-FR" smtClean="0"/>
              <a:t>25/02/2026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1057A8-EAB8-4351-BA63-9FE748ED68B2}" type="slidenum">
              <a:rPr lang="fr-FR" smtClean="0"/>
              <a:t>‹#›</a:t>
            </a:fld>
            <a:endParaRPr lang="fr-FR"/>
          </a:p>
        </p:txBody>
      </p:sp>
      <p:sp>
        <p:nvSpPr>
          <p:cNvPr id="8" name="Title 7"/>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en-US" smtClean="0"/>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9AF8F2-94AB-467D-9E1E-55B15F9D93A3}" type="datetimeFigureOut">
              <a:rPr lang="fr-FR" smtClean="0"/>
              <a:t>25/02/2026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911057A8-EAB8-4351-BA63-9FE748ED68B2}" type="slidenum">
              <a:rPr lang="fr-FR" smtClean="0"/>
              <a:t>‹#›</a:t>
            </a:fld>
            <a:endParaRPr lang="fr-FR"/>
          </a:p>
        </p:txBody>
      </p:sp>
      <p:sp>
        <p:nvSpPr>
          <p:cNvPr id="10" name="Title 9"/>
          <p:cNvSpPr>
            <a:spLocks noGrp="1"/>
          </p:cNvSpPr>
          <p:nvPr>
            <p:ph type="title"/>
          </p:nvPr>
        </p:nvSpPr>
        <p:spPr/>
        <p:txBody>
          <a:body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9AF8F2-94AB-467D-9E1E-55B15F9D93A3}" type="datetimeFigureOut">
              <a:rPr lang="fr-FR" smtClean="0"/>
              <a:t>25/02/2026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911057A8-EAB8-4351-BA63-9FE748ED68B2}" type="slidenum">
              <a:rPr lang="fr-FR" smtClean="0"/>
              <a:t>‹#›</a:t>
            </a:fld>
            <a:endParaRPr lang="fr-F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9AF8F2-94AB-467D-9E1E-55B15F9D93A3}" type="datetimeFigureOut">
              <a:rPr lang="fr-FR" smtClean="0"/>
              <a:t>25/02/2026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911057A8-EAB8-4351-BA63-9FE748ED68B2}" type="slidenum">
              <a:rPr lang="fr-FR" smtClean="0"/>
              <a:t>‹#›</a:t>
            </a:fld>
            <a:endParaRPr lang="fr-F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9AF8F2-94AB-467D-9E1E-55B15F9D93A3}" type="datetimeFigureOut">
              <a:rPr lang="fr-FR" smtClean="0"/>
              <a:t>25/02/2026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1057A8-EAB8-4351-BA63-9FE748ED68B2}" type="slidenum">
              <a:rPr lang="fr-FR" smtClean="0"/>
              <a:t>‹#›</a:t>
            </a:fld>
            <a:endParaRPr lang="fr-F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9AF8F2-94AB-467D-9E1E-55B15F9D93A3}" type="datetimeFigureOut">
              <a:rPr lang="fr-FR" smtClean="0"/>
              <a:t>25/02/2026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11057A8-EAB8-4351-BA63-9FE748ED68B2}" type="slidenum">
              <a:rPr lang="fr-FR" smtClean="0"/>
              <a:t>‹#›</a:t>
            </a:fld>
            <a:endParaRPr lang="fr-F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9AF8F2-94AB-467D-9E1E-55B15F9D93A3}" type="datetimeFigureOut">
              <a:rPr lang="fr-FR" smtClean="0"/>
              <a:t>25/02/2026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1057A8-EAB8-4351-BA63-9FE748ED68B2}" type="slidenum">
              <a:rPr lang="fr-FR" smtClean="0"/>
              <a:t>‹#›</a:t>
            </a:fld>
            <a:endParaRPr lang="fr-F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9AF8F2-94AB-467D-9E1E-55B15F9D93A3}" type="datetimeFigureOut">
              <a:rPr lang="fr-FR" smtClean="0"/>
              <a:t>25/02/2026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11057A8-EAB8-4351-BA63-9FE748ED68B2}" type="slidenum">
              <a:rPr lang="fr-FR" smtClean="0"/>
              <a:t>‹#›</a:t>
            </a:fld>
            <a:endParaRPr lang="fr-F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793289" y="4372168"/>
            <a:ext cx="6512511" cy="1143000"/>
          </a:xfrm>
          <a:prstGeom prst="rect">
            <a:avLst/>
          </a:prstGeom>
          <a:effectLst/>
        </p:spPr>
        <p:txBody>
          <a:bodyPr vert="horz" lIns="91440" tIns="45720" rIns="91440" bIns="45720" rtlCol="0" anchor="t" anchorCtr="0">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43000" y="732260"/>
            <a:ext cx="6400800" cy="347472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B69AF8F2-94AB-467D-9E1E-55B15F9D93A3}" type="datetimeFigureOut">
              <a:rPr lang="fr-FR" smtClean="0"/>
              <a:t>25/02/2026</a:t>
            </a:fld>
            <a:endParaRPr lang="fr-FR"/>
          </a:p>
        </p:txBody>
      </p:sp>
      <p:sp>
        <p:nvSpPr>
          <p:cNvPr id="5" name="Footer Placeholder 4"/>
          <p:cNvSpPr>
            <a:spLocks noGrp="1"/>
          </p:cNvSpPr>
          <p:nvPr>
            <p:ph type="ftr" sz="quarter" idx="3"/>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fr-FR"/>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911057A8-EAB8-4351-BA63-9FE748ED68B2}" type="slidenum">
              <a:rPr lang="fr-FR" smtClean="0"/>
              <a:t>‹#›</a:t>
            </a:fld>
            <a:endParaRPr lang="fr-F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iming>
    <p:tnLst>
      <p:par>
        <p:cTn id="1" dur="indefinite" restart="never" nodeType="tmRoot"/>
      </p:par>
    </p:tnLst>
  </p:timing>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image" Target="../media/image3.png"/><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TEIXEIRA_Allison_2_dashboard_012026.pbix"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fr-FR" dirty="0" smtClean="0"/>
              <a:t>TEIXEIRA Allison</a:t>
            </a:r>
          </a:p>
          <a:p>
            <a:r>
              <a:rPr lang="fr-FR" sz="1800" dirty="0" smtClean="0"/>
              <a:t>Consultant Data </a:t>
            </a:r>
            <a:r>
              <a:rPr lang="fr-FR" sz="1800" dirty="0" err="1" smtClean="0"/>
              <a:t>Analyst</a:t>
            </a:r>
            <a:endParaRPr lang="fr-FR" sz="1800" dirty="0"/>
          </a:p>
        </p:txBody>
      </p:sp>
      <p:sp>
        <p:nvSpPr>
          <p:cNvPr id="2" name="Title 1"/>
          <p:cNvSpPr>
            <a:spLocks noGrp="1"/>
          </p:cNvSpPr>
          <p:nvPr>
            <p:ph type="ctrTitle"/>
          </p:nvPr>
        </p:nvSpPr>
        <p:spPr/>
        <p:txBody>
          <a:bodyPr/>
          <a:lstStyle/>
          <a:p>
            <a:pPr marL="182880" indent="0">
              <a:buNone/>
            </a:pPr>
            <a:r>
              <a:rPr lang="fr-FR" sz="3200" dirty="0" smtClean="0">
                <a:solidFill>
                  <a:schemeClr val="tx1">
                    <a:lumMod val="75000"/>
                    <a:lumOff val="25000"/>
                  </a:schemeClr>
                </a:solidFill>
                <a:effectLst/>
              </a:rPr>
              <a:t>Création d’un tableau de bord pour la visualisation du statut de l’accès à l’eau potable dans le monde</a:t>
            </a:r>
            <a:endParaRPr lang="fr-FR" sz="3200" dirty="0">
              <a:solidFill>
                <a:schemeClr val="tx1">
                  <a:lumMod val="75000"/>
                  <a:lumOff val="25000"/>
                </a:schemeClr>
              </a:solidFill>
              <a:effectLst/>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056" y="548680"/>
            <a:ext cx="2953889" cy="18474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ate Placeholder 3"/>
          <p:cNvSpPr>
            <a:spLocks noGrp="1"/>
          </p:cNvSpPr>
          <p:nvPr>
            <p:ph type="dt" sz="half" idx="10"/>
          </p:nvPr>
        </p:nvSpPr>
        <p:spPr/>
        <p:txBody>
          <a:bodyPr/>
          <a:lstStyle/>
          <a:p>
            <a:fld id="{FB4034FB-CBDB-4654-A7DB-EE6662E26B96}" type="datetime2">
              <a:rPr lang="fr-FR" sz="1200" smtClean="0">
                <a:solidFill>
                  <a:schemeClr val="tx1">
                    <a:lumMod val="65000"/>
                    <a:lumOff val="35000"/>
                  </a:schemeClr>
                </a:solidFill>
              </a:rPr>
              <a:t>mercredi 25 février 2026</a:t>
            </a:fld>
            <a:endParaRPr lang="fr-FR" sz="1200">
              <a:solidFill>
                <a:schemeClr val="tx1">
                  <a:lumMod val="65000"/>
                  <a:lumOff val="35000"/>
                </a:schemeClr>
              </a:solidFill>
            </a:endParaRPr>
          </a:p>
        </p:txBody>
      </p:sp>
    </p:spTree>
    <p:extLst>
      <p:ext uri="{BB962C8B-B14F-4D97-AF65-F5344CB8AC3E}">
        <p14:creationId xmlns:p14="http://schemas.microsoft.com/office/powerpoint/2010/main" val="32972807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8280920" cy="998984"/>
          </a:xfrm>
          <a:effectLst/>
        </p:spPr>
        <p:txBody>
          <a:bodyPr vert="horz" lIns="91440" tIns="45720" rIns="91440" bIns="45720" rtlCol="0" anchor="t" anchorCtr="0">
            <a:noAutofit/>
          </a:bodyPr>
          <a:lstStyle/>
          <a:p>
            <a:pPr marL="0" indent="0" algn="l">
              <a:buNone/>
            </a:pPr>
            <a:r>
              <a:rPr lang="fr-FR" sz="4000" dirty="0">
                <a:solidFill>
                  <a:schemeClr val="tx1">
                    <a:lumMod val="75000"/>
                    <a:lumOff val="25000"/>
                  </a:schemeClr>
                </a:solidFill>
                <a:effectLst/>
              </a:rPr>
              <a:t>Contexte</a:t>
            </a:r>
          </a:p>
        </p:txBody>
      </p:sp>
      <p:sp>
        <p:nvSpPr>
          <p:cNvPr id="4" name="Date Placeholder 3"/>
          <p:cNvSpPr>
            <a:spLocks noGrp="1"/>
          </p:cNvSpPr>
          <p:nvPr>
            <p:ph type="dt" sz="half" idx="10"/>
          </p:nvPr>
        </p:nvSpPr>
        <p:spPr/>
        <p:txBody>
          <a:bodyPr/>
          <a:lstStyle/>
          <a:p>
            <a:fld id="{3CE48141-2535-4802-877B-EF0F96025D55}" type="datetime2">
              <a:rPr lang="fr-FR" smtClean="0">
                <a:solidFill>
                  <a:schemeClr val="tx1">
                    <a:lumMod val="65000"/>
                    <a:lumOff val="35000"/>
                  </a:schemeClr>
                </a:solidFill>
              </a:rPr>
              <a:t>mercredi 25 février 2026</a:t>
            </a:fld>
            <a:endParaRPr lang="fr-FR" dirty="0">
              <a:solidFill>
                <a:schemeClr val="tx1">
                  <a:lumMod val="65000"/>
                  <a:lumOff val="35000"/>
                </a:schemeClr>
              </a:solidFill>
            </a:endParaRPr>
          </a:p>
        </p:txBody>
      </p:sp>
      <p:sp>
        <p:nvSpPr>
          <p:cNvPr id="5" name="Slide Number Placeholder 4"/>
          <p:cNvSpPr>
            <a:spLocks noGrp="1"/>
          </p:cNvSpPr>
          <p:nvPr>
            <p:ph type="sldNum" sz="quarter" idx="12"/>
          </p:nvPr>
        </p:nvSpPr>
        <p:spPr>
          <a:xfrm>
            <a:off x="0" y="6172200"/>
            <a:ext cx="1828800" cy="365125"/>
          </a:xfrm>
        </p:spPr>
        <p:txBody>
          <a:bodyPr/>
          <a:lstStyle/>
          <a:p>
            <a:fld id="{911057A8-EAB8-4351-BA63-9FE748ED68B2}" type="slidenum">
              <a:rPr lang="fr-FR" smtClean="0">
                <a:solidFill>
                  <a:schemeClr val="tx1">
                    <a:lumMod val="65000"/>
                    <a:lumOff val="35000"/>
                  </a:schemeClr>
                </a:solidFill>
              </a:rPr>
              <a:t>2</a:t>
            </a:fld>
            <a:endParaRPr lang="fr-FR" dirty="0">
              <a:solidFill>
                <a:schemeClr val="tx1">
                  <a:lumMod val="65000"/>
                  <a:lumOff val="35000"/>
                </a:schemeClr>
              </a:solidFill>
            </a:endParaRPr>
          </a:p>
        </p:txBody>
      </p:sp>
      <p:grpSp>
        <p:nvGrpSpPr>
          <p:cNvPr id="11" name="Group 10"/>
          <p:cNvGrpSpPr/>
          <p:nvPr/>
        </p:nvGrpSpPr>
        <p:grpSpPr>
          <a:xfrm>
            <a:off x="1043608" y="1700809"/>
            <a:ext cx="6912767" cy="3672407"/>
            <a:chOff x="1449016" y="44625"/>
            <a:chExt cx="6912767" cy="3096344"/>
          </a:xfrm>
        </p:grpSpPr>
        <p:graphicFrame>
          <p:nvGraphicFramePr>
            <p:cNvPr id="10" name="Diagram 9"/>
            <p:cNvGraphicFramePr/>
            <p:nvPr>
              <p:extLst>
                <p:ext uri="{D42A27DB-BD31-4B8C-83A1-F6EECF244321}">
                  <p14:modId xmlns:p14="http://schemas.microsoft.com/office/powerpoint/2010/main" val="1069261102"/>
                </p:ext>
              </p:extLst>
            </p:nvPr>
          </p:nvGraphicFramePr>
          <p:xfrm>
            <a:off x="1499026" y="44625"/>
            <a:ext cx="6862757" cy="30963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extBox 8"/>
            <p:cNvSpPr txBox="1"/>
            <p:nvPr/>
          </p:nvSpPr>
          <p:spPr>
            <a:xfrm>
              <a:off x="1449016" y="2776693"/>
              <a:ext cx="3240360" cy="220573"/>
            </a:xfrm>
            <a:prstGeom prst="rect">
              <a:avLst/>
            </a:prstGeom>
            <a:noFill/>
            <a:ln w="3175">
              <a:noFill/>
              <a:prstDash val="dash"/>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1100" i="1" dirty="0" smtClean="0">
                  <a:solidFill>
                    <a:schemeClr val="tx1">
                      <a:lumMod val="85000"/>
                      <a:lumOff val="15000"/>
                    </a:schemeClr>
                  </a:solidFill>
                </a:rPr>
                <a:t>* </a:t>
              </a:r>
              <a:r>
                <a:rPr lang="fr-FR" sz="1100" i="1" u="sng" dirty="0" smtClean="0">
                  <a:solidFill>
                    <a:schemeClr val="tx1">
                      <a:lumMod val="85000"/>
                      <a:lumOff val="15000"/>
                    </a:schemeClr>
                  </a:solidFill>
                </a:rPr>
                <a:t>Sources</a:t>
              </a:r>
              <a:r>
                <a:rPr lang="fr-FR" sz="1100" i="1" dirty="0" smtClean="0">
                  <a:solidFill>
                    <a:schemeClr val="tx1">
                      <a:lumMod val="85000"/>
                      <a:lumOff val="15000"/>
                    </a:schemeClr>
                  </a:solidFill>
                </a:rPr>
                <a:t> :  Sites internet de l’OMS</a:t>
              </a:r>
              <a:r>
                <a:rPr lang="fr-FR" sz="1000" i="1" dirty="0" smtClean="0">
                  <a:solidFill>
                    <a:schemeClr val="tx1">
                      <a:lumMod val="85000"/>
                      <a:lumOff val="15000"/>
                    </a:schemeClr>
                  </a:solidFill>
                </a:rPr>
                <a:t>*</a:t>
              </a:r>
              <a:r>
                <a:rPr lang="fr-FR" sz="1050" i="1" dirty="0" smtClean="0">
                  <a:solidFill>
                    <a:schemeClr val="tx1">
                      <a:lumMod val="85000"/>
                      <a:lumOff val="15000"/>
                    </a:schemeClr>
                  </a:solidFill>
                </a:rPr>
                <a:t> </a:t>
              </a:r>
              <a:r>
                <a:rPr lang="fr-FR" sz="1100" i="1" dirty="0" smtClean="0">
                  <a:solidFill>
                    <a:schemeClr val="tx1">
                      <a:lumMod val="85000"/>
                      <a:lumOff val="15000"/>
                    </a:schemeClr>
                  </a:solidFill>
                </a:rPr>
                <a:t>et l’ONU</a:t>
              </a:r>
              <a:r>
                <a:rPr lang="fr-FR" sz="1000" i="1" dirty="0" smtClean="0">
                  <a:solidFill>
                    <a:schemeClr val="tx1">
                      <a:lumMod val="85000"/>
                      <a:lumOff val="15000"/>
                    </a:schemeClr>
                  </a:solidFill>
                </a:rPr>
                <a:t>*</a:t>
              </a:r>
              <a:endParaRPr lang="fr-FR" sz="1000" i="1" dirty="0">
                <a:solidFill>
                  <a:schemeClr val="tx1">
                    <a:lumMod val="85000"/>
                    <a:lumOff val="15000"/>
                  </a:schemeClr>
                </a:solidFill>
              </a:endParaRPr>
            </a:p>
          </p:txBody>
        </p:sp>
        <p:pic>
          <p:nvPicPr>
            <p:cNvPr id="8" name="Picture 2" descr="C:\Users\Administrateur\Documents\Formation_data_analyst\Projets\Projet_10\docs\illustrations\monde.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369099" y="166049"/>
              <a:ext cx="1672205" cy="1426589"/>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extBox 6"/>
          <p:cNvSpPr txBox="1"/>
          <p:nvPr/>
        </p:nvSpPr>
        <p:spPr>
          <a:xfrm>
            <a:off x="325811" y="5661248"/>
            <a:ext cx="3384260" cy="430887"/>
          </a:xfrm>
          <a:prstGeom prst="rect">
            <a:avLst/>
          </a:prstGeom>
          <a:noFill/>
        </p:spPr>
        <p:txBody>
          <a:bodyPr wrap="none" rtlCol="0">
            <a:spAutoFit/>
          </a:bodyPr>
          <a:lstStyle/>
          <a:p>
            <a:r>
              <a:rPr lang="fr-FR" sz="1100" i="1" dirty="0" smtClean="0"/>
              <a:t>*  OMS = Organisation Mondiale de la Santé (WHO)</a:t>
            </a:r>
          </a:p>
          <a:p>
            <a:r>
              <a:rPr lang="fr-FR" sz="1100" i="1" dirty="0"/>
              <a:t> </a:t>
            </a:r>
            <a:r>
              <a:rPr lang="fr-FR" sz="1100" i="1" dirty="0" smtClean="0"/>
              <a:t>  ONU = Organisation des Nations Unies (UN)</a:t>
            </a:r>
            <a:endParaRPr lang="fr-FR" sz="1100" i="1" dirty="0"/>
          </a:p>
        </p:txBody>
      </p:sp>
    </p:spTree>
    <p:extLst>
      <p:ext uri="{BB962C8B-B14F-4D97-AF65-F5344CB8AC3E}">
        <p14:creationId xmlns:p14="http://schemas.microsoft.com/office/powerpoint/2010/main" val="28743760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8280920" cy="998984"/>
          </a:xfrm>
          <a:effectLst/>
        </p:spPr>
        <p:txBody>
          <a:bodyPr vert="horz" lIns="91440" tIns="45720" rIns="91440" bIns="45720" rtlCol="0" anchor="t" anchorCtr="0">
            <a:noAutofit/>
          </a:bodyPr>
          <a:lstStyle/>
          <a:p>
            <a:pPr marL="0" indent="0" algn="l">
              <a:buNone/>
            </a:pPr>
            <a:r>
              <a:rPr lang="fr-FR" sz="4000" dirty="0">
                <a:solidFill>
                  <a:schemeClr val="tx1">
                    <a:lumMod val="75000"/>
                    <a:lumOff val="25000"/>
                  </a:schemeClr>
                </a:solidFill>
                <a:effectLst/>
              </a:rPr>
              <a:t>Contexte</a:t>
            </a:r>
          </a:p>
        </p:txBody>
      </p:sp>
      <p:sp>
        <p:nvSpPr>
          <p:cNvPr id="4" name="Date Placeholder 3"/>
          <p:cNvSpPr>
            <a:spLocks noGrp="1"/>
          </p:cNvSpPr>
          <p:nvPr>
            <p:ph type="dt" sz="half" idx="10"/>
          </p:nvPr>
        </p:nvSpPr>
        <p:spPr/>
        <p:txBody>
          <a:bodyPr/>
          <a:lstStyle/>
          <a:p>
            <a:fld id="{3CE48141-2535-4802-877B-EF0F96025D55}" type="datetime2">
              <a:rPr lang="fr-FR" smtClean="0">
                <a:solidFill>
                  <a:schemeClr val="tx1">
                    <a:lumMod val="65000"/>
                    <a:lumOff val="35000"/>
                  </a:schemeClr>
                </a:solidFill>
              </a:rPr>
              <a:t>mercredi 25 février 2026</a:t>
            </a:fld>
            <a:endParaRPr lang="fr-FR" dirty="0">
              <a:solidFill>
                <a:schemeClr val="tx1">
                  <a:lumMod val="65000"/>
                  <a:lumOff val="35000"/>
                </a:schemeClr>
              </a:solidFill>
            </a:endParaRPr>
          </a:p>
        </p:txBody>
      </p:sp>
      <p:sp>
        <p:nvSpPr>
          <p:cNvPr id="5" name="Slide Number Placeholder 4"/>
          <p:cNvSpPr>
            <a:spLocks noGrp="1"/>
          </p:cNvSpPr>
          <p:nvPr>
            <p:ph type="sldNum" sz="quarter" idx="12"/>
          </p:nvPr>
        </p:nvSpPr>
        <p:spPr>
          <a:xfrm>
            <a:off x="0" y="6172200"/>
            <a:ext cx="1828800" cy="365125"/>
          </a:xfrm>
        </p:spPr>
        <p:txBody>
          <a:bodyPr/>
          <a:lstStyle/>
          <a:p>
            <a:fld id="{911057A8-EAB8-4351-BA63-9FE748ED68B2}" type="slidenum">
              <a:rPr lang="fr-FR" smtClean="0">
                <a:solidFill>
                  <a:schemeClr val="tx1">
                    <a:lumMod val="65000"/>
                    <a:lumOff val="35000"/>
                  </a:schemeClr>
                </a:solidFill>
              </a:rPr>
              <a:t>3</a:t>
            </a:fld>
            <a:endParaRPr lang="fr-FR" dirty="0">
              <a:solidFill>
                <a:schemeClr val="tx1">
                  <a:lumMod val="65000"/>
                  <a:lumOff val="35000"/>
                </a:schemeClr>
              </a:solidFill>
            </a:endParaRPr>
          </a:p>
        </p:txBody>
      </p:sp>
      <p:sp>
        <p:nvSpPr>
          <p:cNvPr id="7" name="TextBox 6"/>
          <p:cNvSpPr txBox="1"/>
          <p:nvPr/>
        </p:nvSpPr>
        <p:spPr>
          <a:xfrm>
            <a:off x="325811" y="5661248"/>
            <a:ext cx="3049233" cy="430887"/>
          </a:xfrm>
          <a:prstGeom prst="rect">
            <a:avLst/>
          </a:prstGeom>
          <a:noFill/>
        </p:spPr>
        <p:txBody>
          <a:bodyPr wrap="none" rtlCol="0">
            <a:spAutoFit/>
          </a:bodyPr>
          <a:lstStyle/>
          <a:p>
            <a:r>
              <a:rPr lang="fr-FR" sz="1100" i="1" dirty="0" smtClean="0"/>
              <a:t>*  ONG = Organisation Non Gouvernementale</a:t>
            </a:r>
          </a:p>
          <a:p>
            <a:r>
              <a:rPr lang="fr-FR" sz="1100" i="1" dirty="0" smtClean="0"/>
              <a:t>   DWFA = </a:t>
            </a:r>
            <a:r>
              <a:rPr lang="fr-FR" sz="1100" i="1" dirty="0" err="1" smtClean="0"/>
              <a:t>Drinking</a:t>
            </a:r>
            <a:r>
              <a:rPr lang="fr-FR" sz="1100" i="1" dirty="0" smtClean="0"/>
              <a:t> Water For All	 </a:t>
            </a:r>
            <a:endParaRPr lang="fr-FR" sz="1100" i="1" dirty="0"/>
          </a:p>
        </p:txBody>
      </p:sp>
      <p:graphicFrame>
        <p:nvGraphicFramePr>
          <p:cNvPr id="12" name="Diagram 11"/>
          <p:cNvGraphicFramePr/>
          <p:nvPr>
            <p:extLst>
              <p:ext uri="{D42A27DB-BD31-4B8C-83A1-F6EECF244321}">
                <p14:modId xmlns:p14="http://schemas.microsoft.com/office/powerpoint/2010/main" val="1083321846"/>
              </p:ext>
            </p:extLst>
          </p:nvPr>
        </p:nvGraphicFramePr>
        <p:xfrm>
          <a:off x="325810" y="4562479"/>
          <a:ext cx="8422653" cy="8107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5" name="Diagram 14"/>
          <p:cNvGraphicFramePr/>
          <p:nvPr>
            <p:extLst>
              <p:ext uri="{D42A27DB-BD31-4B8C-83A1-F6EECF244321}">
                <p14:modId xmlns:p14="http://schemas.microsoft.com/office/powerpoint/2010/main" val="4189178683"/>
              </p:ext>
            </p:extLst>
          </p:nvPr>
        </p:nvGraphicFramePr>
        <p:xfrm>
          <a:off x="611560" y="2996952"/>
          <a:ext cx="7992888" cy="136815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3074" name="Picture 2" descr="C:\Users\Administrateur\Documents\Formation_data_analyst\Projets\Projet_10\docs\illustrations\logo3.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41379" y="1196752"/>
            <a:ext cx="2661242" cy="1667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08157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8280920" cy="998984"/>
          </a:xfrm>
        </p:spPr>
        <p:txBody>
          <a:bodyPr/>
          <a:lstStyle/>
          <a:p>
            <a:pPr marL="0" indent="0" algn="l">
              <a:buNone/>
            </a:pPr>
            <a:r>
              <a:rPr lang="fr-FR" sz="4000" dirty="0" smtClean="0">
                <a:solidFill>
                  <a:schemeClr val="tx1">
                    <a:lumMod val="75000"/>
                    <a:lumOff val="25000"/>
                  </a:schemeClr>
                </a:solidFill>
                <a:effectLst/>
              </a:rPr>
              <a:t>Outil utilisé</a:t>
            </a:r>
            <a:endParaRPr lang="fr-FR" sz="4000" dirty="0">
              <a:solidFill>
                <a:schemeClr val="tx1">
                  <a:lumMod val="75000"/>
                  <a:lumOff val="25000"/>
                </a:schemeClr>
              </a:solidFill>
              <a:effectLst/>
            </a:endParaRPr>
          </a:p>
        </p:txBody>
      </p:sp>
      <p:sp>
        <p:nvSpPr>
          <p:cNvPr id="4" name="Date Placeholder 3"/>
          <p:cNvSpPr>
            <a:spLocks noGrp="1"/>
          </p:cNvSpPr>
          <p:nvPr>
            <p:ph type="dt" sz="half" idx="10"/>
          </p:nvPr>
        </p:nvSpPr>
        <p:spPr/>
        <p:txBody>
          <a:bodyPr/>
          <a:lstStyle/>
          <a:p>
            <a:fld id="{3CE48141-2535-4802-877B-EF0F96025D55}" type="datetime2">
              <a:rPr lang="fr-FR" smtClean="0">
                <a:solidFill>
                  <a:schemeClr val="tx1">
                    <a:lumMod val="65000"/>
                    <a:lumOff val="35000"/>
                  </a:schemeClr>
                </a:solidFill>
              </a:rPr>
              <a:t>mercredi 25 février 2026</a:t>
            </a:fld>
            <a:endParaRPr lang="fr-FR">
              <a:solidFill>
                <a:schemeClr val="tx1">
                  <a:lumMod val="65000"/>
                  <a:lumOff val="35000"/>
                </a:schemeClr>
              </a:solidFill>
            </a:endParaRPr>
          </a:p>
        </p:txBody>
      </p:sp>
      <p:sp>
        <p:nvSpPr>
          <p:cNvPr id="5" name="Slide Number Placeholder 4"/>
          <p:cNvSpPr>
            <a:spLocks noGrp="1"/>
          </p:cNvSpPr>
          <p:nvPr>
            <p:ph type="sldNum" sz="quarter" idx="12"/>
          </p:nvPr>
        </p:nvSpPr>
        <p:spPr>
          <a:xfrm>
            <a:off x="0" y="6172200"/>
            <a:ext cx="1828800" cy="365125"/>
          </a:xfrm>
        </p:spPr>
        <p:txBody>
          <a:bodyPr/>
          <a:lstStyle/>
          <a:p>
            <a:fld id="{911057A8-EAB8-4351-BA63-9FE748ED68B2}" type="slidenum">
              <a:rPr lang="fr-FR" smtClean="0">
                <a:solidFill>
                  <a:schemeClr val="tx1">
                    <a:lumMod val="65000"/>
                    <a:lumOff val="35000"/>
                  </a:schemeClr>
                </a:solidFill>
              </a:rPr>
              <a:t>4</a:t>
            </a:fld>
            <a:endParaRPr lang="fr-FR" dirty="0">
              <a:solidFill>
                <a:schemeClr val="tx1">
                  <a:lumMod val="65000"/>
                  <a:lumOff val="35000"/>
                </a:schemeClr>
              </a:solidFill>
            </a:endParaRPr>
          </a:p>
        </p:txBody>
      </p:sp>
      <p:pic>
        <p:nvPicPr>
          <p:cNvPr id="1026" name="Picture 2" descr="C:\Users\Administrateur\Documents\Formation_data_analyst\Projets\Projet_10\docs\illustrations\logo_PowerBI.png"/>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6734" t="3697" r="8315" b="3327"/>
          <a:stretch/>
        </p:blipFill>
        <p:spPr bwMode="auto">
          <a:xfrm>
            <a:off x="379115" y="2348880"/>
            <a:ext cx="2752725" cy="3086100"/>
          </a:xfrm>
          <a:prstGeom prst="rect">
            <a:avLst/>
          </a:prstGeom>
          <a:noFill/>
          <a:ln>
            <a:noFill/>
          </a:ln>
          <a:extLst>
            <a:ext uri="{909E8E84-426E-40DD-AFC4-6F175D3DCCD1}">
              <a14:hiddenFill xmlns:a14="http://schemas.microsoft.com/office/drawing/2010/main">
                <a:solidFill>
                  <a:srgbClr val="FFFFFF"/>
                </a:solidFill>
              </a14:hiddenFill>
            </a:ext>
          </a:extLst>
        </p:spPr>
      </p:pic>
      <p:graphicFrame>
        <p:nvGraphicFramePr>
          <p:cNvPr id="7" name="Diagram 6"/>
          <p:cNvGraphicFramePr/>
          <p:nvPr>
            <p:extLst>
              <p:ext uri="{D42A27DB-BD31-4B8C-83A1-F6EECF244321}">
                <p14:modId xmlns:p14="http://schemas.microsoft.com/office/powerpoint/2010/main" val="818681912"/>
              </p:ext>
            </p:extLst>
          </p:nvPr>
        </p:nvGraphicFramePr>
        <p:xfrm>
          <a:off x="2843808" y="1556792"/>
          <a:ext cx="5976664" cy="4336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857768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CE48141-2535-4802-877B-EF0F96025D55}" type="datetime2">
              <a:rPr lang="fr-FR" smtClean="0">
                <a:solidFill>
                  <a:schemeClr val="tx1">
                    <a:lumMod val="65000"/>
                    <a:lumOff val="35000"/>
                  </a:schemeClr>
                </a:solidFill>
              </a:rPr>
              <a:t>mercredi 25 février 2026</a:t>
            </a:fld>
            <a:endParaRPr lang="fr-FR" dirty="0">
              <a:solidFill>
                <a:schemeClr val="tx1">
                  <a:lumMod val="65000"/>
                  <a:lumOff val="35000"/>
                </a:schemeClr>
              </a:solidFill>
            </a:endParaRPr>
          </a:p>
        </p:txBody>
      </p:sp>
      <p:sp>
        <p:nvSpPr>
          <p:cNvPr id="5" name="Slide Number Placeholder 4"/>
          <p:cNvSpPr>
            <a:spLocks noGrp="1"/>
          </p:cNvSpPr>
          <p:nvPr>
            <p:ph type="sldNum" sz="quarter" idx="12"/>
          </p:nvPr>
        </p:nvSpPr>
        <p:spPr>
          <a:xfrm>
            <a:off x="0" y="6172200"/>
            <a:ext cx="1828800" cy="365125"/>
          </a:xfrm>
        </p:spPr>
        <p:txBody>
          <a:bodyPr/>
          <a:lstStyle/>
          <a:p>
            <a:fld id="{911057A8-EAB8-4351-BA63-9FE748ED68B2}" type="slidenum">
              <a:rPr lang="fr-FR" smtClean="0">
                <a:solidFill>
                  <a:schemeClr val="tx1">
                    <a:lumMod val="65000"/>
                    <a:lumOff val="35000"/>
                  </a:schemeClr>
                </a:solidFill>
              </a:rPr>
              <a:t>5</a:t>
            </a:fld>
            <a:endParaRPr lang="fr-FR" dirty="0">
              <a:solidFill>
                <a:schemeClr val="tx1">
                  <a:lumMod val="65000"/>
                  <a:lumOff val="35000"/>
                </a:schemeClr>
              </a:solidFill>
            </a:endParaRPr>
          </a:p>
        </p:txBody>
      </p:sp>
      <p:pic>
        <p:nvPicPr>
          <p:cNvPr id="2050" name="Picture 2" descr="C:\Users\Administrateur\Documents\Formation_data_analyst\Projets\Projet_10\docs\illustrations\capture_Blueprint.png"/>
          <p:cNvPicPr>
            <a:picLocks noChangeAspect="1" noChangeArrowheads="1"/>
          </p:cNvPicPr>
          <p:nvPr/>
        </p:nvPicPr>
        <p:blipFill rotWithShape="1">
          <a:blip r:embed="rId2">
            <a:extLst>
              <a:ext uri="{28A0092B-C50C-407E-A947-70E740481C1C}">
                <a14:useLocalDpi xmlns:a14="http://schemas.microsoft.com/office/drawing/2010/main" val="0"/>
              </a:ext>
            </a:extLst>
          </a:blip>
          <a:srcRect l="1371" t="8205" r="831" b="3260"/>
          <a:stretch/>
        </p:blipFill>
        <p:spPr bwMode="auto">
          <a:xfrm>
            <a:off x="271463" y="1268760"/>
            <a:ext cx="8601075" cy="4953001"/>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p:cNvSpPr txBox="1">
            <a:spLocks/>
          </p:cNvSpPr>
          <p:nvPr/>
        </p:nvSpPr>
        <p:spPr>
          <a:xfrm>
            <a:off x="539552" y="476672"/>
            <a:ext cx="8280920" cy="998984"/>
          </a:xfrm>
          <a:prstGeom prst="rect">
            <a:avLst/>
          </a:prstGeom>
          <a:effectLst/>
        </p:spPr>
        <p:txBody>
          <a:bodyPr vert="horz" lIns="91440" tIns="45720" rIns="91440" bIns="45720" rtlCol="0" anchor="t" anchorCtr="0">
            <a:noAutofit/>
          </a:bodyPr>
          <a:lstStyle>
            <a:lvl1pPr indent="0">
              <a:spcBef>
                <a:spcPct val="0"/>
              </a:spcBef>
              <a:buClr>
                <a:schemeClr val="accent6">
                  <a:lumMod val="75000"/>
                </a:schemeClr>
              </a:buClr>
              <a:buSzPct val="128000"/>
              <a:buFont typeface="Georgia" pitchFamily="18" charset="0"/>
              <a:buNone/>
              <a:defRPr sz="4000" b="1" i="0">
                <a:solidFill>
                  <a:schemeClr val="tx1">
                    <a:lumMod val="75000"/>
                    <a:lumOff val="25000"/>
                  </a:schemeClr>
                </a:solidFill>
                <a:effectLst/>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fr-FR" dirty="0"/>
              <a:t>Identification des besoins	 </a:t>
            </a:r>
            <a:r>
              <a:rPr lang="fr-FR" sz="2000" dirty="0"/>
              <a:t>(</a:t>
            </a:r>
            <a:r>
              <a:rPr lang="fr-FR" sz="2000" dirty="0" err="1"/>
              <a:t>Blueprint</a:t>
            </a:r>
            <a:r>
              <a:rPr lang="fr-FR" sz="2000" dirty="0"/>
              <a:t>)</a:t>
            </a:r>
          </a:p>
        </p:txBody>
      </p:sp>
    </p:spTree>
    <p:extLst>
      <p:ext uri="{BB962C8B-B14F-4D97-AF65-F5344CB8AC3E}">
        <p14:creationId xmlns:p14="http://schemas.microsoft.com/office/powerpoint/2010/main" val="21926120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sz="quarter" idx="13"/>
            <p:extLst>
              <p:ext uri="{D42A27DB-BD31-4B8C-83A1-F6EECF244321}">
                <p14:modId xmlns:p14="http://schemas.microsoft.com/office/powerpoint/2010/main" val="1696494854"/>
              </p:ext>
            </p:extLst>
          </p:nvPr>
        </p:nvGraphicFramePr>
        <p:xfrm>
          <a:off x="323850" y="1196752"/>
          <a:ext cx="8496300" cy="4618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Date Placeholder 3"/>
          <p:cNvSpPr>
            <a:spLocks noGrp="1"/>
          </p:cNvSpPr>
          <p:nvPr>
            <p:ph type="dt" sz="half" idx="10"/>
          </p:nvPr>
        </p:nvSpPr>
        <p:spPr/>
        <p:txBody>
          <a:bodyPr/>
          <a:lstStyle/>
          <a:p>
            <a:fld id="{3CE48141-2535-4802-877B-EF0F96025D55}" type="datetime2">
              <a:rPr lang="fr-FR" smtClean="0">
                <a:solidFill>
                  <a:schemeClr val="tx1">
                    <a:lumMod val="65000"/>
                    <a:lumOff val="35000"/>
                  </a:schemeClr>
                </a:solidFill>
              </a:rPr>
              <a:t>mercredi 25 février 2026</a:t>
            </a:fld>
            <a:endParaRPr lang="fr-FR">
              <a:solidFill>
                <a:schemeClr val="tx1">
                  <a:lumMod val="65000"/>
                  <a:lumOff val="35000"/>
                </a:schemeClr>
              </a:solidFill>
            </a:endParaRPr>
          </a:p>
        </p:txBody>
      </p:sp>
      <p:sp>
        <p:nvSpPr>
          <p:cNvPr id="5" name="Slide Number Placeholder 4"/>
          <p:cNvSpPr>
            <a:spLocks noGrp="1"/>
          </p:cNvSpPr>
          <p:nvPr>
            <p:ph type="sldNum" sz="quarter" idx="12"/>
          </p:nvPr>
        </p:nvSpPr>
        <p:spPr>
          <a:xfrm>
            <a:off x="0" y="6172200"/>
            <a:ext cx="1828800" cy="365125"/>
          </a:xfrm>
        </p:spPr>
        <p:txBody>
          <a:bodyPr/>
          <a:lstStyle/>
          <a:p>
            <a:fld id="{911057A8-EAB8-4351-BA63-9FE748ED68B2}" type="slidenum">
              <a:rPr lang="fr-FR" smtClean="0">
                <a:solidFill>
                  <a:schemeClr val="tx1">
                    <a:lumMod val="65000"/>
                    <a:lumOff val="35000"/>
                  </a:schemeClr>
                </a:solidFill>
              </a:rPr>
              <a:t>6</a:t>
            </a:fld>
            <a:endParaRPr lang="fr-FR" dirty="0">
              <a:solidFill>
                <a:schemeClr val="tx1">
                  <a:lumMod val="65000"/>
                  <a:lumOff val="35000"/>
                </a:schemeClr>
              </a:solidFill>
            </a:endParaRPr>
          </a:p>
        </p:txBody>
      </p:sp>
      <p:sp>
        <p:nvSpPr>
          <p:cNvPr id="8" name="Title 1"/>
          <p:cNvSpPr txBox="1">
            <a:spLocks/>
          </p:cNvSpPr>
          <p:nvPr/>
        </p:nvSpPr>
        <p:spPr>
          <a:xfrm>
            <a:off x="539552" y="476672"/>
            <a:ext cx="8280920" cy="998984"/>
          </a:xfrm>
          <a:prstGeom prst="rect">
            <a:avLst/>
          </a:prstGeom>
          <a:effectLst/>
        </p:spPr>
        <p:txBody>
          <a:bodyPr vert="horz" lIns="91440" tIns="45720" rIns="91440" bIns="45720" rtlCol="0" anchor="t" anchorCtr="0">
            <a:noAutofit/>
          </a:bodyPr>
          <a:lstStyle>
            <a:lvl1pPr indent="0">
              <a:spcBef>
                <a:spcPct val="0"/>
              </a:spcBef>
              <a:buClr>
                <a:schemeClr val="accent6">
                  <a:lumMod val="75000"/>
                </a:schemeClr>
              </a:buClr>
              <a:buSzPct val="128000"/>
              <a:buFont typeface="Georgia" pitchFamily="18" charset="0"/>
              <a:buNone/>
              <a:defRPr sz="4000" b="1" i="0">
                <a:solidFill>
                  <a:schemeClr val="tx1">
                    <a:lumMod val="75000"/>
                    <a:lumOff val="25000"/>
                  </a:schemeClr>
                </a:solidFill>
                <a:effectLst/>
                <a:latin typeface="+mj-lt"/>
                <a:ea typeface="+mj-ea"/>
                <a:cs typeface="+mj-c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fr-FR" dirty="0"/>
              <a:t>Préparation des données</a:t>
            </a:r>
          </a:p>
        </p:txBody>
      </p:sp>
      <p:sp>
        <p:nvSpPr>
          <p:cNvPr id="7" name="TextBox 6"/>
          <p:cNvSpPr txBox="1"/>
          <p:nvPr/>
        </p:nvSpPr>
        <p:spPr>
          <a:xfrm>
            <a:off x="611560" y="1700808"/>
            <a:ext cx="2890920" cy="369332"/>
          </a:xfrm>
          <a:prstGeom prst="rect">
            <a:avLst/>
          </a:prstGeom>
          <a:noFill/>
        </p:spPr>
        <p:txBody>
          <a:bodyPr wrap="none" rtlCol="0">
            <a:spAutoFit/>
          </a:bodyPr>
          <a:lstStyle/>
          <a:p>
            <a:r>
              <a:rPr lang="fr-FR" dirty="0" smtClean="0"/>
              <a:t>Dans Power </a:t>
            </a:r>
            <a:r>
              <a:rPr lang="fr-FR" dirty="0" err="1" smtClean="0"/>
              <a:t>Query</a:t>
            </a:r>
            <a:r>
              <a:rPr lang="fr-FR" dirty="0" smtClean="0"/>
              <a:t> Editor :</a:t>
            </a:r>
            <a:endParaRPr lang="fr-FR" dirty="0"/>
          </a:p>
        </p:txBody>
      </p:sp>
      <p:sp>
        <p:nvSpPr>
          <p:cNvPr id="9" name="TextBox 8"/>
          <p:cNvSpPr txBox="1"/>
          <p:nvPr/>
        </p:nvSpPr>
        <p:spPr>
          <a:xfrm>
            <a:off x="4932040" y="3429000"/>
            <a:ext cx="2520280" cy="2531462"/>
          </a:xfrm>
          <a:prstGeom prst="rect">
            <a:avLst/>
          </a:prstGeom>
          <a:noFill/>
        </p:spPr>
        <p:txBody>
          <a:bodyPr wrap="square" rtlCol="0">
            <a:spAutoFit/>
          </a:bodyPr>
          <a:lstStyle/>
          <a:p>
            <a:pPr marL="285750" indent="-285750">
              <a:buFont typeface="Wingdings" panose="05000000000000000000" pitchFamily="2" charset="2"/>
              <a:buChar char="Ä"/>
            </a:pPr>
            <a:r>
              <a:rPr lang="fr-FR" sz="1400" dirty="0" smtClean="0"/>
              <a:t>Jointure externe</a:t>
            </a:r>
          </a:p>
          <a:p>
            <a:pPr>
              <a:spcAft>
                <a:spcPts val="300"/>
              </a:spcAft>
            </a:pPr>
            <a:r>
              <a:rPr lang="fr-FR" sz="1300" dirty="0" smtClean="0"/>
              <a:t>«Country/</a:t>
            </a:r>
            <a:r>
              <a:rPr lang="fr-FR" sz="1300" dirty="0" err="1" smtClean="0"/>
              <a:t>Granularity</a:t>
            </a:r>
            <a:r>
              <a:rPr lang="fr-FR" sz="1300" dirty="0" smtClean="0"/>
              <a:t>/</a:t>
            </a:r>
            <a:r>
              <a:rPr lang="fr-FR" sz="1300" dirty="0" err="1" smtClean="0"/>
              <a:t>Year</a:t>
            </a:r>
            <a:r>
              <a:rPr lang="fr-FR" sz="1300" dirty="0" smtClean="0"/>
              <a:t>»</a:t>
            </a:r>
          </a:p>
          <a:p>
            <a:pPr algn="ctr">
              <a:spcAft>
                <a:spcPts val="600"/>
              </a:spcAft>
            </a:pPr>
            <a:r>
              <a:rPr lang="fr-FR" sz="1300" i="1" dirty="0" smtClean="0"/>
              <a:t>+ Vérification cohérence nombre de lignes</a:t>
            </a:r>
          </a:p>
          <a:p>
            <a:pPr marL="285750" indent="-285750">
              <a:buFont typeface="Wingdings" panose="05000000000000000000" pitchFamily="2" charset="2"/>
              <a:buChar char="Ä"/>
            </a:pPr>
            <a:r>
              <a:rPr lang="fr-FR" sz="1400" dirty="0" smtClean="0"/>
              <a:t>Agréger infos</a:t>
            </a:r>
          </a:p>
          <a:p>
            <a:pPr marL="285750" indent="-285750">
              <a:buFont typeface="Wingdings" panose="05000000000000000000" pitchFamily="2" charset="2"/>
              <a:buChar char="Ä"/>
            </a:pPr>
            <a:r>
              <a:rPr lang="fr-FR" sz="1400" dirty="0"/>
              <a:t>S</a:t>
            </a:r>
            <a:r>
              <a:rPr lang="fr-FR" sz="1400" dirty="0" smtClean="0"/>
              <a:t>upprimer doublons</a:t>
            </a:r>
          </a:p>
          <a:p>
            <a:r>
              <a:rPr lang="fr-FR" sz="1400" dirty="0" smtClean="0"/>
              <a:t>      + colonnes/infos inutiles</a:t>
            </a:r>
          </a:p>
          <a:p>
            <a:pPr marL="285750" indent="-285750">
              <a:buFont typeface="Wingdings" panose="05000000000000000000" pitchFamily="2" charset="2"/>
              <a:buChar char="Ä"/>
            </a:pPr>
            <a:r>
              <a:rPr lang="fr-FR" sz="1400" dirty="0" smtClean="0"/>
              <a:t>Optimiser accès infos + Rapidité d’exécution</a:t>
            </a:r>
          </a:p>
          <a:p>
            <a:r>
              <a:rPr lang="fr-FR" sz="1200" i="1" dirty="0"/>
              <a:t> </a:t>
            </a:r>
            <a:r>
              <a:rPr lang="fr-FR" sz="1200" i="1" dirty="0" smtClean="0"/>
              <a:t>         (volume données</a:t>
            </a:r>
          </a:p>
          <a:p>
            <a:r>
              <a:rPr lang="fr-FR" sz="1200" i="1" dirty="0" smtClean="0"/>
              <a:t>          encore raisonnable)</a:t>
            </a:r>
            <a:endParaRPr lang="fr-FR" sz="1200" i="1" dirty="0"/>
          </a:p>
        </p:txBody>
      </p:sp>
      <p:sp>
        <p:nvSpPr>
          <p:cNvPr id="10" name="TextBox 9"/>
          <p:cNvSpPr txBox="1"/>
          <p:nvPr/>
        </p:nvSpPr>
        <p:spPr>
          <a:xfrm>
            <a:off x="1043608" y="4633972"/>
            <a:ext cx="1728192" cy="523220"/>
          </a:xfrm>
          <a:prstGeom prst="rect">
            <a:avLst/>
          </a:prstGeom>
          <a:noFill/>
        </p:spPr>
        <p:txBody>
          <a:bodyPr wrap="square" rtlCol="0">
            <a:spAutoFit/>
          </a:bodyPr>
          <a:lstStyle/>
          <a:p>
            <a:pPr marL="285750" indent="-285750">
              <a:spcAft>
                <a:spcPts val="600"/>
              </a:spcAft>
              <a:buFont typeface="Wingdings" panose="05000000000000000000" pitchFamily="2" charset="2"/>
              <a:buChar char="Ä"/>
            </a:pPr>
            <a:r>
              <a:rPr lang="fr-FR" sz="1400" dirty="0" smtClean="0"/>
              <a:t>Transformation CSV en tables</a:t>
            </a:r>
            <a:endParaRPr lang="fr-FR" sz="1400" dirty="0"/>
          </a:p>
        </p:txBody>
      </p:sp>
      <p:sp>
        <p:nvSpPr>
          <p:cNvPr id="11" name="TextBox 10"/>
          <p:cNvSpPr txBox="1"/>
          <p:nvPr/>
        </p:nvSpPr>
        <p:spPr>
          <a:xfrm>
            <a:off x="7164288" y="3140968"/>
            <a:ext cx="1944216" cy="1715854"/>
          </a:xfrm>
          <a:prstGeom prst="rect">
            <a:avLst/>
          </a:prstGeom>
          <a:noFill/>
        </p:spPr>
        <p:txBody>
          <a:bodyPr wrap="square" rtlCol="0">
            <a:spAutoFit/>
          </a:bodyPr>
          <a:lstStyle/>
          <a:p>
            <a:pPr marL="285750" indent="-285750">
              <a:spcAft>
                <a:spcPts val="300"/>
              </a:spcAft>
              <a:buFont typeface="Wingdings" panose="05000000000000000000" pitchFamily="2" charset="2"/>
              <a:buChar char="Ä"/>
            </a:pPr>
            <a:r>
              <a:rPr lang="fr-FR" sz="1400" dirty="0" smtClean="0"/>
              <a:t>Modèle en étoile</a:t>
            </a:r>
          </a:p>
          <a:p>
            <a:pPr marL="285750" indent="-285750">
              <a:spcAft>
                <a:spcPts val="300"/>
              </a:spcAft>
              <a:buFont typeface="Wingdings" panose="05000000000000000000" pitchFamily="2" charset="2"/>
              <a:buChar char="Ä"/>
            </a:pPr>
            <a:r>
              <a:rPr lang="fr-FR" sz="1400" dirty="0" smtClean="0"/>
              <a:t>1 table principale</a:t>
            </a:r>
          </a:p>
          <a:p>
            <a:pPr marL="285750" indent="-285750">
              <a:spcAft>
                <a:spcPts val="300"/>
              </a:spcAft>
              <a:buFont typeface="Wingdings" panose="05000000000000000000" pitchFamily="2" charset="2"/>
              <a:buChar char="Ä"/>
            </a:pPr>
            <a:r>
              <a:rPr lang="fr-FR" sz="1400" dirty="0" smtClean="0"/>
              <a:t>Relations 1…* à double sens</a:t>
            </a:r>
          </a:p>
          <a:p>
            <a:pPr marL="285750" indent="-285750">
              <a:spcAft>
                <a:spcPts val="600"/>
              </a:spcAft>
              <a:buFont typeface="Wingdings" panose="05000000000000000000" pitchFamily="2" charset="2"/>
              <a:buChar char="Ä"/>
            </a:pPr>
            <a:r>
              <a:rPr lang="fr-FR" sz="1400" dirty="0" smtClean="0"/>
              <a:t>Optimiser </a:t>
            </a:r>
            <a:r>
              <a:rPr lang="fr-FR" sz="1400" dirty="0"/>
              <a:t>accès infos + Rapidité </a:t>
            </a:r>
            <a:r>
              <a:rPr lang="fr-FR" sz="1400" dirty="0" smtClean="0"/>
              <a:t>d’exécution</a:t>
            </a:r>
            <a:endParaRPr lang="fr-FR" sz="1400" dirty="0"/>
          </a:p>
        </p:txBody>
      </p:sp>
      <p:sp>
        <p:nvSpPr>
          <p:cNvPr id="12" name="TextBox 11"/>
          <p:cNvSpPr txBox="1"/>
          <p:nvPr/>
        </p:nvSpPr>
        <p:spPr>
          <a:xfrm>
            <a:off x="2771800" y="3891296"/>
            <a:ext cx="2448272" cy="2131353"/>
          </a:xfrm>
          <a:prstGeom prst="rect">
            <a:avLst/>
          </a:prstGeom>
          <a:noFill/>
        </p:spPr>
        <p:txBody>
          <a:bodyPr wrap="square" rtlCol="0">
            <a:spAutoFit/>
          </a:bodyPr>
          <a:lstStyle/>
          <a:p>
            <a:pPr marL="285750" indent="-285750">
              <a:buFont typeface="Wingdings" panose="05000000000000000000" pitchFamily="2" charset="2"/>
              <a:buChar char="Ä"/>
            </a:pPr>
            <a:r>
              <a:rPr lang="fr-FR" sz="1400" dirty="0"/>
              <a:t>Nombre </a:t>
            </a:r>
            <a:r>
              <a:rPr lang="fr-FR" sz="1400" dirty="0" smtClean="0"/>
              <a:t>lignes/colonnes</a:t>
            </a:r>
          </a:p>
          <a:p>
            <a:pPr algn="ctr">
              <a:spcAft>
                <a:spcPts val="300"/>
              </a:spcAft>
            </a:pPr>
            <a:r>
              <a:rPr lang="fr-FR" sz="1200" i="1" dirty="0" smtClean="0"/>
              <a:t>Suppression lignes vides</a:t>
            </a:r>
            <a:endParaRPr lang="fr-FR" sz="1200" i="1" dirty="0"/>
          </a:p>
          <a:p>
            <a:pPr marL="285750" indent="-285750">
              <a:spcAft>
                <a:spcPts val="300"/>
              </a:spcAft>
              <a:buFont typeface="Wingdings" panose="05000000000000000000" pitchFamily="2" charset="2"/>
              <a:buChar char="Ä"/>
            </a:pPr>
            <a:r>
              <a:rPr lang="fr-FR" sz="1400" dirty="0" smtClean="0"/>
              <a:t>Types données</a:t>
            </a:r>
          </a:p>
          <a:p>
            <a:pPr marL="285750" indent="-285750">
              <a:spcAft>
                <a:spcPts val="300"/>
              </a:spcAft>
              <a:buFont typeface="Wingdings" panose="05000000000000000000" pitchFamily="2" charset="2"/>
              <a:buChar char="Ä"/>
            </a:pPr>
            <a:r>
              <a:rPr lang="fr-FR" sz="1400" dirty="0" smtClean="0"/>
              <a:t>Erreurs </a:t>
            </a:r>
            <a:r>
              <a:rPr lang="fr-FR" sz="1200" i="1" dirty="0" smtClean="0"/>
              <a:t>(orthographe)</a:t>
            </a:r>
          </a:p>
          <a:p>
            <a:pPr marL="285750" indent="-285750">
              <a:buFont typeface="Wingdings" panose="05000000000000000000" pitchFamily="2" charset="2"/>
              <a:buChar char="Ä"/>
            </a:pPr>
            <a:r>
              <a:rPr lang="fr-FR" sz="1400" dirty="0" smtClean="0"/>
              <a:t>Valeurs manquantes</a:t>
            </a:r>
          </a:p>
          <a:p>
            <a:pPr algn="ctr">
              <a:spcAft>
                <a:spcPts val="300"/>
              </a:spcAft>
            </a:pPr>
            <a:r>
              <a:rPr lang="fr-FR" sz="1200" i="1" dirty="0"/>
              <a:t>Si possible remplacement</a:t>
            </a:r>
          </a:p>
          <a:p>
            <a:pPr marL="285750" indent="-285750">
              <a:spcAft>
                <a:spcPts val="300"/>
              </a:spcAft>
              <a:buFont typeface="Wingdings" panose="05000000000000000000" pitchFamily="2" charset="2"/>
              <a:buChar char="Ä"/>
            </a:pPr>
            <a:r>
              <a:rPr lang="fr-FR" sz="1400" dirty="0" smtClean="0"/>
              <a:t>Doublons</a:t>
            </a:r>
          </a:p>
          <a:p>
            <a:pPr marL="285750" indent="-285750">
              <a:buFont typeface="Wingdings" panose="05000000000000000000" pitchFamily="2" charset="2"/>
              <a:buChar char="Ä"/>
            </a:pPr>
            <a:r>
              <a:rPr lang="fr-FR" sz="1400" dirty="0" err="1" smtClean="0"/>
              <a:t>Outliers</a:t>
            </a:r>
            <a:r>
              <a:rPr lang="fr-FR" sz="1200" i="1" dirty="0" smtClean="0"/>
              <a:t>* </a:t>
            </a:r>
          </a:p>
          <a:p>
            <a:pPr algn="ctr">
              <a:spcAft>
                <a:spcPts val="300"/>
              </a:spcAft>
            </a:pPr>
            <a:r>
              <a:rPr lang="fr-FR" sz="1200" i="1" dirty="0"/>
              <a:t>(min/max/distribution</a:t>
            </a:r>
            <a:r>
              <a:rPr lang="fr-FR" sz="1200" i="1" dirty="0" smtClean="0"/>
              <a:t>)</a:t>
            </a:r>
            <a:endParaRPr lang="fr-FR" sz="1200" i="1" dirty="0"/>
          </a:p>
        </p:txBody>
      </p:sp>
      <p:sp>
        <p:nvSpPr>
          <p:cNvPr id="13" name="TextBox 12"/>
          <p:cNvSpPr txBox="1"/>
          <p:nvPr/>
        </p:nvSpPr>
        <p:spPr>
          <a:xfrm>
            <a:off x="325811" y="5733256"/>
            <a:ext cx="1871025" cy="430887"/>
          </a:xfrm>
          <a:prstGeom prst="rect">
            <a:avLst/>
          </a:prstGeom>
          <a:noFill/>
        </p:spPr>
        <p:txBody>
          <a:bodyPr wrap="none" rtlCol="0">
            <a:spAutoFit/>
          </a:bodyPr>
          <a:lstStyle/>
          <a:p>
            <a:r>
              <a:rPr lang="fr-FR" sz="1100" i="1" dirty="0" smtClean="0"/>
              <a:t>* </a:t>
            </a:r>
            <a:r>
              <a:rPr lang="fr-FR" sz="1100" i="1" dirty="0" err="1" smtClean="0"/>
              <a:t>Outlier</a:t>
            </a:r>
            <a:r>
              <a:rPr lang="fr-FR" sz="1100" i="1" dirty="0" smtClean="0"/>
              <a:t> = valeur extrême</a:t>
            </a:r>
          </a:p>
          <a:p>
            <a:r>
              <a:rPr lang="fr-FR" sz="1100" i="1" dirty="0" smtClean="0"/>
              <a:t>  1…* = 1 à plusieurs</a:t>
            </a:r>
            <a:endParaRPr lang="fr-FR" sz="1100" i="1" dirty="0"/>
          </a:p>
        </p:txBody>
      </p:sp>
    </p:spTree>
    <p:extLst>
      <p:ext uri="{BB962C8B-B14F-4D97-AF65-F5344CB8AC3E}">
        <p14:creationId xmlns:p14="http://schemas.microsoft.com/office/powerpoint/2010/main" val="33451859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8280920" cy="998984"/>
          </a:xfrm>
        </p:spPr>
        <p:txBody>
          <a:bodyPr/>
          <a:lstStyle/>
          <a:p>
            <a:pPr marL="0" indent="0" algn="l">
              <a:buNone/>
            </a:pPr>
            <a:r>
              <a:rPr lang="fr-FR" sz="4000" dirty="0" smtClean="0">
                <a:solidFill>
                  <a:schemeClr val="tx1">
                    <a:lumMod val="75000"/>
                    <a:lumOff val="25000"/>
                  </a:schemeClr>
                </a:solidFill>
                <a:effectLst/>
              </a:rPr>
              <a:t>Tableau de bord</a:t>
            </a:r>
            <a:endParaRPr lang="fr-FR" sz="4000" dirty="0">
              <a:solidFill>
                <a:schemeClr val="tx1">
                  <a:lumMod val="75000"/>
                  <a:lumOff val="25000"/>
                </a:schemeClr>
              </a:solidFill>
              <a:effectLst/>
            </a:endParaRPr>
          </a:p>
        </p:txBody>
      </p:sp>
      <p:sp>
        <p:nvSpPr>
          <p:cNvPr id="4" name="Date Placeholder 3"/>
          <p:cNvSpPr>
            <a:spLocks noGrp="1"/>
          </p:cNvSpPr>
          <p:nvPr>
            <p:ph type="dt" sz="half" idx="10"/>
          </p:nvPr>
        </p:nvSpPr>
        <p:spPr/>
        <p:txBody>
          <a:bodyPr/>
          <a:lstStyle/>
          <a:p>
            <a:fld id="{3CE48141-2535-4802-877B-EF0F96025D55}" type="datetime2">
              <a:rPr lang="fr-FR" smtClean="0">
                <a:solidFill>
                  <a:schemeClr val="tx1">
                    <a:lumMod val="65000"/>
                    <a:lumOff val="35000"/>
                  </a:schemeClr>
                </a:solidFill>
              </a:rPr>
              <a:t>mercredi 25 février 2026</a:t>
            </a:fld>
            <a:endParaRPr lang="fr-FR">
              <a:solidFill>
                <a:schemeClr val="tx1">
                  <a:lumMod val="65000"/>
                  <a:lumOff val="35000"/>
                </a:schemeClr>
              </a:solidFill>
            </a:endParaRPr>
          </a:p>
        </p:txBody>
      </p:sp>
      <p:sp>
        <p:nvSpPr>
          <p:cNvPr id="5" name="Slide Number Placeholder 4"/>
          <p:cNvSpPr>
            <a:spLocks noGrp="1"/>
          </p:cNvSpPr>
          <p:nvPr>
            <p:ph type="sldNum" sz="quarter" idx="12"/>
          </p:nvPr>
        </p:nvSpPr>
        <p:spPr>
          <a:xfrm>
            <a:off x="0" y="6172200"/>
            <a:ext cx="1828800" cy="365125"/>
          </a:xfrm>
        </p:spPr>
        <p:txBody>
          <a:bodyPr/>
          <a:lstStyle/>
          <a:p>
            <a:fld id="{911057A8-EAB8-4351-BA63-9FE748ED68B2}" type="slidenum">
              <a:rPr lang="fr-FR" smtClean="0">
                <a:solidFill>
                  <a:schemeClr val="tx1">
                    <a:lumMod val="65000"/>
                    <a:lumOff val="35000"/>
                  </a:schemeClr>
                </a:solidFill>
              </a:rPr>
              <a:t>7</a:t>
            </a:fld>
            <a:endParaRPr lang="fr-FR" dirty="0">
              <a:solidFill>
                <a:schemeClr val="tx1">
                  <a:lumMod val="65000"/>
                  <a:lumOff val="35000"/>
                </a:schemeClr>
              </a:solidFill>
            </a:endParaRPr>
          </a:p>
        </p:txBody>
      </p:sp>
      <p:sp>
        <p:nvSpPr>
          <p:cNvPr id="3" name="TextBox 2"/>
          <p:cNvSpPr txBox="1"/>
          <p:nvPr/>
        </p:nvSpPr>
        <p:spPr>
          <a:xfrm>
            <a:off x="611560" y="1484784"/>
            <a:ext cx="7832401" cy="369332"/>
          </a:xfrm>
          <a:prstGeom prst="rect">
            <a:avLst/>
          </a:prstGeom>
          <a:noFill/>
        </p:spPr>
        <p:txBody>
          <a:bodyPr wrap="none" rtlCol="0">
            <a:spAutoFit/>
          </a:bodyPr>
          <a:lstStyle/>
          <a:p>
            <a:r>
              <a:rPr lang="fr-FR" dirty="0" smtClean="0"/>
              <a:t>Lien vers le Tableau de bord : </a:t>
            </a:r>
            <a:r>
              <a:rPr lang="fr-FR" dirty="0" smtClean="0">
                <a:hlinkClick r:id="rId2" action="ppaction://hlinkfile"/>
              </a:rPr>
              <a:t>TEIXEIRA_Allison_2_dashboard_012026.pbix</a:t>
            </a:r>
            <a:endParaRPr lang="fr-FR" dirty="0"/>
          </a:p>
        </p:txBody>
      </p:sp>
      <p:pic>
        <p:nvPicPr>
          <p:cNvPr id="6" name="Picture 2" descr="C:\Users\Administrateur\Documents\Formation_data_analyst\Projets\Projet_10\docs\illustrations\capture_dashboar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228" y="1992412"/>
            <a:ext cx="6969545" cy="3956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06127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8280920" cy="998984"/>
          </a:xfrm>
        </p:spPr>
        <p:txBody>
          <a:bodyPr/>
          <a:lstStyle/>
          <a:p>
            <a:pPr marL="0" indent="0" algn="l">
              <a:buNone/>
            </a:pPr>
            <a:r>
              <a:rPr lang="fr-FR" sz="4000" dirty="0" smtClean="0">
                <a:solidFill>
                  <a:schemeClr val="tx1">
                    <a:lumMod val="75000"/>
                    <a:lumOff val="25000"/>
                  </a:schemeClr>
                </a:solidFill>
                <a:effectLst/>
              </a:rPr>
              <a:t>Optimisation &amp; Accessibilité</a:t>
            </a:r>
            <a:endParaRPr lang="fr-FR" sz="4000" dirty="0">
              <a:solidFill>
                <a:schemeClr val="tx1">
                  <a:lumMod val="75000"/>
                  <a:lumOff val="25000"/>
                </a:schemeClr>
              </a:solidFill>
              <a:effectLst/>
            </a:endParaRPr>
          </a:p>
        </p:txBody>
      </p:sp>
      <p:sp>
        <p:nvSpPr>
          <p:cNvPr id="4" name="Date Placeholder 3"/>
          <p:cNvSpPr>
            <a:spLocks noGrp="1"/>
          </p:cNvSpPr>
          <p:nvPr>
            <p:ph type="dt" sz="half" idx="10"/>
          </p:nvPr>
        </p:nvSpPr>
        <p:spPr/>
        <p:txBody>
          <a:bodyPr/>
          <a:lstStyle/>
          <a:p>
            <a:fld id="{3CE48141-2535-4802-877B-EF0F96025D55}" type="datetime2">
              <a:rPr lang="fr-FR" smtClean="0">
                <a:solidFill>
                  <a:schemeClr val="tx1">
                    <a:lumMod val="65000"/>
                    <a:lumOff val="35000"/>
                  </a:schemeClr>
                </a:solidFill>
              </a:rPr>
              <a:t>mercredi 25 février 2026</a:t>
            </a:fld>
            <a:endParaRPr lang="fr-FR">
              <a:solidFill>
                <a:schemeClr val="tx1">
                  <a:lumMod val="65000"/>
                  <a:lumOff val="35000"/>
                </a:schemeClr>
              </a:solidFill>
            </a:endParaRPr>
          </a:p>
        </p:txBody>
      </p:sp>
      <p:sp>
        <p:nvSpPr>
          <p:cNvPr id="5" name="Slide Number Placeholder 4"/>
          <p:cNvSpPr>
            <a:spLocks noGrp="1"/>
          </p:cNvSpPr>
          <p:nvPr>
            <p:ph type="sldNum" sz="quarter" idx="12"/>
          </p:nvPr>
        </p:nvSpPr>
        <p:spPr>
          <a:xfrm>
            <a:off x="0" y="6172200"/>
            <a:ext cx="1828800" cy="365125"/>
          </a:xfrm>
        </p:spPr>
        <p:txBody>
          <a:bodyPr/>
          <a:lstStyle/>
          <a:p>
            <a:fld id="{911057A8-EAB8-4351-BA63-9FE748ED68B2}" type="slidenum">
              <a:rPr lang="fr-FR" smtClean="0">
                <a:solidFill>
                  <a:schemeClr val="tx1">
                    <a:lumMod val="65000"/>
                    <a:lumOff val="35000"/>
                  </a:schemeClr>
                </a:solidFill>
              </a:rPr>
              <a:t>8</a:t>
            </a:fld>
            <a:endParaRPr lang="fr-FR" dirty="0">
              <a:solidFill>
                <a:schemeClr val="tx1">
                  <a:lumMod val="65000"/>
                  <a:lumOff val="35000"/>
                </a:schemeClr>
              </a:solidFill>
            </a:endParaRPr>
          </a:p>
        </p:txBody>
      </p:sp>
      <p:sp>
        <p:nvSpPr>
          <p:cNvPr id="3" name="TextBox 2"/>
          <p:cNvSpPr txBox="1"/>
          <p:nvPr/>
        </p:nvSpPr>
        <p:spPr>
          <a:xfrm>
            <a:off x="427230" y="1342688"/>
            <a:ext cx="8491764" cy="1500411"/>
          </a:xfrm>
          <a:prstGeom prst="rect">
            <a:avLst/>
          </a:prstGeom>
          <a:noFill/>
        </p:spPr>
        <p:txBody>
          <a:bodyPr wrap="square" rtlCol="0">
            <a:spAutoFit/>
          </a:bodyPr>
          <a:lstStyle/>
          <a:p>
            <a:pPr>
              <a:spcAft>
                <a:spcPts val="300"/>
              </a:spcAft>
            </a:pPr>
            <a:r>
              <a:rPr lang="fr-FR" dirty="0" smtClean="0"/>
              <a:t>Optimisation du tableau :</a:t>
            </a:r>
          </a:p>
          <a:p>
            <a:pPr marL="742950" lvl="1" indent="-285750">
              <a:spcAft>
                <a:spcPts val="600"/>
              </a:spcAft>
              <a:buFont typeface="Arial" panose="020B0604020202020204" pitchFamily="34" charset="0"/>
              <a:buChar char="•"/>
            </a:pPr>
            <a:r>
              <a:rPr lang="fr-FR" sz="1400" dirty="0" smtClean="0"/>
              <a:t>pas d’infos superflues/inutiles</a:t>
            </a:r>
            <a:r>
              <a:rPr lang="fr-FR" sz="1400" dirty="0"/>
              <a:t>	</a:t>
            </a:r>
            <a:endParaRPr lang="fr-FR" sz="1400" dirty="0" smtClean="0"/>
          </a:p>
          <a:p>
            <a:pPr marL="742950" lvl="1" indent="-285750">
              <a:spcAft>
                <a:spcPts val="600"/>
              </a:spcAft>
              <a:buFont typeface="Arial" panose="020B0604020202020204" pitchFamily="34" charset="0"/>
              <a:buChar char="•"/>
            </a:pPr>
            <a:r>
              <a:rPr lang="fr-FR" sz="1400" dirty="0" smtClean="0"/>
              <a:t>visuels choisis pour une compréhension directe et facile </a:t>
            </a:r>
            <a:r>
              <a:rPr lang="fr-FR" sz="1200" i="1" dirty="0" smtClean="0"/>
              <a:t>(ex : évolution temporelle)</a:t>
            </a:r>
          </a:p>
          <a:p>
            <a:pPr marL="742950" lvl="1" indent="-285750">
              <a:spcAft>
                <a:spcPts val="600"/>
              </a:spcAft>
              <a:buFont typeface="Arial" panose="020B0604020202020204" pitchFamily="34" charset="0"/>
              <a:buChar char="•"/>
            </a:pPr>
            <a:r>
              <a:rPr lang="fr-FR" sz="1400" dirty="0" smtClean="0"/>
              <a:t>utilisation de couleurs appropriées à l’information </a:t>
            </a:r>
            <a:r>
              <a:rPr lang="fr-FR" sz="1200" i="1" dirty="0" smtClean="0"/>
              <a:t>(ex : rouge alerte/info importante) </a:t>
            </a:r>
          </a:p>
          <a:p>
            <a:pPr marL="742950" lvl="1" indent="-285750">
              <a:spcAft>
                <a:spcPts val="600"/>
              </a:spcAft>
              <a:buFont typeface="Arial" panose="020B0604020202020204" pitchFamily="34" charset="0"/>
              <a:buChar char="•"/>
            </a:pPr>
            <a:r>
              <a:rPr lang="fr-FR" sz="1400" dirty="0" smtClean="0"/>
              <a:t>informations regroupées par thématique</a:t>
            </a:r>
            <a:endParaRPr lang="fr-FR" sz="1400" dirty="0"/>
          </a:p>
        </p:txBody>
      </p:sp>
      <p:grpSp>
        <p:nvGrpSpPr>
          <p:cNvPr id="12" name="Group 11"/>
          <p:cNvGrpSpPr/>
          <p:nvPr/>
        </p:nvGrpSpPr>
        <p:grpSpPr>
          <a:xfrm>
            <a:off x="676114" y="2924944"/>
            <a:ext cx="7280262" cy="3764161"/>
            <a:chOff x="1638732" y="2924944"/>
            <a:chExt cx="7280262" cy="3764161"/>
          </a:xfrm>
        </p:grpSpPr>
        <p:pic>
          <p:nvPicPr>
            <p:cNvPr id="1026" name="Picture 2" descr="C:\Users\Administrateur\Pictures\Screenshots\Capture d'écran 2026-02-24 173057.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2924944"/>
              <a:ext cx="5787154" cy="3256556"/>
            </a:xfrm>
            <a:prstGeom prst="rect">
              <a:avLst/>
            </a:prstGeom>
            <a:noFill/>
            <a:extLst>
              <a:ext uri="{909E8E84-426E-40DD-AFC4-6F175D3DCCD1}">
                <a14:hiddenFill xmlns:a14="http://schemas.microsoft.com/office/drawing/2010/main">
                  <a:solidFill>
                    <a:srgbClr val="FFFFFF"/>
                  </a:solidFill>
                </a14:hiddenFill>
              </a:ext>
            </a:extLst>
          </p:spPr>
        </p:pic>
        <p:sp>
          <p:nvSpPr>
            <p:cNvPr id="7" name="Left Bracket 6"/>
            <p:cNvSpPr/>
            <p:nvPr/>
          </p:nvSpPr>
          <p:spPr>
            <a:xfrm>
              <a:off x="2987040" y="2994660"/>
              <a:ext cx="76200" cy="434340"/>
            </a:xfrm>
            <a:prstGeom prst="leftBracket">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9" name="Left Bracket 8"/>
            <p:cNvSpPr/>
            <p:nvPr/>
          </p:nvSpPr>
          <p:spPr>
            <a:xfrm>
              <a:off x="2994660" y="3474720"/>
              <a:ext cx="76200" cy="1754480"/>
            </a:xfrm>
            <a:prstGeom prst="leftBracket">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0" name="Left Bracket 9"/>
            <p:cNvSpPr/>
            <p:nvPr/>
          </p:nvSpPr>
          <p:spPr>
            <a:xfrm>
              <a:off x="2987040" y="5301208"/>
              <a:ext cx="45720" cy="832892"/>
            </a:xfrm>
            <a:prstGeom prst="leftBracket">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1" name="Left Bracket 10"/>
            <p:cNvSpPr/>
            <p:nvPr/>
          </p:nvSpPr>
          <p:spPr>
            <a:xfrm rot="16200000">
              <a:off x="3686304" y="5754857"/>
              <a:ext cx="65092" cy="1030004"/>
            </a:xfrm>
            <a:prstGeom prst="leftBracket">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8" name="TextBox 7"/>
            <p:cNvSpPr txBox="1"/>
            <p:nvPr/>
          </p:nvSpPr>
          <p:spPr>
            <a:xfrm>
              <a:off x="1638732" y="2977788"/>
              <a:ext cx="1250663" cy="523220"/>
            </a:xfrm>
            <a:prstGeom prst="rect">
              <a:avLst/>
            </a:prstGeom>
            <a:noFill/>
          </p:spPr>
          <p:txBody>
            <a:bodyPr wrap="none" rtlCol="0">
              <a:spAutoFit/>
            </a:bodyPr>
            <a:lstStyle/>
            <a:p>
              <a:pPr algn="ctr"/>
              <a:r>
                <a:rPr lang="fr-FR" sz="1400" dirty="0" smtClean="0"/>
                <a:t>Informations </a:t>
              </a:r>
            </a:p>
            <a:p>
              <a:pPr algn="ctr"/>
              <a:r>
                <a:rPr lang="fr-FR" sz="1400" dirty="0" smtClean="0"/>
                <a:t>générales</a:t>
              </a:r>
              <a:endParaRPr lang="fr-FR" sz="1400" dirty="0"/>
            </a:p>
          </p:txBody>
        </p:sp>
        <p:sp>
          <p:nvSpPr>
            <p:cNvPr id="13" name="TextBox 12"/>
            <p:cNvSpPr txBox="1"/>
            <p:nvPr/>
          </p:nvSpPr>
          <p:spPr>
            <a:xfrm>
              <a:off x="1699645" y="3881616"/>
              <a:ext cx="1128835" cy="738664"/>
            </a:xfrm>
            <a:prstGeom prst="rect">
              <a:avLst/>
            </a:prstGeom>
            <a:noFill/>
          </p:spPr>
          <p:txBody>
            <a:bodyPr wrap="none" rtlCol="0">
              <a:spAutoFit/>
            </a:bodyPr>
            <a:lstStyle/>
            <a:p>
              <a:pPr algn="ctr"/>
              <a:r>
                <a:rPr lang="fr-FR" sz="1400" dirty="0" smtClean="0"/>
                <a:t>Indicateurs </a:t>
              </a:r>
            </a:p>
            <a:p>
              <a:pPr algn="ctr"/>
              <a:r>
                <a:rPr lang="fr-FR" sz="1400" dirty="0"/>
                <a:t>&amp;</a:t>
              </a:r>
              <a:r>
                <a:rPr lang="fr-FR" sz="1400" dirty="0" smtClean="0"/>
                <a:t> </a:t>
              </a:r>
            </a:p>
            <a:p>
              <a:pPr algn="ctr"/>
              <a:r>
                <a:rPr lang="fr-FR" sz="1400" dirty="0" smtClean="0"/>
                <a:t>évolutions</a:t>
              </a:r>
              <a:endParaRPr lang="fr-FR" sz="1400" dirty="0"/>
            </a:p>
          </p:txBody>
        </p:sp>
        <p:sp>
          <p:nvSpPr>
            <p:cNvPr id="14" name="TextBox 13"/>
            <p:cNvSpPr txBox="1"/>
            <p:nvPr/>
          </p:nvSpPr>
          <p:spPr>
            <a:xfrm>
              <a:off x="1875655" y="5517232"/>
              <a:ext cx="752129" cy="307777"/>
            </a:xfrm>
            <a:prstGeom prst="rect">
              <a:avLst/>
            </a:prstGeom>
            <a:noFill/>
          </p:spPr>
          <p:txBody>
            <a:bodyPr wrap="none" rtlCol="0">
              <a:spAutoFit/>
            </a:bodyPr>
            <a:lstStyle/>
            <a:p>
              <a:pPr algn="ctr"/>
              <a:r>
                <a:rPr lang="fr-FR" sz="1400" dirty="0" smtClean="0"/>
                <a:t>Alertes</a:t>
              </a:r>
              <a:endParaRPr lang="fr-FR" sz="1400" dirty="0"/>
            </a:p>
          </p:txBody>
        </p:sp>
        <p:sp>
          <p:nvSpPr>
            <p:cNvPr id="15" name="TextBox 14"/>
            <p:cNvSpPr txBox="1"/>
            <p:nvPr/>
          </p:nvSpPr>
          <p:spPr>
            <a:xfrm>
              <a:off x="2862824" y="6381328"/>
              <a:ext cx="1745992" cy="307777"/>
            </a:xfrm>
            <a:prstGeom prst="rect">
              <a:avLst/>
            </a:prstGeom>
            <a:noFill/>
          </p:spPr>
          <p:txBody>
            <a:bodyPr wrap="none" rtlCol="0">
              <a:spAutoFit/>
            </a:bodyPr>
            <a:lstStyle/>
            <a:p>
              <a:pPr algn="ctr"/>
              <a:r>
                <a:rPr lang="fr-FR" sz="1400" dirty="0" smtClean="0"/>
                <a:t>Filtres / Navigation</a:t>
              </a:r>
            </a:p>
          </p:txBody>
        </p:sp>
      </p:grpSp>
    </p:spTree>
    <p:extLst>
      <p:ext uri="{BB962C8B-B14F-4D97-AF65-F5344CB8AC3E}">
        <p14:creationId xmlns:p14="http://schemas.microsoft.com/office/powerpoint/2010/main" val="28393403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76672"/>
            <a:ext cx="8280920" cy="998984"/>
          </a:xfrm>
        </p:spPr>
        <p:txBody>
          <a:bodyPr/>
          <a:lstStyle/>
          <a:p>
            <a:pPr marL="0" indent="0" algn="l">
              <a:buNone/>
            </a:pPr>
            <a:r>
              <a:rPr lang="fr-FR" sz="4000" dirty="0" smtClean="0">
                <a:solidFill>
                  <a:schemeClr val="tx1">
                    <a:lumMod val="75000"/>
                    <a:lumOff val="25000"/>
                  </a:schemeClr>
                </a:solidFill>
                <a:effectLst/>
              </a:rPr>
              <a:t>Optimisation &amp; Accessibilité</a:t>
            </a:r>
            <a:endParaRPr lang="fr-FR" sz="4000" dirty="0">
              <a:solidFill>
                <a:schemeClr val="tx1">
                  <a:lumMod val="75000"/>
                  <a:lumOff val="25000"/>
                </a:schemeClr>
              </a:solidFill>
              <a:effectLst/>
            </a:endParaRPr>
          </a:p>
        </p:txBody>
      </p:sp>
      <p:sp>
        <p:nvSpPr>
          <p:cNvPr id="4" name="Date Placeholder 3"/>
          <p:cNvSpPr>
            <a:spLocks noGrp="1"/>
          </p:cNvSpPr>
          <p:nvPr>
            <p:ph type="dt" sz="half" idx="10"/>
          </p:nvPr>
        </p:nvSpPr>
        <p:spPr/>
        <p:txBody>
          <a:bodyPr/>
          <a:lstStyle/>
          <a:p>
            <a:fld id="{3CE48141-2535-4802-877B-EF0F96025D55}" type="datetime2">
              <a:rPr lang="fr-FR" smtClean="0">
                <a:solidFill>
                  <a:schemeClr val="tx1">
                    <a:lumMod val="65000"/>
                    <a:lumOff val="35000"/>
                  </a:schemeClr>
                </a:solidFill>
              </a:rPr>
              <a:t>mercredi 25 février 2026</a:t>
            </a:fld>
            <a:endParaRPr lang="fr-FR">
              <a:solidFill>
                <a:schemeClr val="tx1">
                  <a:lumMod val="65000"/>
                  <a:lumOff val="35000"/>
                </a:schemeClr>
              </a:solidFill>
            </a:endParaRPr>
          </a:p>
        </p:txBody>
      </p:sp>
      <p:sp>
        <p:nvSpPr>
          <p:cNvPr id="5" name="Slide Number Placeholder 4"/>
          <p:cNvSpPr>
            <a:spLocks noGrp="1"/>
          </p:cNvSpPr>
          <p:nvPr>
            <p:ph type="sldNum" sz="quarter" idx="12"/>
          </p:nvPr>
        </p:nvSpPr>
        <p:spPr>
          <a:xfrm>
            <a:off x="0" y="6172200"/>
            <a:ext cx="1828800" cy="365125"/>
          </a:xfrm>
        </p:spPr>
        <p:txBody>
          <a:bodyPr/>
          <a:lstStyle/>
          <a:p>
            <a:fld id="{911057A8-EAB8-4351-BA63-9FE748ED68B2}" type="slidenum">
              <a:rPr lang="fr-FR" smtClean="0">
                <a:solidFill>
                  <a:schemeClr val="tx1">
                    <a:lumMod val="65000"/>
                    <a:lumOff val="35000"/>
                  </a:schemeClr>
                </a:solidFill>
              </a:rPr>
              <a:t>9</a:t>
            </a:fld>
            <a:endParaRPr lang="fr-FR" dirty="0">
              <a:solidFill>
                <a:schemeClr val="tx1">
                  <a:lumMod val="65000"/>
                  <a:lumOff val="35000"/>
                </a:schemeClr>
              </a:solidFill>
            </a:endParaRPr>
          </a:p>
        </p:txBody>
      </p:sp>
      <p:sp>
        <p:nvSpPr>
          <p:cNvPr id="3" name="TextBox 2"/>
          <p:cNvSpPr txBox="1"/>
          <p:nvPr/>
        </p:nvSpPr>
        <p:spPr>
          <a:xfrm>
            <a:off x="427230" y="1342688"/>
            <a:ext cx="8491764" cy="1608133"/>
          </a:xfrm>
          <a:prstGeom prst="rect">
            <a:avLst/>
          </a:prstGeom>
          <a:noFill/>
        </p:spPr>
        <p:txBody>
          <a:bodyPr wrap="square" rtlCol="0">
            <a:spAutoFit/>
          </a:bodyPr>
          <a:lstStyle/>
          <a:p>
            <a:pPr>
              <a:spcAft>
                <a:spcPts val="300"/>
              </a:spcAft>
            </a:pPr>
            <a:r>
              <a:rPr lang="fr-FR" dirty="0" smtClean="0"/>
              <a:t>Respect de l’accessibilité :</a:t>
            </a:r>
          </a:p>
          <a:p>
            <a:pPr marL="742950" lvl="1" indent="-285750">
              <a:spcAft>
                <a:spcPts val="600"/>
              </a:spcAft>
              <a:buFont typeface="Arial" panose="020B0604020202020204" pitchFamily="34" charset="0"/>
              <a:buChar char="•"/>
            </a:pPr>
            <a:r>
              <a:rPr lang="fr-FR" sz="1400" dirty="0"/>
              <a:t>t</a:t>
            </a:r>
            <a:r>
              <a:rPr lang="fr-FR" sz="1400" dirty="0" smtClean="0"/>
              <a:t>aille des graphiques et texte adaptées pour une bonne visibilité</a:t>
            </a:r>
          </a:p>
          <a:p>
            <a:pPr marL="742950" lvl="1" indent="-285750">
              <a:buFont typeface="Arial" panose="020B0604020202020204" pitchFamily="34" charset="0"/>
              <a:buChar char="•"/>
            </a:pPr>
            <a:r>
              <a:rPr lang="fr-FR" sz="1400" dirty="0" smtClean="0"/>
              <a:t>informations claires : présence de légendes, titres de graphiques et d’axes, unités…</a:t>
            </a:r>
          </a:p>
          <a:p>
            <a:pPr marL="1200150" lvl="2" indent="-285750">
              <a:spcAft>
                <a:spcPts val="600"/>
              </a:spcAft>
              <a:buFont typeface="Wingdings" panose="05000000000000000000" pitchFamily="2" charset="2"/>
              <a:buChar char="Ä"/>
            </a:pPr>
            <a:r>
              <a:rPr lang="fr-FR" sz="1200" dirty="0" smtClean="0"/>
              <a:t>Si besoin présence d’info-bulles</a:t>
            </a:r>
            <a:r>
              <a:rPr lang="fr-FR" sz="1400" b="1" dirty="0" smtClean="0"/>
              <a:t>*</a:t>
            </a:r>
            <a:r>
              <a:rPr lang="fr-FR" sz="1200" dirty="0" smtClean="0"/>
              <a:t> pour infos complémentaires</a:t>
            </a:r>
            <a:r>
              <a:rPr lang="fr-FR" sz="1200" i="1" dirty="0"/>
              <a:t>	</a:t>
            </a:r>
            <a:r>
              <a:rPr lang="fr-FR" sz="1200" i="1" dirty="0" smtClean="0"/>
              <a:t>(s’affichent au survol de l’info)</a:t>
            </a:r>
            <a:endParaRPr lang="fr-FR" sz="1400" i="1" dirty="0" smtClean="0"/>
          </a:p>
          <a:p>
            <a:pPr marL="742950" lvl="1" indent="-285750">
              <a:buFont typeface="Arial" panose="020B0604020202020204" pitchFamily="34" charset="0"/>
              <a:buChar char="•"/>
            </a:pPr>
            <a:r>
              <a:rPr lang="fr-FR" sz="1400" dirty="0"/>
              <a:t>c</a:t>
            </a:r>
            <a:r>
              <a:rPr lang="fr-FR" sz="1400" dirty="0" smtClean="0"/>
              <a:t>hoix de couleurs adaptées au daltonisme </a:t>
            </a:r>
            <a:r>
              <a:rPr lang="fr-FR" sz="1200" i="1" dirty="0" smtClean="0"/>
              <a:t>(ex : pas de rouge sur vert)</a:t>
            </a:r>
          </a:p>
          <a:p>
            <a:pPr marL="1200150" lvl="2" indent="-285750">
              <a:spcAft>
                <a:spcPts val="600"/>
              </a:spcAft>
              <a:buFont typeface="Wingdings" panose="05000000000000000000" pitchFamily="2" charset="2"/>
              <a:buChar char="Ä"/>
            </a:pPr>
            <a:r>
              <a:rPr lang="fr-FR" sz="1200" i="1" dirty="0" smtClean="0"/>
              <a:t>+ informations écrites en clair et utilisation de couleurs contrastée si couleur non vue</a:t>
            </a:r>
          </a:p>
        </p:txBody>
      </p:sp>
      <p:grpSp>
        <p:nvGrpSpPr>
          <p:cNvPr id="1042" name="Group 1041"/>
          <p:cNvGrpSpPr/>
          <p:nvPr/>
        </p:nvGrpSpPr>
        <p:grpSpPr>
          <a:xfrm>
            <a:off x="866907" y="2980756"/>
            <a:ext cx="7270747" cy="3256556"/>
            <a:chOff x="866907" y="2980756"/>
            <a:chExt cx="7270747" cy="3256556"/>
          </a:xfrm>
        </p:grpSpPr>
        <p:grpSp>
          <p:nvGrpSpPr>
            <p:cNvPr id="1041" name="Group 1040"/>
            <p:cNvGrpSpPr/>
            <p:nvPr/>
          </p:nvGrpSpPr>
          <p:grpSpPr>
            <a:xfrm>
              <a:off x="1006346" y="2980756"/>
              <a:ext cx="7131308" cy="3256556"/>
              <a:chOff x="1006346" y="2980756"/>
              <a:chExt cx="7131308" cy="3256556"/>
            </a:xfrm>
          </p:grpSpPr>
          <p:grpSp>
            <p:nvGrpSpPr>
              <p:cNvPr id="1039" name="Group 1038"/>
              <p:cNvGrpSpPr/>
              <p:nvPr/>
            </p:nvGrpSpPr>
            <p:grpSpPr>
              <a:xfrm>
                <a:off x="1006346" y="2980756"/>
                <a:ext cx="7131308" cy="3256556"/>
                <a:chOff x="1676019" y="2924944"/>
                <a:chExt cx="7131308" cy="3256556"/>
              </a:xfrm>
            </p:grpSpPr>
            <p:grpSp>
              <p:nvGrpSpPr>
                <p:cNvPr id="1027" name="Group 1026"/>
                <p:cNvGrpSpPr/>
                <p:nvPr/>
              </p:nvGrpSpPr>
              <p:grpSpPr>
                <a:xfrm>
                  <a:off x="2788919" y="2924944"/>
                  <a:ext cx="6018408" cy="3256556"/>
                  <a:chOff x="2788919" y="2924944"/>
                  <a:chExt cx="6018408" cy="3256556"/>
                </a:xfrm>
              </p:grpSpPr>
              <p:grpSp>
                <p:nvGrpSpPr>
                  <p:cNvPr id="27" name="Group 26"/>
                  <p:cNvGrpSpPr/>
                  <p:nvPr/>
                </p:nvGrpSpPr>
                <p:grpSpPr>
                  <a:xfrm>
                    <a:off x="2788919" y="2924944"/>
                    <a:ext cx="6018408" cy="3256556"/>
                    <a:chOff x="2788919" y="2924944"/>
                    <a:chExt cx="6018408" cy="3256556"/>
                  </a:xfrm>
                </p:grpSpPr>
                <p:sp>
                  <p:nvSpPr>
                    <p:cNvPr id="22" name="TextBox 21"/>
                    <p:cNvSpPr txBox="1"/>
                    <p:nvPr/>
                  </p:nvSpPr>
                  <p:spPr>
                    <a:xfrm>
                      <a:off x="7878868" y="4399333"/>
                      <a:ext cx="928459" cy="307777"/>
                    </a:xfrm>
                    <a:prstGeom prst="rect">
                      <a:avLst/>
                    </a:prstGeom>
                    <a:noFill/>
                  </p:spPr>
                  <p:txBody>
                    <a:bodyPr wrap="none" rtlCol="0">
                      <a:spAutoFit/>
                    </a:bodyPr>
                    <a:lstStyle/>
                    <a:p>
                      <a:pPr algn="ctr"/>
                      <a:r>
                        <a:rPr lang="fr-FR" sz="1400" dirty="0" smtClean="0"/>
                        <a:t>Légendes</a:t>
                      </a:r>
                      <a:endParaRPr lang="fr-FR" sz="1400" dirty="0"/>
                    </a:p>
                  </p:txBody>
                </p:sp>
                <p:grpSp>
                  <p:nvGrpSpPr>
                    <p:cNvPr id="26" name="Group 25"/>
                    <p:cNvGrpSpPr/>
                    <p:nvPr/>
                  </p:nvGrpSpPr>
                  <p:grpSpPr>
                    <a:xfrm>
                      <a:off x="2788919" y="2924944"/>
                      <a:ext cx="5975354" cy="3256556"/>
                      <a:chOff x="2788919" y="2924944"/>
                      <a:chExt cx="5975354" cy="3256556"/>
                    </a:xfrm>
                  </p:grpSpPr>
                  <p:grpSp>
                    <p:nvGrpSpPr>
                      <p:cNvPr id="20" name="Group 19"/>
                      <p:cNvGrpSpPr/>
                      <p:nvPr/>
                    </p:nvGrpSpPr>
                    <p:grpSpPr>
                      <a:xfrm>
                        <a:off x="2788919" y="2924944"/>
                        <a:ext cx="5975354" cy="3256556"/>
                        <a:chOff x="2788919" y="2924944"/>
                        <a:chExt cx="5975354" cy="3256556"/>
                      </a:xfrm>
                    </p:grpSpPr>
                    <p:pic>
                      <p:nvPicPr>
                        <p:cNvPr id="1026" name="Picture 2" descr="C:\Users\Administrateur\Pictures\Screenshots\Capture d'écran 2026-02-24 173057.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189"/>
                        <a:stretch/>
                      </p:blipFill>
                      <p:spPr bwMode="auto">
                        <a:xfrm>
                          <a:off x="2788919" y="2924944"/>
                          <a:ext cx="4676657" cy="3256556"/>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p:cNvSpPr txBox="1"/>
                        <p:nvPr/>
                      </p:nvSpPr>
                      <p:spPr>
                        <a:xfrm>
                          <a:off x="7683528" y="3645024"/>
                          <a:ext cx="1080745" cy="307777"/>
                        </a:xfrm>
                        <a:prstGeom prst="rect">
                          <a:avLst/>
                        </a:prstGeom>
                        <a:noFill/>
                      </p:spPr>
                      <p:txBody>
                        <a:bodyPr wrap="none" rtlCol="0">
                          <a:spAutoFit/>
                        </a:bodyPr>
                        <a:lstStyle/>
                        <a:p>
                          <a:pPr algn="ctr"/>
                          <a:r>
                            <a:rPr lang="fr-FR" sz="1400" dirty="0" smtClean="0"/>
                            <a:t>* Info-bulle</a:t>
                          </a:r>
                          <a:endParaRPr lang="fr-FR" sz="1400" dirty="0"/>
                        </a:p>
                      </p:txBody>
                    </p:sp>
                    <p:cxnSp>
                      <p:nvCxnSpPr>
                        <p:cNvPr id="18" name="Curved Connector 17"/>
                        <p:cNvCxnSpPr>
                          <a:stCxn id="17" idx="2"/>
                        </p:cNvCxnSpPr>
                        <p:nvPr/>
                      </p:nvCxnSpPr>
                      <p:spPr>
                        <a:xfrm rot="5400000">
                          <a:off x="7064828" y="2826186"/>
                          <a:ext cx="32459" cy="2285689"/>
                        </a:xfrm>
                        <a:prstGeom prst="curvedConnector2">
                          <a:avLst/>
                        </a:prstGeom>
                        <a:ln w="12700">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cxnSp>
                  </p:grpSp>
                  <p:cxnSp>
                    <p:nvCxnSpPr>
                      <p:cNvPr id="23" name="Curved Connector 22"/>
                      <p:cNvCxnSpPr>
                        <a:stCxn id="22" idx="1"/>
                        <a:endCxn id="1026" idx="3"/>
                      </p:cNvCxnSpPr>
                      <p:nvPr/>
                    </p:nvCxnSpPr>
                    <p:spPr>
                      <a:xfrm rot="10800000">
                        <a:off x="7465576" y="4553222"/>
                        <a:ext cx="413292" cy="12700"/>
                      </a:xfrm>
                      <a:prstGeom prst="curvedConnector3">
                        <a:avLst>
                          <a:gd name="adj1" fmla="val 50000"/>
                        </a:avLst>
                      </a:prstGeom>
                      <a:ln w="12700">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cxnSp>
                </p:grpSp>
              </p:grpSp>
              <p:cxnSp>
                <p:nvCxnSpPr>
                  <p:cNvPr id="29" name="Curved Connector 28"/>
                  <p:cNvCxnSpPr>
                    <a:stCxn id="22" idx="2"/>
                  </p:cNvCxnSpPr>
                  <p:nvPr/>
                </p:nvCxnSpPr>
                <p:spPr>
                  <a:xfrm rot="5400000">
                    <a:off x="7636665" y="4450759"/>
                    <a:ext cx="450083" cy="962785"/>
                  </a:xfrm>
                  <a:prstGeom prst="curvedConnector2">
                    <a:avLst/>
                  </a:prstGeom>
                  <a:ln w="12700">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36" name="TextBox 35"/>
                <p:cNvSpPr txBox="1"/>
                <p:nvPr/>
              </p:nvSpPr>
              <p:spPr>
                <a:xfrm>
                  <a:off x="1676019" y="3831371"/>
                  <a:ext cx="643702" cy="307777"/>
                </a:xfrm>
                <a:prstGeom prst="rect">
                  <a:avLst/>
                </a:prstGeom>
                <a:noFill/>
              </p:spPr>
              <p:txBody>
                <a:bodyPr wrap="none" rtlCol="0">
                  <a:spAutoFit/>
                </a:bodyPr>
                <a:lstStyle/>
                <a:p>
                  <a:pPr algn="ctr"/>
                  <a:r>
                    <a:rPr lang="fr-FR" sz="1400" dirty="0" smtClean="0"/>
                    <a:t>Titres</a:t>
                  </a:r>
                  <a:endParaRPr lang="fr-FR" sz="1400" dirty="0"/>
                </a:p>
              </p:txBody>
            </p:sp>
            <p:cxnSp>
              <p:nvCxnSpPr>
                <p:cNvPr id="37" name="Curved Connector 36"/>
                <p:cNvCxnSpPr>
                  <a:stCxn id="36" idx="0"/>
                </p:cNvCxnSpPr>
                <p:nvPr/>
              </p:nvCxnSpPr>
              <p:spPr>
                <a:xfrm rot="5400000" flipH="1" flipV="1">
                  <a:off x="2137761" y="3017310"/>
                  <a:ext cx="674171" cy="953953"/>
                </a:xfrm>
                <a:prstGeom prst="curvedConnector2">
                  <a:avLst/>
                </a:prstGeom>
                <a:ln w="12700">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0" name="Curved Connector 39"/>
                <p:cNvCxnSpPr>
                  <a:stCxn id="36" idx="0"/>
                </p:cNvCxnSpPr>
                <p:nvPr/>
              </p:nvCxnSpPr>
              <p:spPr>
                <a:xfrm rot="5400000" flipH="1" flipV="1">
                  <a:off x="2398410" y="3169947"/>
                  <a:ext cx="260885" cy="1061964"/>
                </a:xfrm>
                <a:prstGeom prst="curvedConnector2">
                  <a:avLst/>
                </a:prstGeom>
                <a:ln w="12700">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3" name="Curved Connector 42"/>
                <p:cNvCxnSpPr>
                  <a:stCxn id="36" idx="2"/>
                </p:cNvCxnSpPr>
                <p:nvPr/>
              </p:nvCxnSpPr>
              <p:spPr>
                <a:xfrm rot="16200000" flipH="1">
                  <a:off x="2263302" y="3873715"/>
                  <a:ext cx="260187" cy="791051"/>
                </a:xfrm>
                <a:prstGeom prst="curvedConnector2">
                  <a:avLst/>
                </a:prstGeom>
                <a:ln w="12700">
                  <a:solidFill>
                    <a:schemeClr val="tx1">
                      <a:lumMod val="85000"/>
                      <a:lumOff val="15000"/>
                    </a:schemeClr>
                  </a:solidFill>
                  <a:tailEnd type="arrow"/>
                </a:ln>
              </p:spPr>
              <p:style>
                <a:lnRef idx="1">
                  <a:schemeClr val="accent1"/>
                </a:lnRef>
                <a:fillRef idx="0">
                  <a:schemeClr val="accent1"/>
                </a:fillRef>
                <a:effectRef idx="0">
                  <a:schemeClr val="accent1"/>
                </a:effectRef>
                <a:fontRef idx="minor">
                  <a:schemeClr val="tx1"/>
                </a:fontRef>
              </p:style>
            </p:cxnSp>
          </p:grpSp>
          <p:sp>
            <p:nvSpPr>
              <p:cNvPr id="1040" name="Left Bracket 1039"/>
              <p:cNvSpPr/>
              <p:nvPr/>
            </p:nvSpPr>
            <p:spPr>
              <a:xfrm>
                <a:off x="1979712" y="5373216"/>
                <a:ext cx="67528" cy="792088"/>
              </a:xfrm>
              <a:prstGeom prst="leftBracket">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grpSp>
        <p:sp>
          <p:nvSpPr>
            <p:cNvPr id="54" name="TextBox 53"/>
            <p:cNvSpPr txBox="1"/>
            <p:nvPr/>
          </p:nvSpPr>
          <p:spPr>
            <a:xfrm>
              <a:off x="866907" y="5461483"/>
              <a:ext cx="1112805" cy="523220"/>
            </a:xfrm>
            <a:prstGeom prst="rect">
              <a:avLst/>
            </a:prstGeom>
            <a:noFill/>
          </p:spPr>
          <p:txBody>
            <a:bodyPr wrap="none" rtlCol="0">
              <a:spAutoFit/>
            </a:bodyPr>
            <a:lstStyle/>
            <a:p>
              <a:pPr algn="ctr"/>
              <a:r>
                <a:rPr lang="fr-FR" sz="1400" dirty="0" smtClean="0"/>
                <a:t>Couleurs</a:t>
              </a:r>
            </a:p>
            <a:p>
              <a:pPr algn="ctr"/>
              <a:r>
                <a:rPr lang="fr-FR" sz="1400" dirty="0" smtClean="0"/>
                <a:t>contrastées</a:t>
              </a:r>
              <a:endParaRPr lang="fr-FR" sz="1400" dirty="0"/>
            </a:p>
          </p:txBody>
        </p:sp>
      </p:grpSp>
    </p:spTree>
    <p:extLst>
      <p:ext uri="{BB962C8B-B14F-4D97-AF65-F5344CB8AC3E}">
        <p14:creationId xmlns:p14="http://schemas.microsoft.com/office/powerpoint/2010/main" val="31304387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597</TotalTime>
  <Words>528</Words>
  <Application>Microsoft Office PowerPoint</Application>
  <PresentationFormat>On-screen Show (4:3)</PresentationFormat>
  <Paragraphs>112</Paragraphs>
  <Slides>9</Slides>
  <Notes>3</Notes>
  <HiddenSlides>2</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Slipstream</vt:lpstr>
      <vt:lpstr>Création d’un tableau de bord pour la visualisation du statut de l’accès à l’eau potable dans le monde</vt:lpstr>
      <vt:lpstr>Contexte</vt:lpstr>
      <vt:lpstr>Contexte</vt:lpstr>
      <vt:lpstr>Outil utilisé</vt:lpstr>
      <vt:lpstr>PowerPoint Presentation</vt:lpstr>
      <vt:lpstr>PowerPoint Presentation</vt:lpstr>
      <vt:lpstr>Tableau de bord</vt:lpstr>
      <vt:lpstr>Optimisation &amp; Accessibilité</vt:lpstr>
      <vt:lpstr>Optimisation &amp; Accessibilité</vt:lpstr>
    </vt:vector>
  </TitlesOfParts>
  <Company>HP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 Inc.</dc:creator>
  <cp:lastModifiedBy>HP Inc.</cp:lastModifiedBy>
  <cp:revision>55</cp:revision>
  <dcterms:created xsi:type="dcterms:W3CDTF">2026-01-13T10:14:58Z</dcterms:created>
  <dcterms:modified xsi:type="dcterms:W3CDTF">2026-02-25T14:48:52Z</dcterms:modified>
</cp:coreProperties>
</file>