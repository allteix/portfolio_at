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61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65" r:id="rId12"/>
    <p:sldId id="270" r:id="rId13"/>
    <p:sldId id="260" r:id="rId14"/>
  </p:sldIdLst>
  <p:sldSz cx="9144000" cy="6858000" type="screen4x3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DB"/>
    <a:srgbClr val="8C9A7B"/>
    <a:srgbClr val="86A897"/>
    <a:srgbClr val="939175"/>
    <a:srgbClr val="81A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272DFA-551B-4BCA-90D0-B4E69670A208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CC8F3D8-135D-4645-826C-A89AD1150A3D}">
      <dgm:prSet phldrT="[Text]" custT="1"/>
      <dgm:spPr/>
      <dgm:t>
        <a:bodyPr/>
        <a:lstStyle/>
        <a:p>
          <a:r>
            <a: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Objectif</a:t>
          </a:r>
          <a:endParaRPr lang="fr-FR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4858F5E-7532-4D79-8A02-2FA6FED1F7CC}" type="parTrans" cxnId="{E75B03AE-3438-40C4-9C1C-C6021CCCA7E0}">
      <dgm:prSet/>
      <dgm:spPr/>
      <dgm:t>
        <a:bodyPr/>
        <a:lstStyle/>
        <a:p>
          <a:endParaRPr lang="fr-FR"/>
        </a:p>
      </dgm:t>
    </dgm:pt>
    <dgm:pt modelId="{B78AB1CD-B3A0-41BA-A771-9D1B05529826}" type="sibTrans" cxnId="{E75B03AE-3438-40C4-9C1C-C6021CCCA7E0}">
      <dgm:prSet/>
      <dgm:spPr/>
      <dgm:t>
        <a:bodyPr/>
        <a:lstStyle/>
        <a:p>
          <a:endParaRPr lang="fr-FR"/>
        </a:p>
      </dgm:t>
    </dgm:pt>
    <dgm:pt modelId="{E68E361C-51FC-41B2-B32A-89BE4776E1F8}">
      <dgm:prSet phldrT="[Text]" custT="1"/>
      <dgm:spPr/>
      <dgm:t>
        <a:bodyPr lIns="0" rIns="0"/>
        <a:lstStyle/>
        <a:p>
          <a:pPr algn="l" defTabSz="0">
            <a:spcAft>
              <a:spcPts val="0"/>
            </a:spcAft>
          </a:pP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Créer une application capable de prédire la nature des billets (vrai/faux) en fonction de ses dimensions (longueur, largeur, hauteur, etc.)</a:t>
          </a:r>
          <a:endParaRPr lang="fr-FR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1083DFB-E49C-42F4-8787-55DA5AE17CED}" type="parTrans" cxnId="{3A299304-9034-4ECF-B539-1DD7A077E91E}">
      <dgm:prSet/>
      <dgm:spPr/>
      <dgm:t>
        <a:bodyPr/>
        <a:lstStyle/>
        <a:p>
          <a:endParaRPr lang="fr-FR"/>
        </a:p>
      </dgm:t>
    </dgm:pt>
    <dgm:pt modelId="{B574B707-8CAF-4F48-986C-C68DC9FE1079}" type="sibTrans" cxnId="{3A299304-9034-4ECF-B539-1DD7A077E91E}">
      <dgm:prSet/>
      <dgm:spPr/>
      <dgm:t>
        <a:bodyPr/>
        <a:lstStyle/>
        <a:p>
          <a:endParaRPr lang="fr-FR"/>
        </a:p>
      </dgm:t>
    </dgm:pt>
    <dgm:pt modelId="{F31EDBCF-6D6A-4427-B178-63C7F6936279}" type="pres">
      <dgm:prSet presAssocID="{AA272DFA-551B-4BCA-90D0-B4E69670A208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EDEFCDA6-027C-41CE-94BD-CABD279C5FF2}" type="pres">
      <dgm:prSet presAssocID="{4CC8F3D8-135D-4645-826C-A89AD1150A3D}" presName="compNode" presStyleCnt="0"/>
      <dgm:spPr/>
    </dgm:pt>
    <dgm:pt modelId="{8584D4F8-CD09-43A2-A39E-39CC1B3E5332}" type="pres">
      <dgm:prSet presAssocID="{4CC8F3D8-135D-4645-826C-A89AD1150A3D}" presName="noGeometry" presStyleCnt="0"/>
      <dgm:spPr/>
    </dgm:pt>
    <dgm:pt modelId="{96F49AA2-E741-4C46-AAB6-8E74DCD82666}" type="pres">
      <dgm:prSet presAssocID="{4CC8F3D8-135D-4645-826C-A89AD1150A3D}" presName="childTextVisible" presStyleLbl="bgAccFollowNode1" presStyleIdx="0" presStyleCnt="1" custScaleX="252124" custScaleY="6645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1FC8199-DB22-44F8-9722-816722F7CD74}" type="pres">
      <dgm:prSet presAssocID="{4CC8F3D8-135D-4645-826C-A89AD1150A3D}" presName="childTextHidden" presStyleLbl="bgAccFollowNode1" presStyleIdx="0" presStyleCnt="1"/>
      <dgm:spPr/>
      <dgm:t>
        <a:bodyPr/>
        <a:lstStyle/>
        <a:p>
          <a:endParaRPr lang="fr-FR"/>
        </a:p>
      </dgm:t>
    </dgm:pt>
    <dgm:pt modelId="{270E0882-506D-4C82-8B31-FC2454796A17}" type="pres">
      <dgm:prSet presAssocID="{4CC8F3D8-135D-4645-826C-A89AD1150A3D}" presName="parentText" presStyleLbl="node1" presStyleIdx="0" presStyleCnt="1" custScaleX="137828" custScaleY="137828" custLinFactX="-30306" custLinFactNeighborX="-100000" custLinFactNeighborY="-7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C1E968D-C40E-4E76-ABB3-A487554E6D1C}" type="presOf" srcId="{4CC8F3D8-135D-4645-826C-A89AD1150A3D}" destId="{270E0882-506D-4C82-8B31-FC2454796A17}" srcOrd="0" destOrd="0" presId="urn:microsoft.com/office/officeart/2005/8/layout/hProcess6"/>
    <dgm:cxn modelId="{6A35196D-A4E0-404C-85E8-9DE9BCC6E045}" type="presOf" srcId="{AA272DFA-551B-4BCA-90D0-B4E69670A208}" destId="{F31EDBCF-6D6A-4427-B178-63C7F6936279}" srcOrd="0" destOrd="0" presId="urn:microsoft.com/office/officeart/2005/8/layout/hProcess6"/>
    <dgm:cxn modelId="{D0A15172-D1A4-4394-93B0-9F737BF30EE1}" type="presOf" srcId="{E68E361C-51FC-41B2-B32A-89BE4776E1F8}" destId="{96F49AA2-E741-4C46-AAB6-8E74DCD82666}" srcOrd="0" destOrd="0" presId="urn:microsoft.com/office/officeart/2005/8/layout/hProcess6"/>
    <dgm:cxn modelId="{6AEED3D7-330C-4992-A0A5-F553DEB16144}" type="presOf" srcId="{E68E361C-51FC-41B2-B32A-89BE4776E1F8}" destId="{C1FC8199-DB22-44F8-9722-816722F7CD74}" srcOrd="1" destOrd="0" presId="urn:microsoft.com/office/officeart/2005/8/layout/hProcess6"/>
    <dgm:cxn modelId="{E75B03AE-3438-40C4-9C1C-C6021CCCA7E0}" srcId="{AA272DFA-551B-4BCA-90D0-B4E69670A208}" destId="{4CC8F3D8-135D-4645-826C-A89AD1150A3D}" srcOrd="0" destOrd="0" parTransId="{54858F5E-7532-4D79-8A02-2FA6FED1F7CC}" sibTransId="{B78AB1CD-B3A0-41BA-A771-9D1B05529826}"/>
    <dgm:cxn modelId="{3A299304-9034-4ECF-B539-1DD7A077E91E}" srcId="{4CC8F3D8-135D-4645-826C-A89AD1150A3D}" destId="{E68E361C-51FC-41B2-B32A-89BE4776E1F8}" srcOrd="0" destOrd="0" parTransId="{11083DFB-E49C-42F4-8787-55DA5AE17CED}" sibTransId="{B574B707-8CAF-4F48-986C-C68DC9FE1079}"/>
    <dgm:cxn modelId="{DDE19704-B84E-4A77-AB95-FFD2866C1209}" type="presParOf" srcId="{F31EDBCF-6D6A-4427-B178-63C7F6936279}" destId="{EDEFCDA6-027C-41CE-94BD-CABD279C5FF2}" srcOrd="0" destOrd="0" presId="urn:microsoft.com/office/officeart/2005/8/layout/hProcess6"/>
    <dgm:cxn modelId="{7D0F07EB-FF15-41C9-A1CF-7D4E415C5F38}" type="presParOf" srcId="{EDEFCDA6-027C-41CE-94BD-CABD279C5FF2}" destId="{8584D4F8-CD09-43A2-A39E-39CC1B3E5332}" srcOrd="0" destOrd="0" presId="urn:microsoft.com/office/officeart/2005/8/layout/hProcess6"/>
    <dgm:cxn modelId="{E9DAF6E3-8765-4D30-B383-9B7F1F02778C}" type="presParOf" srcId="{EDEFCDA6-027C-41CE-94BD-CABD279C5FF2}" destId="{96F49AA2-E741-4C46-AAB6-8E74DCD82666}" srcOrd="1" destOrd="0" presId="urn:microsoft.com/office/officeart/2005/8/layout/hProcess6"/>
    <dgm:cxn modelId="{4491D7B8-F95C-4151-8262-E95743588B8F}" type="presParOf" srcId="{EDEFCDA6-027C-41CE-94BD-CABD279C5FF2}" destId="{C1FC8199-DB22-44F8-9722-816722F7CD74}" srcOrd="2" destOrd="0" presId="urn:microsoft.com/office/officeart/2005/8/layout/hProcess6"/>
    <dgm:cxn modelId="{CBFC50A8-40DC-48D4-8372-5CA08BEBBCC0}" type="presParOf" srcId="{EDEFCDA6-027C-41CE-94BD-CABD279C5FF2}" destId="{270E0882-506D-4C82-8B31-FC2454796A1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48386C-A9A9-4656-99A7-B9C990B4DEFE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fr-FR"/>
        </a:p>
      </dgm:t>
    </dgm:pt>
    <dgm:pt modelId="{2AB19713-0DA0-4DB7-BA8B-BDA8C0EDA946}">
      <dgm:prSet phldrT="[Text]" custT="1"/>
      <dgm:spPr/>
      <dgm:t>
        <a:bodyPr/>
        <a:lstStyle/>
        <a:p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Importation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165C258-4880-4BDC-93F7-8130923878A6}" type="parTrans" cxnId="{CCB8D528-D060-4154-9914-EC89FBEC764B}">
      <dgm:prSet/>
      <dgm:spPr/>
      <dgm:t>
        <a:bodyPr/>
        <a:lstStyle/>
        <a:p>
          <a:endParaRPr lang="fr-FR" sz="1400"/>
        </a:p>
      </dgm:t>
    </dgm:pt>
    <dgm:pt modelId="{15DE8A14-2FE3-4E3A-B47E-0441D92C24B3}" type="sibTrans" cxnId="{CCB8D528-D060-4154-9914-EC89FBEC764B}">
      <dgm:prSet custT="1"/>
      <dgm:spPr>
        <a:noFill/>
        <a:ln>
          <a:noFill/>
        </a:ln>
      </dgm:spPr>
      <dgm:t>
        <a:bodyPr/>
        <a:lstStyle/>
        <a:p>
          <a:endParaRPr lang="fr-FR" sz="1400" dirty="0"/>
        </a:p>
      </dgm:t>
    </dgm:pt>
    <dgm:pt modelId="{014F53D7-EF4E-4C6B-A194-71E9A51D673D}">
      <dgm:prSet phldrT="[Text]" custT="1"/>
      <dgm:spPr>
        <a:solidFill>
          <a:srgbClr val="86A897"/>
        </a:solidFill>
      </dgm:spPr>
      <dgm:t>
        <a:bodyPr/>
        <a:lstStyle/>
        <a:p>
          <a:pPr>
            <a:spcAft>
              <a:spcPts val="0"/>
            </a:spcAft>
          </a:pP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Nettoyage</a:t>
          </a:r>
        </a:p>
        <a:p>
          <a:pPr>
            <a:spcAft>
              <a:spcPts val="0"/>
            </a:spcAft>
          </a:pP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Analyse explo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39D82A2-2C7B-4DEA-B169-CA08B5E403FC}" type="parTrans" cxnId="{84A7D50F-3F9A-4ACC-8EFC-B623B2D7FF9A}">
      <dgm:prSet/>
      <dgm:spPr/>
      <dgm:t>
        <a:bodyPr/>
        <a:lstStyle/>
        <a:p>
          <a:endParaRPr lang="fr-FR" sz="1400"/>
        </a:p>
      </dgm:t>
    </dgm:pt>
    <dgm:pt modelId="{AF1D7BCE-4DF2-465A-B988-DD96C4672C29}" type="sibTrans" cxnId="{84A7D50F-3F9A-4ACC-8EFC-B623B2D7FF9A}">
      <dgm:prSet custT="1"/>
      <dgm:spPr>
        <a:noFill/>
        <a:ln>
          <a:noFill/>
        </a:ln>
      </dgm:spPr>
      <dgm:t>
        <a:bodyPr/>
        <a:lstStyle/>
        <a:p>
          <a:endParaRPr lang="fr-FR" sz="1400" dirty="0"/>
        </a:p>
      </dgm:t>
    </dgm:pt>
    <dgm:pt modelId="{38CD6015-BAB6-4A2A-A625-D07B78CFAFA8}">
      <dgm:prSet phldrT="[Text]" custT="1"/>
      <dgm:spPr>
        <a:solidFill>
          <a:srgbClr val="81A180"/>
        </a:solidFill>
      </dgm:spPr>
      <dgm:t>
        <a:bodyPr/>
        <a:lstStyle/>
        <a:p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Pré-traitement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AE717D4-B146-4DBB-AA01-1AB484B31915}" type="parTrans" cxnId="{E9E5BD40-A6F7-479A-A9D2-68FF6577B547}">
      <dgm:prSet/>
      <dgm:spPr/>
      <dgm:t>
        <a:bodyPr/>
        <a:lstStyle/>
        <a:p>
          <a:endParaRPr lang="fr-FR" sz="1400"/>
        </a:p>
      </dgm:t>
    </dgm:pt>
    <dgm:pt modelId="{C04EA410-B9DB-4F1C-BF6D-1CDA619DE3E6}" type="sibTrans" cxnId="{E9E5BD40-A6F7-479A-A9D2-68FF6577B547}">
      <dgm:prSet custT="1"/>
      <dgm:spPr>
        <a:noFill/>
        <a:ln>
          <a:noFill/>
        </a:ln>
      </dgm:spPr>
      <dgm:t>
        <a:bodyPr/>
        <a:lstStyle/>
        <a:p>
          <a:endParaRPr lang="fr-FR" sz="1400" dirty="0"/>
        </a:p>
      </dgm:t>
    </dgm:pt>
    <dgm:pt modelId="{F86D5B79-04CD-4962-A183-D86729BF9A5A}">
      <dgm:prSet phldrT="[Text]" custT="1"/>
      <dgm:spPr>
        <a:solidFill>
          <a:srgbClr val="939175"/>
        </a:solidFill>
      </dgm:spPr>
      <dgm:t>
        <a:bodyPr/>
        <a:lstStyle/>
        <a:p>
          <a:pPr>
            <a:spcAft>
              <a:spcPts val="0"/>
            </a:spcAft>
          </a:pP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Comparaison</a:t>
          </a:r>
        </a:p>
        <a:p>
          <a:pPr>
            <a:spcAft>
              <a:spcPct val="35000"/>
            </a:spcAft>
          </a:pP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 sélection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0E07268-4EE6-4316-B9DF-A92FE88BEEEA}" type="parTrans" cxnId="{843BEC17-5265-4F08-A751-958866EF8EB6}">
      <dgm:prSet/>
      <dgm:spPr/>
      <dgm:t>
        <a:bodyPr/>
        <a:lstStyle/>
        <a:p>
          <a:endParaRPr lang="fr-FR" sz="1400"/>
        </a:p>
      </dgm:t>
    </dgm:pt>
    <dgm:pt modelId="{E38EF967-0E89-4227-8976-9E28C1C41135}" type="sibTrans" cxnId="{843BEC17-5265-4F08-A751-958866EF8EB6}">
      <dgm:prSet custT="1"/>
      <dgm:spPr>
        <a:noFill/>
        <a:ln>
          <a:noFill/>
        </a:ln>
      </dgm:spPr>
      <dgm:t>
        <a:bodyPr/>
        <a:lstStyle/>
        <a:p>
          <a:endParaRPr lang="fr-FR" sz="1400" dirty="0"/>
        </a:p>
      </dgm:t>
    </dgm:pt>
    <dgm:pt modelId="{4EC2500A-D2B3-44CF-90EE-DC72BD50B0F7}">
      <dgm:prSet phldrT="[Text]" custT="1"/>
      <dgm:spPr>
        <a:solidFill>
          <a:srgbClr val="8C9A7B"/>
        </a:solidFill>
      </dgm:spPr>
      <dgm:t>
        <a:bodyPr/>
        <a:lstStyle/>
        <a:p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Modélisation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9A688E5-68DC-4A83-82B5-24CC4B50F90D}" type="parTrans" cxnId="{CA2767D7-7033-490F-B7CA-447F736D8203}">
      <dgm:prSet/>
      <dgm:spPr/>
      <dgm:t>
        <a:bodyPr/>
        <a:lstStyle/>
        <a:p>
          <a:endParaRPr lang="fr-FR" sz="1400"/>
        </a:p>
      </dgm:t>
    </dgm:pt>
    <dgm:pt modelId="{A5A532BD-60BC-4A1A-8FCE-3E6A307FE3E9}" type="sibTrans" cxnId="{CA2767D7-7033-490F-B7CA-447F736D8203}">
      <dgm:prSet custT="1"/>
      <dgm:spPr>
        <a:noFill/>
        <a:ln>
          <a:noFill/>
        </a:ln>
      </dgm:spPr>
      <dgm:t>
        <a:bodyPr/>
        <a:lstStyle/>
        <a:p>
          <a:endParaRPr lang="fr-FR" sz="1400" dirty="0"/>
        </a:p>
      </dgm:t>
    </dgm:pt>
    <dgm:pt modelId="{79C5193D-99BB-424E-9C34-048B5C920ECD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Application</a:t>
          </a: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17696CB-268B-4A6A-ACDB-E470F0E3D823}" type="parTrans" cxnId="{27ACC5BD-66A1-4F88-B3C6-584BA655B7EA}">
      <dgm:prSet/>
      <dgm:spPr/>
      <dgm:t>
        <a:bodyPr/>
        <a:lstStyle/>
        <a:p>
          <a:endParaRPr lang="fr-FR" sz="1400"/>
        </a:p>
      </dgm:t>
    </dgm:pt>
    <dgm:pt modelId="{8210CCCD-D2AB-4A6E-9E25-47B17C8ACACA}" type="sibTrans" cxnId="{27ACC5BD-66A1-4F88-B3C6-584BA655B7EA}">
      <dgm:prSet/>
      <dgm:spPr/>
      <dgm:t>
        <a:bodyPr/>
        <a:lstStyle/>
        <a:p>
          <a:endParaRPr lang="fr-FR" sz="1400"/>
        </a:p>
      </dgm:t>
    </dgm:pt>
    <dgm:pt modelId="{D98160C1-6E14-4C78-AB98-7F4D02727DF6}" type="pres">
      <dgm:prSet presAssocID="{2A48386C-A9A9-4656-99A7-B9C990B4DEF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C3CD5048-3CCF-453E-A71E-36396470E1B9}" type="pres">
      <dgm:prSet presAssocID="{2AB19713-0DA0-4DB7-BA8B-BDA8C0EDA946}" presName="node" presStyleLbl="node1" presStyleIdx="0" presStyleCnt="6" custScaleX="13617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85B5960-C2F8-40E0-AB91-12B37C9AED26}" type="pres">
      <dgm:prSet presAssocID="{15DE8A14-2FE3-4E3A-B47E-0441D92C24B3}" presName="sibTrans" presStyleLbl="sibTrans2D1" presStyleIdx="0" presStyleCnt="5" custScaleX="2251" custScaleY="578"/>
      <dgm:spPr/>
      <dgm:t>
        <a:bodyPr/>
        <a:lstStyle/>
        <a:p>
          <a:endParaRPr lang="fr-FR"/>
        </a:p>
      </dgm:t>
    </dgm:pt>
    <dgm:pt modelId="{4C4812ED-55FA-4CC6-9543-52C821569AE9}" type="pres">
      <dgm:prSet presAssocID="{15DE8A14-2FE3-4E3A-B47E-0441D92C24B3}" presName="connectorText" presStyleLbl="sibTrans2D1" presStyleIdx="0" presStyleCnt="5"/>
      <dgm:spPr/>
      <dgm:t>
        <a:bodyPr/>
        <a:lstStyle/>
        <a:p>
          <a:endParaRPr lang="fr-FR"/>
        </a:p>
      </dgm:t>
    </dgm:pt>
    <dgm:pt modelId="{091BAE70-5616-4509-9EB1-3E343EF6B0D8}" type="pres">
      <dgm:prSet presAssocID="{014F53D7-EF4E-4C6B-A194-71E9A51D673D}" presName="node" presStyleLbl="node1" presStyleIdx="1" presStyleCnt="6" custScaleX="14109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2684325-13B6-40BF-9C35-84CDCCB380F9}" type="pres">
      <dgm:prSet presAssocID="{AF1D7BCE-4DF2-465A-B988-DD96C4672C29}" presName="sibTrans" presStyleLbl="sibTrans2D1" presStyleIdx="1" presStyleCnt="5" custScaleX="20139" custScaleY="5770"/>
      <dgm:spPr/>
      <dgm:t>
        <a:bodyPr/>
        <a:lstStyle/>
        <a:p>
          <a:endParaRPr lang="fr-FR"/>
        </a:p>
      </dgm:t>
    </dgm:pt>
    <dgm:pt modelId="{FDD1A088-CCC0-4C20-89AC-785ED13BCBDB}" type="pres">
      <dgm:prSet presAssocID="{AF1D7BCE-4DF2-465A-B988-DD96C4672C29}" presName="connectorText" presStyleLbl="sibTrans2D1" presStyleIdx="1" presStyleCnt="5"/>
      <dgm:spPr/>
      <dgm:t>
        <a:bodyPr/>
        <a:lstStyle/>
        <a:p>
          <a:endParaRPr lang="fr-FR"/>
        </a:p>
      </dgm:t>
    </dgm:pt>
    <dgm:pt modelId="{8EA6702D-D9F9-412D-84DD-F146507BB281}" type="pres">
      <dgm:prSet presAssocID="{38CD6015-BAB6-4A2A-A625-D07B78CFAFA8}" presName="node" presStyleLbl="node1" presStyleIdx="2" presStyleCnt="6" custScaleX="13815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001CEBE-699A-4DF6-913E-4EEB50639D0E}" type="pres">
      <dgm:prSet presAssocID="{C04EA410-B9DB-4F1C-BF6D-1CDA619DE3E6}" presName="sibTrans" presStyleLbl="sibTrans2D1" presStyleIdx="2" presStyleCnt="5" custScaleX="20139" custScaleY="5770"/>
      <dgm:spPr/>
      <dgm:t>
        <a:bodyPr/>
        <a:lstStyle/>
        <a:p>
          <a:endParaRPr lang="fr-FR"/>
        </a:p>
      </dgm:t>
    </dgm:pt>
    <dgm:pt modelId="{074D3463-D79D-4095-A8D7-8DCC682E52A7}" type="pres">
      <dgm:prSet presAssocID="{C04EA410-B9DB-4F1C-BF6D-1CDA619DE3E6}" presName="connectorText" presStyleLbl="sibTrans2D1" presStyleIdx="2" presStyleCnt="5"/>
      <dgm:spPr/>
      <dgm:t>
        <a:bodyPr/>
        <a:lstStyle/>
        <a:p>
          <a:endParaRPr lang="fr-FR"/>
        </a:p>
      </dgm:t>
    </dgm:pt>
    <dgm:pt modelId="{B2B9AD1E-AFEE-4B4B-9345-7B83D439A4F3}" type="pres">
      <dgm:prSet presAssocID="{4EC2500A-D2B3-44CF-90EE-DC72BD50B0F7}" presName="node" presStyleLbl="node1" presStyleIdx="3" presStyleCnt="6" custScaleX="13654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5D4AD1-440E-4B99-B23E-ECF358A56EBC}" type="pres">
      <dgm:prSet presAssocID="{A5A532BD-60BC-4A1A-8FCE-3E6A307FE3E9}" presName="sibTrans" presStyleLbl="sibTrans2D1" presStyleIdx="3" presStyleCnt="5" custScaleX="20139" custScaleY="5770"/>
      <dgm:spPr/>
      <dgm:t>
        <a:bodyPr/>
        <a:lstStyle/>
        <a:p>
          <a:endParaRPr lang="fr-FR"/>
        </a:p>
      </dgm:t>
    </dgm:pt>
    <dgm:pt modelId="{4859564C-E552-44E3-9D31-600266634E4C}" type="pres">
      <dgm:prSet presAssocID="{A5A532BD-60BC-4A1A-8FCE-3E6A307FE3E9}" presName="connectorText" presStyleLbl="sibTrans2D1" presStyleIdx="3" presStyleCnt="5"/>
      <dgm:spPr/>
      <dgm:t>
        <a:bodyPr/>
        <a:lstStyle/>
        <a:p>
          <a:endParaRPr lang="fr-FR"/>
        </a:p>
      </dgm:t>
    </dgm:pt>
    <dgm:pt modelId="{89166894-4932-4F22-BD25-7BCF7D9FD118}" type="pres">
      <dgm:prSet presAssocID="{F86D5B79-04CD-4962-A183-D86729BF9A5A}" presName="node" presStyleLbl="node1" presStyleIdx="4" presStyleCnt="6" custScaleX="139347" custLinFactNeighborX="-214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4865739-5EBA-477E-A802-C27875128B92}" type="pres">
      <dgm:prSet presAssocID="{E38EF967-0E89-4227-8976-9E28C1C41135}" presName="sibTrans" presStyleLbl="sibTrans2D1" presStyleIdx="4" presStyleCnt="5" custScaleX="20139" custScaleY="5770"/>
      <dgm:spPr/>
      <dgm:t>
        <a:bodyPr/>
        <a:lstStyle/>
        <a:p>
          <a:endParaRPr lang="fr-FR"/>
        </a:p>
      </dgm:t>
    </dgm:pt>
    <dgm:pt modelId="{31500DA2-6EA0-4007-92F7-55D3EBB0907F}" type="pres">
      <dgm:prSet presAssocID="{E38EF967-0E89-4227-8976-9E28C1C41135}" presName="connectorText" presStyleLbl="sibTrans2D1" presStyleIdx="4" presStyleCnt="5"/>
      <dgm:spPr/>
      <dgm:t>
        <a:bodyPr/>
        <a:lstStyle/>
        <a:p>
          <a:endParaRPr lang="fr-FR"/>
        </a:p>
      </dgm:t>
    </dgm:pt>
    <dgm:pt modelId="{F3AA701D-00F6-46A1-A079-1ADF881CEA77}" type="pres">
      <dgm:prSet presAssocID="{79C5193D-99BB-424E-9C34-048B5C920ECD}" presName="node" presStyleLbl="node1" presStyleIdx="5" presStyleCnt="6" custScaleX="133998" custLinFactNeighborX="-5506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A60183A7-DEEC-4B67-847D-609687E9E85E}" type="presOf" srcId="{014F53D7-EF4E-4C6B-A194-71E9A51D673D}" destId="{091BAE70-5616-4509-9EB1-3E343EF6B0D8}" srcOrd="0" destOrd="0" presId="urn:microsoft.com/office/officeart/2005/8/layout/process1"/>
    <dgm:cxn modelId="{07984591-82E7-45F8-B469-E97E1606BC47}" type="presOf" srcId="{79C5193D-99BB-424E-9C34-048B5C920ECD}" destId="{F3AA701D-00F6-46A1-A079-1ADF881CEA77}" srcOrd="0" destOrd="0" presId="urn:microsoft.com/office/officeart/2005/8/layout/process1"/>
    <dgm:cxn modelId="{0F5767C3-2DB5-4FF0-A6F1-E2DB09FDB01C}" type="presOf" srcId="{15DE8A14-2FE3-4E3A-B47E-0441D92C24B3}" destId="{4C4812ED-55FA-4CC6-9543-52C821569AE9}" srcOrd="1" destOrd="0" presId="urn:microsoft.com/office/officeart/2005/8/layout/process1"/>
    <dgm:cxn modelId="{9CCB907D-563A-4CE8-B7CC-6ABBC6C04D4B}" type="presOf" srcId="{E38EF967-0E89-4227-8976-9E28C1C41135}" destId="{94865739-5EBA-477E-A802-C27875128B92}" srcOrd="0" destOrd="0" presId="urn:microsoft.com/office/officeart/2005/8/layout/process1"/>
    <dgm:cxn modelId="{5611212F-E730-4BB6-B1B2-36B02774D8D2}" type="presOf" srcId="{C04EA410-B9DB-4F1C-BF6D-1CDA619DE3E6}" destId="{074D3463-D79D-4095-A8D7-8DCC682E52A7}" srcOrd="1" destOrd="0" presId="urn:microsoft.com/office/officeart/2005/8/layout/process1"/>
    <dgm:cxn modelId="{B9652700-D95E-4F95-95A8-21EB869BB49B}" type="presOf" srcId="{38CD6015-BAB6-4A2A-A625-D07B78CFAFA8}" destId="{8EA6702D-D9F9-412D-84DD-F146507BB281}" srcOrd="0" destOrd="0" presId="urn:microsoft.com/office/officeart/2005/8/layout/process1"/>
    <dgm:cxn modelId="{CCB8D528-D060-4154-9914-EC89FBEC764B}" srcId="{2A48386C-A9A9-4656-99A7-B9C990B4DEFE}" destId="{2AB19713-0DA0-4DB7-BA8B-BDA8C0EDA946}" srcOrd="0" destOrd="0" parTransId="{5165C258-4880-4BDC-93F7-8130923878A6}" sibTransId="{15DE8A14-2FE3-4E3A-B47E-0441D92C24B3}"/>
    <dgm:cxn modelId="{E6816AFF-B88E-45AD-A569-FD53127D51F1}" type="presOf" srcId="{2AB19713-0DA0-4DB7-BA8B-BDA8C0EDA946}" destId="{C3CD5048-3CCF-453E-A71E-36396470E1B9}" srcOrd="0" destOrd="0" presId="urn:microsoft.com/office/officeart/2005/8/layout/process1"/>
    <dgm:cxn modelId="{CA2767D7-7033-490F-B7CA-447F736D8203}" srcId="{2A48386C-A9A9-4656-99A7-B9C990B4DEFE}" destId="{4EC2500A-D2B3-44CF-90EE-DC72BD50B0F7}" srcOrd="3" destOrd="0" parTransId="{29A688E5-68DC-4A83-82B5-24CC4B50F90D}" sibTransId="{A5A532BD-60BC-4A1A-8FCE-3E6A307FE3E9}"/>
    <dgm:cxn modelId="{B7788464-0EAB-4B0E-9A55-A50DC99741CD}" type="presOf" srcId="{4EC2500A-D2B3-44CF-90EE-DC72BD50B0F7}" destId="{B2B9AD1E-AFEE-4B4B-9345-7B83D439A4F3}" srcOrd="0" destOrd="0" presId="urn:microsoft.com/office/officeart/2005/8/layout/process1"/>
    <dgm:cxn modelId="{9F9E6700-7950-4945-AE78-09B6A3689C8E}" type="presOf" srcId="{F86D5B79-04CD-4962-A183-D86729BF9A5A}" destId="{89166894-4932-4F22-BD25-7BCF7D9FD118}" srcOrd="0" destOrd="0" presId="urn:microsoft.com/office/officeart/2005/8/layout/process1"/>
    <dgm:cxn modelId="{FDB6F379-FB4E-4F93-890B-3D1322AF02B6}" type="presOf" srcId="{C04EA410-B9DB-4F1C-BF6D-1CDA619DE3E6}" destId="{E001CEBE-699A-4DF6-913E-4EEB50639D0E}" srcOrd="0" destOrd="0" presId="urn:microsoft.com/office/officeart/2005/8/layout/process1"/>
    <dgm:cxn modelId="{27BAF6CE-085F-4269-9943-4FF2C29620DB}" type="presOf" srcId="{15DE8A14-2FE3-4E3A-B47E-0441D92C24B3}" destId="{585B5960-C2F8-40E0-AB91-12B37C9AED26}" srcOrd="0" destOrd="0" presId="urn:microsoft.com/office/officeart/2005/8/layout/process1"/>
    <dgm:cxn modelId="{84A7D50F-3F9A-4ACC-8EFC-B623B2D7FF9A}" srcId="{2A48386C-A9A9-4656-99A7-B9C990B4DEFE}" destId="{014F53D7-EF4E-4C6B-A194-71E9A51D673D}" srcOrd="1" destOrd="0" parTransId="{A39D82A2-2C7B-4DEA-B169-CA08B5E403FC}" sibTransId="{AF1D7BCE-4DF2-465A-B988-DD96C4672C29}"/>
    <dgm:cxn modelId="{E567E7E1-1D00-4E2C-9500-EA660CAC8E3D}" type="presOf" srcId="{AF1D7BCE-4DF2-465A-B988-DD96C4672C29}" destId="{FDD1A088-CCC0-4C20-89AC-785ED13BCBDB}" srcOrd="1" destOrd="0" presId="urn:microsoft.com/office/officeart/2005/8/layout/process1"/>
    <dgm:cxn modelId="{843BEC17-5265-4F08-A751-958866EF8EB6}" srcId="{2A48386C-A9A9-4656-99A7-B9C990B4DEFE}" destId="{F86D5B79-04CD-4962-A183-D86729BF9A5A}" srcOrd="4" destOrd="0" parTransId="{C0E07268-4EE6-4316-B9DF-A92FE88BEEEA}" sibTransId="{E38EF967-0E89-4227-8976-9E28C1C41135}"/>
    <dgm:cxn modelId="{3CC72F3F-3C54-4932-BE98-CE19E52DF396}" type="presOf" srcId="{A5A532BD-60BC-4A1A-8FCE-3E6A307FE3E9}" destId="{DB5D4AD1-440E-4B99-B23E-ECF358A56EBC}" srcOrd="0" destOrd="0" presId="urn:microsoft.com/office/officeart/2005/8/layout/process1"/>
    <dgm:cxn modelId="{71FBEE3B-C50B-454B-94AB-A63AD6426E9A}" type="presOf" srcId="{2A48386C-A9A9-4656-99A7-B9C990B4DEFE}" destId="{D98160C1-6E14-4C78-AB98-7F4D02727DF6}" srcOrd="0" destOrd="0" presId="urn:microsoft.com/office/officeart/2005/8/layout/process1"/>
    <dgm:cxn modelId="{E9E5BD40-A6F7-479A-A9D2-68FF6577B547}" srcId="{2A48386C-A9A9-4656-99A7-B9C990B4DEFE}" destId="{38CD6015-BAB6-4A2A-A625-D07B78CFAFA8}" srcOrd="2" destOrd="0" parTransId="{BAE717D4-B146-4DBB-AA01-1AB484B31915}" sibTransId="{C04EA410-B9DB-4F1C-BF6D-1CDA619DE3E6}"/>
    <dgm:cxn modelId="{A7A63BD9-7117-4589-B1BB-12A27F3FD428}" type="presOf" srcId="{AF1D7BCE-4DF2-465A-B988-DD96C4672C29}" destId="{02684325-13B6-40BF-9C35-84CDCCB380F9}" srcOrd="0" destOrd="0" presId="urn:microsoft.com/office/officeart/2005/8/layout/process1"/>
    <dgm:cxn modelId="{0531CE77-9827-4777-83A5-1E8930CEA6CD}" type="presOf" srcId="{A5A532BD-60BC-4A1A-8FCE-3E6A307FE3E9}" destId="{4859564C-E552-44E3-9D31-600266634E4C}" srcOrd="1" destOrd="0" presId="urn:microsoft.com/office/officeart/2005/8/layout/process1"/>
    <dgm:cxn modelId="{06E01100-7D48-46E4-970C-103588B80DBD}" type="presOf" srcId="{E38EF967-0E89-4227-8976-9E28C1C41135}" destId="{31500DA2-6EA0-4007-92F7-55D3EBB0907F}" srcOrd="1" destOrd="0" presId="urn:microsoft.com/office/officeart/2005/8/layout/process1"/>
    <dgm:cxn modelId="{27ACC5BD-66A1-4F88-B3C6-584BA655B7EA}" srcId="{2A48386C-A9A9-4656-99A7-B9C990B4DEFE}" destId="{79C5193D-99BB-424E-9C34-048B5C920ECD}" srcOrd="5" destOrd="0" parTransId="{A17696CB-268B-4A6A-ACDB-E470F0E3D823}" sibTransId="{8210CCCD-D2AB-4A6E-9E25-47B17C8ACACA}"/>
    <dgm:cxn modelId="{F8D21ED7-7A92-44CC-B6C3-070BBFCFCA5C}" type="presParOf" srcId="{D98160C1-6E14-4C78-AB98-7F4D02727DF6}" destId="{C3CD5048-3CCF-453E-A71E-36396470E1B9}" srcOrd="0" destOrd="0" presId="urn:microsoft.com/office/officeart/2005/8/layout/process1"/>
    <dgm:cxn modelId="{122A8146-DA6A-4E6A-B159-D1E959C93C39}" type="presParOf" srcId="{D98160C1-6E14-4C78-AB98-7F4D02727DF6}" destId="{585B5960-C2F8-40E0-AB91-12B37C9AED26}" srcOrd="1" destOrd="0" presId="urn:microsoft.com/office/officeart/2005/8/layout/process1"/>
    <dgm:cxn modelId="{8606FEEA-ABAD-4280-917D-2C894A0D49E8}" type="presParOf" srcId="{585B5960-C2F8-40E0-AB91-12B37C9AED26}" destId="{4C4812ED-55FA-4CC6-9543-52C821569AE9}" srcOrd="0" destOrd="0" presId="urn:microsoft.com/office/officeart/2005/8/layout/process1"/>
    <dgm:cxn modelId="{835E73D9-F616-4D5C-9B11-2793AB3FB3DC}" type="presParOf" srcId="{D98160C1-6E14-4C78-AB98-7F4D02727DF6}" destId="{091BAE70-5616-4509-9EB1-3E343EF6B0D8}" srcOrd="2" destOrd="0" presId="urn:microsoft.com/office/officeart/2005/8/layout/process1"/>
    <dgm:cxn modelId="{B0A61E33-3AEC-4FCB-B388-3E4138BA77B9}" type="presParOf" srcId="{D98160C1-6E14-4C78-AB98-7F4D02727DF6}" destId="{02684325-13B6-40BF-9C35-84CDCCB380F9}" srcOrd="3" destOrd="0" presId="urn:microsoft.com/office/officeart/2005/8/layout/process1"/>
    <dgm:cxn modelId="{FAF4956F-1497-4AFD-A5ED-E2AF27052FD6}" type="presParOf" srcId="{02684325-13B6-40BF-9C35-84CDCCB380F9}" destId="{FDD1A088-CCC0-4C20-89AC-785ED13BCBDB}" srcOrd="0" destOrd="0" presId="urn:microsoft.com/office/officeart/2005/8/layout/process1"/>
    <dgm:cxn modelId="{12E23435-4E00-4850-B831-B64D7105D1CD}" type="presParOf" srcId="{D98160C1-6E14-4C78-AB98-7F4D02727DF6}" destId="{8EA6702D-D9F9-412D-84DD-F146507BB281}" srcOrd="4" destOrd="0" presId="urn:microsoft.com/office/officeart/2005/8/layout/process1"/>
    <dgm:cxn modelId="{9E3C344C-D7A8-43E4-B8AE-CAC642325F08}" type="presParOf" srcId="{D98160C1-6E14-4C78-AB98-7F4D02727DF6}" destId="{E001CEBE-699A-4DF6-913E-4EEB50639D0E}" srcOrd="5" destOrd="0" presId="urn:microsoft.com/office/officeart/2005/8/layout/process1"/>
    <dgm:cxn modelId="{A1038D3C-FDF3-4955-A937-DC8E217DE3D0}" type="presParOf" srcId="{E001CEBE-699A-4DF6-913E-4EEB50639D0E}" destId="{074D3463-D79D-4095-A8D7-8DCC682E52A7}" srcOrd="0" destOrd="0" presId="urn:microsoft.com/office/officeart/2005/8/layout/process1"/>
    <dgm:cxn modelId="{3BFE2C92-0B4B-4C1D-AEC0-3473451B8BD8}" type="presParOf" srcId="{D98160C1-6E14-4C78-AB98-7F4D02727DF6}" destId="{B2B9AD1E-AFEE-4B4B-9345-7B83D439A4F3}" srcOrd="6" destOrd="0" presId="urn:microsoft.com/office/officeart/2005/8/layout/process1"/>
    <dgm:cxn modelId="{33B44149-E0BD-4B2C-A253-9E6BFE65357C}" type="presParOf" srcId="{D98160C1-6E14-4C78-AB98-7F4D02727DF6}" destId="{DB5D4AD1-440E-4B99-B23E-ECF358A56EBC}" srcOrd="7" destOrd="0" presId="urn:microsoft.com/office/officeart/2005/8/layout/process1"/>
    <dgm:cxn modelId="{32EA0003-35FD-44C2-AA66-3FDFE12048D3}" type="presParOf" srcId="{DB5D4AD1-440E-4B99-B23E-ECF358A56EBC}" destId="{4859564C-E552-44E3-9D31-600266634E4C}" srcOrd="0" destOrd="0" presId="urn:microsoft.com/office/officeart/2005/8/layout/process1"/>
    <dgm:cxn modelId="{91303C12-0F24-4EE7-8B01-633E6D9C28BF}" type="presParOf" srcId="{D98160C1-6E14-4C78-AB98-7F4D02727DF6}" destId="{89166894-4932-4F22-BD25-7BCF7D9FD118}" srcOrd="8" destOrd="0" presId="urn:microsoft.com/office/officeart/2005/8/layout/process1"/>
    <dgm:cxn modelId="{A93E91BC-C79A-403D-80A7-E7E4D1B7C615}" type="presParOf" srcId="{D98160C1-6E14-4C78-AB98-7F4D02727DF6}" destId="{94865739-5EBA-477E-A802-C27875128B92}" srcOrd="9" destOrd="0" presId="urn:microsoft.com/office/officeart/2005/8/layout/process1"/>
    <dgm:cxn modelId="{D21E1B65-98BA-4738-9BCF-1546E22D64B9}" type="presParOf" srcId="{94865739-5EBA-477E-A802-C27875128B92}" destId="{31500DA2-6EA0-4007-92F7-55D3EBB0907F}" srcOrd="0" destOrd="0" presId="urn:microsoft.com/office/officeart/2005/8/layout/process1"/>
    <dgm:cxn modelId="{16188D4B-5ECA-42A2-80C4-3EE02EEA1BA5}" type="presParOf" srcId="{D98160C1-6E14-4C78-AB98-7F4D02727DF6}" destId="{F3AA701D-00F6-46A1-A079-1ADF881CEA77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63F380-E595-4B6D-AB4D-F0A942B2AECF}" type="doc">
      <dgm:prSet loTypeId="urn:microsoft.com/office/officeart/2005/8/layout/hList1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fr-FR"/>
        </a:p>
      </dgm:t>
    </dgm:pt>
    <dgm:pt modelId="{E9A8CD55-0FF2-450D-A3C7-F40E82065976}">
      <dgm:prSet phldrT="[Text]" custT="1"/>
      <dgm:spPr/>
      <dgm:t>
        <a:bodyPr/>
        <a:lstStyle/>
        <a:p>
          <a:r>
            <a: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Vérifications</a:t>
          </a:r>
          <a:endParaRPr lang="fr-FR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BEF072E-01B8-4BE2-A7F4-A4BACAD78641}" type="parTrans" cxnId="{9F3CFF8F-DDFF-4328-9DCF-54D70086FA93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05CC6F3-25F4-4BA8-B6B8-3C0730B438D3}" type="sibTrans" cxnId="{9F3CFF8F-DDFF-4328-9DCF-54D70086FA93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094674B-5A71-421B-9506-D87A1A96E672}">
      <dgm:prSet phldrT="[Text]" custT="1"/>
      <dgm:spPr/>
      <dgm:t>
        <a:bodyPr/>
        <a:lstStyle/>
        <a:p>
          <a:pPr algn="l">
            <a:spcAft>
              <a:spcPts val="1200"/>
            </a:spcAft>
          </a:pPr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Nombre lignes/colonnes</a:t>
          </a:r>
          <a:endParaRPr lang="fr-FR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FE04FA6-1BBE-4E9D-A822-B91AEC2F2B18}" type="parTrans" cxnId="{90D8A986-F943-4CA5-BE9D-7062F0C52A35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CF7C976-8BF7-4F41-B456-799F1FBCB7EF}" type="sibTrans" cxnId="{90D8A986-F943-4CA5-BE9D-7062F0C52A35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D5DE7C6-5FB0-4913-9FD1-6541E11D2CE4}">
      <dgm:prSet phldrT="[Text]" custT="1"/>
      <dgm:spPr/>
      <dgm:t>
        <a:bodyPr/>
        <a:lstStyle/>
        <a:p>
          <a:pPr algn="l">
            <a:spcAft>
              <a:spcPts val="1200"/>
            </a:spcAft>
          </a:pPr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Valeurs manquantes </a:t>
          </a:r>
          <a:r>
            <a:rPr lang="fr-FR" sz="14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(remplacées par moy groupe)</a:t>
          </a:r>
          <a:endParaRPr lang="fr-FR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7EC0766-18B4-4C7B-BB63-2A3396714F4A}" type="parTrans" cxnId="{47B7C401-BDEA-41B7-8E3E-2D9F9D9C8F2C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B31DCEF-B8DD-46B7-B77F-624B2CA8F483}" type="sibTrans" cxnId="{47B7C401-BDEA-41B7-8E3E-2D9F9D9C8F2C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3FC53DF-8444-4B2E-9AC1-9EA8C11BE9B5}">
      <dgm:prSet phldrT="[Text]" custT="1"/>
      <dgm:spPr/>
      <dgm:t>
        <a:bodyPr/>
        <a:lstStyle/>
        <a:p>
          <a:pPr algn="l">
            <a:spcAft>
              <a:spcPts val="1200"/>
            </a:spcAft>
          </a:pPr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Valeurs aberrantes </a:t>
          </a:r>
          <a:r>
            <a:rPr lang="fr-FR" sz="14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(min/max étranges)</a:t>
          </a:r>
          <a:endParaRPr lang="fr-FR" sz="14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F639927-84CF-4CC2-9669-1B06A0115532}" type="parTrans" cxnId="{A7E47385-6FA3-4779-8BE3-8A6CC5056AF6}">
      <dgm:prSet/>
      <dgm:spPr/>
      <dgm:t>
        <a:bodyPr/>
        <a:lstStyle/>
        <a:p>
          <a:endParaRPr lang="fr-FR"/>
        </a:p>
      </dgm:t>
    </dgm:pt>
    <dgm:pt modelId="{74C9EDAB-4896-4D78-AA64-8CC7EBC2ABC3}" type="sibTrans" cxnId="{A7E47385-6FA3-4779-8BE3-8A6CC5056AF6}">
      <dgm:prSet/>
      <dgm:spPr/>
      <dgm:t>
        <a:bodyPr/>
        <a:lstStyle/>
        <a:p>
          <a:endParaRPr lang="fr-FR"/>
        </a:p>
      </dgm:t>
    </dgm:pt>
    <dgm:pt modelId="{BC59B8C6-9A97-46FE-A923-45C6A3A88954}">
      <dgm:prSet phldrT="[Text]" custT="1"/>
      <dgm:spPr/>
      <dgm:t>
        <a:bodyPr/>
        <a:lstStyle/>
        <a:p>
          <a:pPr algn="l">
            <a:spcAft>
              <a:spcPts val="1200"/>
            </a:spcAft>
          </a:pPr>
          <a:r>
            <a:rPr lang="fr-FR" sz="14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600" i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Format données                </a:t>
          </a:r>
          <a:r>
            <a:rPr lang="fr-FR" sz="14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(+ 2 chiffres après « . »)</a:t>
          </a:r>
          <a:endParaRPr lang="fr-FR" sz="14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B43E6E5-3B61-48E2-973F-E7FD7C552F52}" type="parTrans" cxnId="{F5489CA8-68A3-48D7-8083-96DD7CAFD56F}">
      <dgm:prSet/>
      <dgm:spPr/>
      <dgm:t>
        <a:bodyPr/>
        <a:lstStyle/>
        <a:p>
          <a:endParaRPr lang="fr-FR"/>
        </a:p>
      </dgm:t>
    </dgm:pt>
    <dgm:pt modelId="{2D8F4E9A-21D7-48CD-A14B-90DFEACD02EB}" type="sibTrans" cxnId="{F5489CA8-68A3-48D7-8083-96DD7CAFD56F}">
      <dgm:prSet/>
      <dgm:spPr/>
      <dgm:t>
        <a:bodyPr/>
        <a:lstStyle/>
        <a:p>
          <a:endParaRPr lang="fr-FR"/>
        </a:p>
      </dgm:t>
    </dgm:pt>
    <dgm:pt modelId="{1A75B819-C36D-4378-928F-EBFB55D3775E}">
      <dgm:prSet phldrT="[Text]" custT="1"/>
      <dgm:spPr/>
      <dgm:t>
        <a:bodyPr/>
        <a:lstStyle/>
        <a:p>
          <a:pPr algn="l">
            <a:spcAft>
              <a:spcPts val="1200"/>
            </a:spcAft>
          </a:pPr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Types des données</a:t>
          </a:r>
          <a:endParaRPr lang="fr-FR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E07A002-4584-4A7C-8ABF-C67877D72FAD}" type="parTrans" cxnId="{23EDCF80-902D-4B56-9351-EB3B7835AC77}">
      <dgm:prSet/>
      <dgm:spPr/>
      <dgm:t>
        <a:bodyPr/>
        <a:lstStyle/>
        <a:p>
          <a:endParaRPr lang="fr-FR"/>
        </a:p>
      </dgm:t>
    </dgm:pt>
    <dgm:pt modelId="{DDF510FB-FB29-485C-9663-EA8E0B494067}" type="sibTrans" cxnId="{23EDCF80-902D-4B56-9351-EB3B7835AC77}">
      <dgm:prSet/>
      <dgm:spPr/>
      <dgm:t>
        <a:bodyPr/>
        <a:lstStyle/>
        <a:p>
          <a:endParaRPr lang="fr-FR"/>
        </a:p>
      </dgm:t>
    </dgm:pt>
    <dgm:pt modelId="{5A193909-B4A9-4697-BC6B-552EB3B7F593}">
      <dgm:prSet phldrT="[Text]" custT="1"/>
      <dgm:spPr/>
      <dgm:t>
        <a:bodyPr/>
        <a:lstStyle/>
        <a:p>
          <a:pPr algn="l">
            <a:spcAft>
              <a:spcPts val="1200"/>
            </a:spcAft>
          </a:pPr>
          <a:r>
            <a:rPr lang="fr-FR" sz="1600" i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Pas de doublons</a:t>
          </a:r>
          <a:endParaRPr lang="fr-FR" sz="1600" i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0BD239A-C641-4B89-A02C-7F67D072B934}" type="parTrans" cxnId="{CD518EFA-86A8-4F99-92C8-46354E129EB5}">
      <dgm:prSet/>
      <dgm:spPr/>
      <dgm:t>
        <a:bodyPr/>
        <a:lstStyle/>
        <a:p>
          <a:endParaRPr lang="fr-FR"/>
        </a:p>
      </dgm:t>
    </dgm:pt>
    <dgm:pt modelId="{194E85B1-7DFF-48D0-90C4-BB7E8459DC32}" type="sibTrans" cxnId="{CD518EFA-86A8-4F99-92C8-46354E129EB5}">
      <dgm:prSet/>
      <dgm:spPr/>
      <dgm:t>
        <a:bodyPr/>
        <a:lstStyle/>
        <a:p>
          <a:endParaRPr lang="fr-FR"/>
        </a:p>
      </dgm:t>
    </dgm:pt>
    <dgm:pt modelId="{79FC0926-32A8-4DDD-9A4B-50191481D0C7}" type="pres">
      <dgm:prSet presAssocID="{5263F380-E595-4B6D-AB4D-F0A942B2AEC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F6A83199-6819-47DD-BA5E-489EDE36D1B4}" type="pres">
      <dgm:prSet presAssocID="{E9A8CD55-0FF2-450D-A3C7-F40E82065976}" presName="composite" presStyleCnt="0"/>
      <dgm:spPr/>
    </dgm:pt>
    <dgm:pt modelId="{914C3E83-C352-40E8-815A-BA1330AB6DE0}" type="pres">
      <dgm:prSet presAssocID="{E9A8CD55-0FF2-450D-A3C7-F40E82065976}" presName="parTx" presStyleLbl="alignNode1" presStyleIdx="0" presStyleCnt="1" custScaleY="100000" custLinFactNeighborX="3448" custLinFactNeighborY="-1524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60023E3-54B5-4260-9466-75E018FBF232}" type="pres">
      <dgm:prSet presAssocID="{E9A8CD55-0FF2-450D-A3C7-F40E82065976}" presName="desTx" presStyleLbl="alignAccFollowNode1" presStyleIdx="0" presStyleCnt="1" custScaleY="104320" custLinFactNeighborY="-230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E985C58F-618B-43CC-82BC-5A8BEC4D6C1D}" type="presOf" srcId="{E9A8CD55-0FF2-450D-A3C7-F40E82065976}" destId="{914C3E83-C352-40E8-815A-BA1330AB6DE0}" srcOrd="0" destOrd="0" presId="urn:microsoft.com/office/officeart/2005/8/layout/hList1"/>
    <dgm:cxn modelId="{0A8A7FBA-81A8-4D4B-A3AD-4880C07ADCD4}" type="presOf" srcId="{F094674B-5A71-421B-9506-D87A1A96E672}" destId="{860023E3-54B5-4260-9466-75E018FBF232}" srcOrd="0" destOrd="0" presId="urn:microsoft.com/office/officeart/2005/8/layout/hList1"/>
    <dgm:cxn modelId="{F8123BC7-1A99-4421-A6EB-0E86198F1081}" type="presOf" srcId="{53FC53DF-8444-4B2E-9AC1-9EA8C11BE9B5}" destId="{860023E3-54B5-4260-9466-75E018FBF232}" srcOrd="0" destOrd="3" presId="urn:microsoft.com/office/officeart/2005/8/layout/hList1"/>
    <dgm:cxn modelId="{9F3CFF8F-DDFF-4328-9DCF-54D70086FA93}" srcId="{5263F380-E595-4B6D-AB4D-F0A942B2AECF}" destId="{E9A8CD55-0FF2-450D-A3C7-F40E82065976}" srcOrd="0" destOrd="0" parTransId="{7BEF072E-01B8-4BE2-A7F4-A4BACAD78641}" sibTransId="{505CC6F3-25F4-4BA8-B6B8-3C0730B438D3}"/>
    <dgm:cxn modelId="{90D8A986-F943-4CA5-BE9D-7062F0C52A35}" srcId="{E9A8CD55-0FF2-450D-A3C7-F40E82065976}" destId="{F094674B-5A71-421B-9506-D87A1A96E672}" srcOrd="0" destOrd="0" parTransId="{6FE04FA6-1BBE-4E9D-A822-B91AEC2F2B18}" sibTransId="{DCF7C976-8BF7-4F41-B456-799F1FBCB7EF}"/>
    <dgm:cxn modelId="{CD518EFA-86A8-4F99-92C8-46354E129EB5}" srcId="{E9A8CD55-0FF2-450D-A3C7-F40E82065976}" destId="{5A193909-B4A9-4697-BC6B-552EB3B7F593}" srcOrd="5" destOrd="0" parTransId="{E0BD239A-C641-4B89-A02C-7F67D072B934}" sibTransId="{194E85B1-7DFF-48D0-90C4-BB7E8459DC32}"/>
    <dgm:cxn modelId="{2BE52705-9817-4AF0-85BE-984BA491A2B5}" type="presOf" srcId="{BC59B8C6-9A97-46FE-A923-45C6A3A88954}" destId="{860023E3-54B5-4260-9466-75E018FBF232}" srcOrd="0" destOrd="4" presId="urn:microsoft.com/office/officeart/2005/8/layout/hList1"/>
    <dgm:cxn modelId="{7D7B4BD4-C24E-444A-BF4F-277E08FBC918}" type="presOf" srcId="{9D5DE7C6-5FB0-4913-9FD1-6541E11D2CE4}" destId="{860023E3-54B5-4260-9466-75E018FBF232}" srcOrd="0" destOrd="2" presId="urn:microsoft.com/office/officeart/2005/8/layout/hList1"/>
    <dgm:cxn modelId="{47B7C401-BDEA-41B7-8E3E-2D9F9D9C8F2C}" srcId="{E9A8CD55-0FF2-450D-A3C7-F40E82065976}" destId="{9D5DE7C6-5FB0-4913-9FD1-6541E11D2CE4}" srcOrd="2" destOrd="0" parTransId="{27EC0766-18B4-4C7B-BB63-2A3396714F4A}" sibTransId="{7B31DCEF-B8DD-46B7-B77F-624B2CA8F483}"/>
    <dgm:cxn modelId="{8DCE78E8-9062-4300-A124-FA46A3135740}" type="presOf" srcId="{5A193909-B4A9-4697-BC6B-552EB3B7F593}" destId="{860023E3-54B5-4260-9466-75E018FBF232}" srcOrd="0" destOrd="5" presId="urn:microsoft.com/office/officeart/2005/8/layout/hList1"/>
    <dgm:cxn modelId="{F5489CA8-68A3-48D7-8083-96DD7CAFD56F}" srcId="{E9A8CD55-0FF2-450D-A3C7-F40E82065976}" destId="{BC59B8C6-9A97-46FE-A923-45C6A3A88954}" srcOrd="4" destOrd="0" parTransId="{3B43E6E5-3B61-48E2-973F-E7FD7C552F52}" sibTransId="{2D8F4E9A-21D7-48CD-A14B-90DFEACD02EB}"/>
    <dgm:cxn modelId="{23EDCF80-902D-4B56-9351-EB3B7835AC77}" srcId="{E9A8CD55-0FF2-450D-A3C7-F40E82065976}" destId="{1A75B819-C36D-4378-928F-EBFB55D3775E}" srcOrd="1" destOrd="0" parTransId="{5E07A002-4584-4A7C-8ABF-C67877D72FAD}" sibTransId="{DDF510FB-FB29-485C-9663-EA8E0B494067}"/>
    <dgm:cxn modelId="{A7E47385-6FA3-4779-8BE3-8A6CC5056AF6}" srcId="{E9A8CD55-0FF2-450D-A3C7-F40E82065976}" destId="{53FC53DF-8444-4B2E-9AC1-9EA8C11BE9B5}" srcOrd="3" destOrd="0" parTransId="{EF639927-84CF-4CC2-9669-1B06A0115532}" sibTransId="{74C9EDAB-4896-4D78-AA64-8CC7EBC2ABC3}"/>
    <dgm:cxn modelId="{1186E105-E7EF-4242-AD75-7968AC8C6C17}" type="presOf" srcId="{5263F380-E595-4B6D-AB4D-F0A942B2AECF}" destId="{79FC0926-32A8-4DDD-9A4B-50191481D0C7}" srcOrd="0" destOrd="0" presId="urn:microsoft.com/office/officeart/2005/8/layout/hList1"/>
    <dgm:cxn modelId="{D87E6DC2-1C68-4019-94A5-5E06E7633129}" type="presOf" srcId="{1A75B819-C36D-4378-928F-EBFB55D3775E}" destId="{860023E3-54B5-4260-9466-75E018FBF232}" srcOrd="0" destOrd="1" presId="urn:microsoft.com/office/officeart/2005/8/layout/hList1"/>
    <dgm:cxn modelId="{F0A8F258-0403-4325-9573-761B49554691}" type="presParOf" srcId="{79FC0926-32A8-4DDD-9A4B-50191481D0C7}" destId="{F6A83199-6819-47DD-BA5E-489EDE36D1B4}" srcOrd="0" destOrd="0" presId="urn:microsoft.com/office/officeart/2005/8/layout/hList1"/>
    <dgm:cxn modelId="{E585C893-1FD9-4891-A0DD-59A1F4776898}" type="presParOf" srcId="{F6A83199-6819-47DD-BA5E-489EDE36D1B4}" destId="{914C3E83-C352-40E8-815A-BA1330AB6DE0}" srcOrd="0" destOrd="0" presId="urn:microsoft.com/office/officeart/2005/8/layout/hList1"/>
    <dgm:cxn modelId="{9C4CB1F2-D995-494B-9EA8-6B4ED1D8C559}" type="presParOf" srcId="{F6A83199-6819-47DD-BA5E-489EDE36D1B4}" destId="{860023E3-54B5-4260-9466-75E018FBF23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2B2F2C-D1B3-44CB-AB58-92B5F5D08684}" type="doc">
      <dgm:prSet loTypeId="urn:microsoft.com/office/officeart/2005/8/layout/hierarchy2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AFF32663-A2ED-499D-AA73-64327DCF4B33}">
      <dgm:prSet phldrT="[Text]" custT="1"/>
      <dgm:spPr>
        <a:solidFill>
          <a:schemeClr val="accent5"/>
        </a:solidFill>
      </dgm:spPr>
      <dgm:t>
        <a:bodyPr/>
        <a:lstStyle/>
        <a:p>
          <a:r>
            <a: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Analyse exploratoire</a:t>
          </a:r>
          <a:endParaRPr lang="fr-FR" sz="2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9026553-2F88-4FE1-A238-B2CA9E32BE4E}" type="parTrans" cxnId="{42C33AD6-111C-4D8C-BF4D-3E5FC523DA21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BBE4661-88EE-4210-A3F7-59D63D2E72B7}" type="sibTrans" cxnId="{42C33AD6-111C-4D8C-BF4D-3E5FC523DA21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408428C-4C98-41D6-81EE-F389E21A6529}">
      <dgm:prSet phldrT="[Text]" custT="1"/>
      <dgm:spPr>
        <a:solidFill>
          <a:schemeClr val="accent3"/>
        </a:solidFill>
      </dgm:spPr>
      <dgm:t>
        <a:bodyPr/>
        <a:lstStyle/>
        <a:p>
          <a:r>
            <a:rPr lang="fr-FR" sz="16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Répartition des billets</a:t>
          </a:r>
          <a:endParaRPr lang="fr-FR" sz="16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634B7BF-BE25-446C-9FC9-AC21AE766B6A}" type="parTrans" cxnId="{8F412524-1599-4114-919E-83D5699ABAA5}">
      <dgm:prSet/>
      <dgm:spPr/>
      <dgm:t>
        <a:bodyPr/>
        <a:lstStyle/>
        <a:p>
          <a:endParaRPr lang="fr-FR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BC36664-1722-4CF7-A699-7FD49160067D}" type="sibTrans" cxnId="{8F412524-1599-4114-919E-83D5699ABAA5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8FA5FC9-47D6-47A0-8256-2DD074789212}">
      <dgm:prSet phldrT="[Text]" custT="1"/>
      <dgm:spPr>
        <a:solidFill>
          <a:schemeClr val="accent3"/>
        </a:solidFill>
      </dgm:spPr>
      <dgm:t>
        <a:bodyPr/>
        <a:lstStyle/>
        <a:p>
          <a:r>
            <a:rPr lang="fr-FR" sz="16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Distribution des dimensions et outliers</a:t>
          </a:r>
          <a:r>
            <a:rPr lang="fr-FR" sz="1200" i="1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200" i="1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132549C-BA91-415D-9E62-554517FAF7A8}" type="parTrans" cxnId="{42AFFBC3-EBD9-4252-8ACB-221BD1CA12F9}">
      <dgm:prSet/>
      <dgm:spPr/>
      <dgm:t>
        <a:bodyPr/>
        <a:lstStyle/>
        <a:p>
          <a:endParaRPr lang="fr-FR" dirty="0"/>
        </a:p>
      </dgm:t>
    </dgm:pt>
    <dgm:pt modelId="{E097B4ED-7616-471C-83DD-3195F626AD92}" type="sibTrans" cxnId="{42AFFBC3-EBD9-4252-8ACB-221BD1CA12F9}">
      <dgm:prSet/>
      <dgm:spPr/>
      <dgm:t>
        <a:bodyPr/>
        <a:lstStyle/>
        <a:p>
          <a:endParaRPr lang="fr-FR"/>
        </a:p>
      </dgm:t>
    </dgm:pt>
    <dgm:pt modelId="{6F7742D7-7015-4AD3-A699-BDBC398874CE}">
      <dgm:prSet phldrT="[Text]" custT="1"/>
      <dgm:spPr>
        <a:solidFill>
          <a:schemeClr val="accent3"/>
        </a:solidFill>
      </dgm:spPr>
      <dgm:t>
        <a:bodyPr/>
        <a:lstStyle/>
        <a:p>
          <a:r>
            <a:rPr lang="fr-FR" sz="16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Corrélations</a:t>
          </a:r>
          <a:endParaRPr lang="fr-FR" sz="16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3A444DF-492E-4E27-9950-A2F99610E31F}" type="sibTrans" cxnId="{98127AB5-CFCF-4C06-AE60-070194ED696F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CEE0489-12D8-44E8-B9DB-3A20F80F9774}" type="parTrans" cxnId="{98127AB5-CFCF-4C06-AE60-070194ED696F}">
      <dgm:prSet/>
      <dgm:spPr/>
      <dgm:t>
        <a:bodyPr/>
        <a:lstStyle/>
        <a:p>
          <a:endParaRPr lang="fr-FR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6AE891A-E54B-4C6E-963D-19252A7D167F}" type="pres">
      <dgm:prSet presAssocID="{222B2F2C-D1B3-44CB-AB58-92B5F5D0868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50613D8-77C5-43B6-BC67-5156CDFC0A39}" type="pres">
      <dgm:prSet presAssocID="{AFF32663-A2ED-499D-AA73-64327DCF4B33}" presName="root1" presStyleCnt="0"/>
      <dgm:spPr/>
    </dgm:pt>
    <dgm:pt modelId="{CA506172-C665-46DF-9CE4-D83C05D6E19A}" type="pres">
      <dgm:prSet presAssocID="{AFF32663-A2ED-499D-AA73-64327DCF4B33}" presName="LevelOneTextNode" presStyleLbl="node0" presStyleIdx="0" presStyleCnt="1" custScaleX="83525" custScaleY="166887" custLinFactNeighborX="9878" custLinFactNeighborY="-78415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fr-FR"/>
        </a:p>
      </dgm:t>
    </dgm:pt>
    <dgm:pt modelId="{F12694A9-4AAB-4F96-BD79-C9711D053A53}" type="pres">
      <dgm:prSet presAssocID="{AFF32663-A2ED-499D-AA73-64327DCF4B33}" presName="level2hierChild" presStyleCnt="0"/>
      <dgm:spPr/>
    </dgm:pt>
    <dgm:pt modelId="{3778432F-A53A-44D2-BEBD-C6F85A1C8086}" type="pres">
      <dgm:prSet presAssocID="{F634B7BF-BE25-446C-9FC9-AC21AE766B6A}" presName="conn2-1" presStyleLbl="parChTrans1D2" presStyleIdx="0" presStyleCnt="3"/>
      <dgm:spPr/>
      <dgm:t>
        <a:bodyPr/>
        <a:lstStyle/>
        <a:p>
          <a:endParaRPr lang="fr-FR"/>
        </a:p>
      </dgm:t>
    </dgm:pt>
    <dgm:pt modelId="{8DC85AD1-2142-4294-9C04-F26302C2BB71}" type="pres">
      <dgm:prSet presAssocID="{F634B7BF-BE25-446C-9FC9-AC21AE766B6A}" presName="connTx" presStyleLbl="parChTrans1D2" presStyleIdx="0" presStyleCnt="3"/>
      <dgm:spPr/>
      <dgm:t>
        <a:bodyPr/>
        <a:lstStyle/>
        <a:p>
          <a:endParaRPr lang="fr-FR"/>
        </a:p>
      </dgm:t>
    </dgm:pt>
    <dgm:pt modelId="{017B4B98-25D3-4E06-B275-9F1E4EEFA077}" type="pres">
      <dgm:prSet presAssocID="{F408428C-4C98-41D6-81EE-F389E21A6529}" presName="root2" presStyleCnt="0"/>
      <dgm:spPr/>
    </dgm:pt>
    <dgm:pt modelId="{FC7CD323-55A3-4471-981E-5E32B0A0FE6A}" type="pres">
      <dgm:prSet presAssocID="{F408428C-4C98-41D6-81EE-F389E21A6529}" presName="LevelTwoTextNode" presStyleLbl="node2" presStyleIdx="0" presStyleCnt="3" custScaleY="66755" custLinFactNeighborX="64" custLinFactNeighborY="-60078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E7AE16EE-FC0C-4E25-9CA0-953E991284B8}" type="pres">
      <dgm:prSet presAssocID="{F408428C-4C98-41D6-81EE-F389E21A6529}" presName="level3hierChild" presStyleCnt="0"/>
      <dgm:spPr/>
    </dgm:pt>
    <dgm:pt modelId="{D4CC9E38-8AFB-4259-8ADD-2AA3EEB401D5}" type="pres">
      <dgm:prSet presAssocID="{A132549C-BA91-415D-9E62-554517FAF7A8}" presName="conn2-1" presStyleLbl="parChTrans1D2" presStyleIdx="1" presStyleCnt="3"/>
      <dgm:spPr/>
      <dgm:t>
        <a:bodyPr/>
        <a:lstStyle/>
        <a:p>
          <a:endParaRPr lang="fr-FR"/>
        </a:p>
      </dgm:t>
    </dgm:pt>
    <dgm:pt modelId="{E13EFB24-CD95-4652-B1F2-35B2A6A566DF}" type="pres">
      <dgm:prSet presAssocID="{A132549C-BA91-415D-9E62-554517FAF7A8}" presName="connTx" presStyleLbl="parChTrans1D2" presStyleIdx="1" presStyleCnt="3"/>
      <dgm:spPr/>
      <dgm:t>
        <a:bodyPr/>
        <a:lstStyle/>
        <a:p>
          <a:endParaRPr lang="fr-FR"/>
        </a:p>
      </dgm:t>
    </dgm:pt>
    <dgm:pt modelId="{C00FAA67-6248-439B-940B-812B2CCFE5B6}" type="pres">
      <dgm:prSet presAssocID="{18FA5FC9-47D6-47A0-8256-2DD074789212}" presName="root2" presStyleCnt="0"/>
      <dgm:spPr/>
    </dgm:pt>
    <dgm:pt modelId="{E521B613-7B6E-471A-9304-5AB43FD97553}" type="pres">
      <dgm:prSet presAssocID="{18FA5FC9-47D6-47A0-8256-2DD074789212}" presName="LevelTwoTextNode" presStyleLbl="node2" presStyleIdx="1" presStyleCnt="3" custScaleY="66755" custLinFactX="-16913" custLinFactNeighborX="-100000" custLinFactNeighborY="98499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A8812DAF-BB9F-4D79-8CEA-E2DA1A8BE358}" type="pres">
      <dgm:prSet presAssocID="{18FA5FC9-47D6-47A0-8256-2DD074789212}" presName="level3hierChild" presStyleCnt="0"/>
      <dgm:spPr/>
    </dgm:pt>
    <dgm:pt modelId="{2C5B1BD6-97CF-4DEF-87A1-312CA1B7B6A6}" type="pres">
      <dgm:prSet presAssocID="{9CEE0489-12D8-44E8-B9DB-3A20F80F9774}" presName="conn2-1" presStyleLbl="parChTrans1D2" presStyleIdx="2" presStyleCnt="3"/>
      <dgm:spPr/>
      <dgm:t>
        <a:bodyPr/>
        <a:lstStyle/>
        <a:p>
          <a:endParaRPr lang="fr-FR"/>
        </a:p>
      </dgm:t>
    </dgm:pt>
    <dgm:pt modelId="{0B4BC9BB-9790-4138-AEFF-D793E5ED8DB0}" type="pres">
      <dgm:prSet presAssocID="{9CEE0489-12D8-44E8-B9DB-3A20F80F9774}" presName="connTx" presStyleLbl="parChTrans1D2" presStyleIdx="2" presStyleCnt="3"/>
      <dgm:spPr/>
      <dgm:t>
        <a:bodyPr/>
        <a:lstStyle/>
        <a:p>
          <a:endParaRPr lang="fr-FR"/>
        </a:p>
      </dgm:t>
    </dgm:pt>
    <dgm:pt modelId="{D8FD8955-B3C7-4F40-A361-8D12041F9871}" type="pres">
      <dgm:prSet presAssocID="{6F7742D7-7015-4AD3-A699-BDBC398874CE}" presName="root2" presStyleCnt="0"/>
      <dgm:spPr/>
    </dgm:pt>
    <dgm:pt modelId="{EBC84FBB-DDCD-424B-AEB7-A06760E8C1A8}" type="pres">
      <dgm:prSet presAssocID="{6F7742D7-7015-4AD3-A699-BDBC398874CE}" presName="LevelTwoTextNode" presStyleLbl="node2" presStyleIdx="2" presStyleCnt="3" custScaleY="66755" custLinFactNeighborY="1673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24C9B55-92D9-437C-BAF6-F72F0D137329}" type="pres">
      <dgm:prSet presAssocID="{6F7742D7-7015-4AD3-A699-BDBC398874CE}" presName="level3hierChild" presStyleCnt="0"/>
      <dgm:spPr/>
    </dgm:pt>
  </dgm:ptLst>
  <dgm:cxnLst>
    <dgm:cxn modelId="{965B905A-50C8-4187-A978-06485E6EB1BA}" type="presOf" srcId="{A132549C-BA91-415D-9E62-554517FAF7A8}" destId="{D4CC9E38-8AFB-4259-8ADD-2AA3EEB401D5}" srcOrd="0" destOrd="0" presId="urn:microsoft.com/office/officeart/2005/8/layout/hierarchy2"/>
    <dgm:cxn modelId="{CCA58BBB-99AA-4DC9-9A96-3ADB57E00003}" type="presOf" srcId="{F408428C-4C98-41D6-81EE-F389E21A6529}" destId="{FC7CD323-55A3-4471-981E-5E32B0A0FE6A}" srcOrd="0" destOrd="0" presId="urn:microsoft.com/office/officeart/2005/8/layout/hierarchy2"/>
    <dgm:cxn modelId="{519098D6-0BA3-4327-9B83-7EBBCEC96EED}" type="presOf" srcId="{A132549C-BA91-415D-9E62-554517FAF7A8}" destId="{E13EFB24-CD95-4652-B1F2-35B2A6A566DF}" srcOrd="1" destOrd="0" presId="urn:microsoft.com/office/officeart/2005/8/layout/hierarchy2"/>
    <dgm:cxn modelId="{A2F400F2-1439-438E-B19E-DAA25B3D4313}" type="presOf" srcId="{18FA5FC9-47D6-47A0-8256-2DD074789212}" destId="{E521B613-7B6E-471A-9304-5AB43FD97553}" srcOrd="0" destOrd="0" presId="urn:microsoft.com/office/officeart/2005/8/layout/hierarchy2"/>
    <dgm:cxn modelId="{5D546A70-1043-4542-AEB5-258ACFBE89C2}" type="presOf" srcId="{F634B7BF-BE25-446C-9FC9-AC21AE766B6A}" destId="{3778432F-A53A-44D2-BEBD-C6F85A1C8086}" srcOrd="0" destOrd="0" presId="urn:microsoft.com/office/officeart/2005/8/layout/hierarchy2"/>
    <dgm:cxn modelId="{42C33AD6-111C-4D8C-BF4D-3E5FC523DA21}" srcId="{222B2F2C-D1B3-44CB-AB58-92B5F5D08684}" destId="{AFF32663-A2ED-499D-AA73-64327DCF4B33}" srcOrd="0" destOrd="0" parTransId="{99026553-2F88-4FE1-A238-B2CA9E32BE4E}" sibTransId="{8BBE4661-88EE-4210-A3F7-59D63D2E72B7}"/>
    <dgm:cxn modelId="{E51E4392-1DA0-4359-B84D-6742FD04654E}" type="presOf" srcId="{F634B7BF-BE25-446C-9FC9-AC21AE766B6A}" destId="{8DC85AD1-2142-4294-9C04-F26302C2BB71}" srcOrd="1" destOrd="0" presId="urn:microsoft.com/office/officeart/2005/8/layout/hierarchy2"/>
    <dgm:cxn modelId="{98127AB5-CFCF-4C06-AE60-070194ED696F}" srcId="{AFF32663-A2ED-499D-AA73-64327DCF4B33}" destId="{6F7742D7-7015-4AD3-A699-BDBC398874CE}" srcOrd="2" destOrd="0" parTransId="{9CEE0489-12D8-44E8-B9DB-3A20F80F9774}" sibTransId="{F3A444DF-492E-4E27-9950-A2F99610E31F}"/>
    <dgm:cxn modelId="{5B4BC32B-52F6-4377-9146-783EA7C37AE0}" type="presOf" srcId="{9CEE0489-12D8-44E8-B9DB-3A20F80F9774}" destId="{0B4BC9BB-9790-4138-AEFF-D793E5ED8DB0}" srcOrd="1" destOrd="0" presId="urn:microsoft.com/office/officeart/2005/8/layout/hierarchy2"/>
    <dgm:cxn modelId="{807861B3-BE6F-435D-88A5-DD76AB7F42C6}" type="presOf" srcId="{AFF32663-A2ED-499D-AA73-64327DCF4B33}" destId="{CA506172-C665-46DF-9CE4-D83C05D6E19A}" srcOrd="0" destOrd="0" presId="urn:microsoft.com/office/officeart/2005/8/layout/hierarchy2"/>
    <dgm:cxn modelId="{42AFFBC3-EBD9-4252-8ACB-221BD1CA12F9}" srcId="{AFF32663-A2ED-499D-AA73-64327DCF4B33}" destId="{18FA5FC9-47D6-47A0-8256-2DD074789212}" srcOrd="1" destOrd="0" parTransId="{A132549C-BA91-415D-9E62-554517FAF7A8}" sibTransId="{E097B4ED-7616-471C-83DD-3195F626AD92}"/>
    <dgm:cxn modelId="{C8333FEA-DAE7-4776-A10F-945353DE408E}" type="presOf" srcId="{6F7742D7-7015-4AD3-A699-BDBC398874CE}" destId="{EBC84FBB-DDCD-424B-AEB7-A06760E8C1A8}" srcOrd="0" destOrd="0" presId="urn:microsoft.com/office/officeart/2005/8/layout/hierarchy2"/>
    <dgm:cxn modelId="{6F3F8599-DFB3-4A72-B73E-318C683A8F71}" type="presOf" srcId="{9CEE0489-12D8-44E8-B9DB-3A20F80F9774}" destId="{2C5B1BD6-97CF-4DEF-87A1-312CA1B7B6A6}" srcOrd="0" destOrd="0" presId="urn:microsoft.com/office/officeart/2005/8/layout/hierarchy2"/>
    <dgm:cxn modelId="{8F412524-1599-4114-919E-83D5699ABAA5}" srcId="{AFF32663-A2ED-499D-AA73-64327DCF4B33}" destId="{F408428C-4C98-41D6-81EE-F389E21A6529}" srcOrd="0" destOrd="0" parTransId="{F634B7BF-BE25-446C-9FC9-AC21AE766B6A}" sibTransId="{5BC36664-1722-4CF7-A699-7FD49160067D}"/>
    <dgm:cxn modelId="{CEC06C77-8E50-40AD-82E4-0F1FFA6E65AF}" type="presOf" srcId="{222B2F2C-D1B3-44CB-AB58-92B5F5D08684}" destId="{16AE891A-E54B-4C6E-963D-19252A7D167F}" srcOrd="0" destOrd="0" presId="urn:microsoft.com/office/officeart/2005/8/layout/hierarchy2"/>
    <dgm:cxn modelId="{AAC39867-0C5B-4ADF-8EDC-F6097EC4360D}" type="presParOf" srcId="{16AE891A-E54B-4C6E-963D-19252A7D167F}" destId="{B50613D8-77C5-43B6-BC67-5156CDFC0A39}" srcOrd="0" destOrd="0" presId="urn:microsoft.com/office/officeart/2005/8/layout/hierarchy2"/>
    <dgm:cxn modelId="{4203ED3C-7C3D-4997-84C8-FEF27E508703}" type="presParOf" srcId="{B50613D8-77C5-43B6-BC67-5156CDFC0A39}" destId="{CA506172-C665-46DF-9CE4-D83C05D6E19A}" srcOrd="0" destOrd="0" presId="urn:microsoft.com/office/officeart/2005/8/layout/hierarchy2"/>
    <dgm:cxn modelId="{1106C9E4-E957-4929-87E8-BC6AB937012B}" type="presParOf" srcId="{B50613D8-77C5-43B6-BC67-5156CDFC0A39}" destId="{F12694A9-4AAB-4F96-BD79-C9711D053A53}" srcOrd="1" destOrd="0" presId="urn:microsoft.com/office/officeart/2005/8/layout/hierarchy2"/>
    <dgm:cxn modelId="{C0EE4819-3416-439E-AD0D-F6A3F9F29565}" type="presParOf" srcId="{F12694A9-4AAB-4F96-BD79-C9711D053A53}" destId="{3778432F-A53A-44D2-BEBD-C6F85A1C8086}" srcOrd="0" destOrd="0" presId="urn:microsoft.com/office/officeart/2005/8/layout/hierarchy2"/>
    <dgm:cxn modelId="{E3E66827-EA61-44C7-BED2-231BCA67C69E}" type="presParOf" srcId="{3778432F-A53A-44D2-BEBD-C6F85A1C8086}" destId="{8DC85AD1-2142-4294-9C04-F26302C2BB71}" srcOrd="0" destOrd="0" presId="urn:microsoft.com/office/officeart/2005/8/layout/hierarchy2"/>
    <dgm:cxn modelId="{51FE8920-DAFA-41B7-B633-202C071BA78F}" type="presParOf" srcId="{F12694A9-4AAB-4F96-BD79-C9711D053A53}" destId="{017B4B98-25D3-4E06-B275-9F1E4EEFA077}" srcOrd="1" destOrd="0" presId="urn:microsoft.com/office/officeart/2005/8/layout/hierarchy2"/>
    <dgm:cxn modelId="{9CF89FAD-71B7-4369-A8DB-4431BC7C8627}" type="presParOf" srcId="{017B4B98-25D3-4E06-B275-9F1E4EEFA077}" destId="{FC7CD323-55A3-4471-981E-5E32B0A0FE6A}" srcOrd="0" destOrd="0" presId="urn:microsoft.com/office/officeart/2005/8/layout/hierarchy2"/>
    <dgm:cxn modelId="{7555F87D-31ED-4E9E-BCBD-26C9E3856A29}" type="presParOf" srcId="{017B4B98-25D3-4E06-B275-9F1E4EEFA077}" destId="{E7AE16EE-FC0C-4E25-9CA0-953E991284B8}" srcOrd="1" destOrd="0" presId="urn:microsoft.com/office/officeart/2005/8/layout/hierarchy2"/>
    <dgm:cxn modelId="{FBB4AC09-9D44-42A0-8F48-BFD952387753}" type="presParOf" srcId="{F12694A9-4AAB-4F96-BD79-C9711D053A53}" destId="{D4CC9E38-8AFB-4259-8ADD-2AA3EEB401D5}" srcOrd="2" destOrd="0" presId="urn:microsoft.com/office/officeart/2005/8/layout/hierarchy2"/>
    <dgm:cxn modelId="{6399C47A-A0D0-4959-AB6F-0138D847AA71}" type="presParOf" srcId="{D4CC9E38-8AFB-4259-8ADD-2AA3EEB401D5}" destId="{E13EFB24-CD95-4652-B1F2-35B2A6A566DF}" srcOrd="0" destOrd="0" presId="urn:microsoft.com/office/officeart/2005/8/layout/hierarchy2"/>
    <dgm:cxn modelId="{E61D5A57-2750-45FE-AEC8-5AED3D05F639}" type="presParOf" srcId="{F12694A9-4AAB-4F96-BD79-C9711D053A53}" destId="{C00FAA67-6248-439B-940B-812B2CCFE5B6}" srcOrd="3" destOrd="0" presId="urn:microsoft.com/office/officeart/2005/8/layout/hierarchy2"/>
    <dgm:cxn modelId="{84FF0D32-4DC6-4821-8092-D5A4786C6A29}" type="presParOf" srcId="{C00FAA67-6248-439B-940B-812B2CCFE5B6}" destId="{E521B613-7B6E-471A-9304-5AB43FD97553}" srcOrd="0" destOrd="0" presId="urn:microsoft.com/office/officeart/2005/8/layout/hierarchy2"/>
    <dgm:cxn modelId="{5DAF9032-DF23-4A5E-A461-C4072CEFEDD0}" type="presParOf" srcId="{C00FAA67-6248-439B-940B-812B2CCFE5B6}" destId="{A8812DAF-BB9F-4D79-8CEA-E2DA1A8BE358}" srcOrd="1" destOrd="0" presId="urn:microsoft.com/office/officeart/2005/8/layout/hierarchy2"/>
    <dgm:cxn modelId="{92EA2909-0758-47DD-8968-94FCD892D4DD}" type="presParOf" srcId="{F12694A9-4AAB-4F96-BD79-C9711D053A53}" destId="{2C5B1BD6-97CF-4DEF-87A1-312CA1B7B6A6}" srcOrd="4" destOrd="0" presId="urn:microsoft.com/office/officeart/2005/8/layout/hierarchy2"/>
    <dgm:cxn modelId="{F0FE5F5E-4763-4961-B6F2-F025AD3ABB1F}" type="presParOf" srcId="{2C5B1BD6-97CF-4DEF-87A1-312CA1B7B6A6}" destId="{0B4BC9BB-9790-4138-AEFF-D793E5ED8DB0}" srcOrd="0" destOrd="0" presId="urn:microsoft.com/office/officeart/2005/8/layout/hierarchy2"/>
    <dgm:cxn modelId="{1965704B-128A-4781-9F6E-0E0B514DF983}" type="presParOf" srcId="{F12694A9-4AAB-4F96-BD79-C9711D053A53}" destId="{D8FD8955-B3C7-4F40-A361-8D12041F9871}" srcOrd="5" destOrd="0" presId="urn:microsoft.com/office/officeart/2005/8/layout/hierarchy2"/>
    <dgm:cxn modelId="{9948A970-E7C3-4C0D-8D9A-5E13A055744A}" type="presParOf" srcId="{D8FD8955-B3C7-4F40-A361-8D12041F9871}" destId="{EBC84FBB-DDCD-424B-AEB7-A06760E8C1A8}" srcOrd="0" destOrd="0" presId="urn:microsoft.com/office/officeart/2005/8/layout/hierarchy2"/>
    <dgm:cxn modelId="{946FA8EB-4A3F-4F73-9ABC-25871A4B0FBB}" type="presParOf" srcId="{D8FD8955-B3C7-4F40-A361-8D12041F9871}" destId="{B24C9B55-92D9-437C-BAF6-F72F0D13732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6DAAD3-9247-4AD6-99A6-515AE9DDA413}" type="doc">
      <dgm:prSet loTypeId="urn:microsoft.com/office/officeart/2005/8/layout/hierarchy2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30231A14-6F25-44E4-9708-1E02987DBF0E}">
      <dgm:prSet phldrT="[Text]" custT="1"/>
      <dgm:spPr>
        <a:solidFill>
          <a:schemeClr val="accent4"/>
        </a:solidFill>
      </dgm:spPr>
      <dgm:t>
        <a:bodyPr/>
        <a:lstStyle/>
        <a:p>
          <a:r>
            <a:rPr lang="fr-FR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Données initiales</a:t>
          </a:r>
          <a:endParaRPr lang="fr-FR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A6CA019-6098-4E02-9DD8-A23B8F545CA3}" type="parTrans" cxnId="{C294EC18-5707-4DC9-B6CD-C6E78E567199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0F812E9-15CD-4908-BC6C-A2DBAAD09C96}" type="sibTrans" cxnId="{C294EC18-5707-4DC9-B6CD-C6E78E567199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5023F08-F220-4805-B82D-BE3759CA6C72}">
      <dgm:prSet phldrT="[Text]" custT="1"/>
      <dgm:spPr/>
      <dgm:t>
        <a:bodyPr/>
        <a:lstStyle/>
        <a:p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 </a:t>
          </a:r>
        </a:p>
        <a:p>
          <a:r>
            <a:rPr lang="fr-FR" sz="12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= dimensions des billets</a:t>
          </a:r>
          <a:endParaRPr lang="fr-FR" sz="12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9016B5F-C4DE-49A6-BED9-EDE91AC28CCD}" type="parTrans" cxnId="{9FE518C2-ACEC-4C60-AF28-76BCA192D4AA}">
      <dgm:prSet custT="1"/>
      <dgm:spPr>
        <a:ln>
          <a:solidFill>
            <a:schemeClr val="accent3"/>
          </a:solidFill>
        </a:ln>
      </dgm:spPr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6C1A7D2-8AFE-4311-8ACD-3473A6093CA4}" type="sibTrans" cxnId="{9FE518C2-ACEC-4C60-AF28-76BCA192D4AA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C30B7C8-2B56-4E29-9EA9-1725DE8B58D0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fr-FR" sz="16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X_test</a:t>
          </a:r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</a:p>
        <a:p>
          <a:r>
            <a:rPr lang="fr-FR" sz="12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(test)</a:t>
          </a:r>
          <a:endParaRPr lang="fr-FR" sz="12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E77F175-A21E-41FE-A16F-A0B653F2BE6F}" type="parTrans" cxnId="{4A209B7A-357C-4466-B090-B6585E642803}">
      <dgm:prSet custT="1"/>
      <dgm:spPr>
        <a:ln>
          <a:solidFill>
            <a:schemeClr val="accent5"/>
          </a:solidFill>
        </a:ln>
      </dgm:spPr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AF5A960-4751-4EFF-BE25-83D79C8009CC}" type="sibTrans" cxnId="{4A209B7A-357C-4466-B090-B6585E642803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70211C6-9660-40DE-A321-3A4E16D3984E}">
      <dgm:prSet phldrT="[Text]" custT="1"/>
      <dgm:spPr>
        <a:solidFill>
          <a:schemeClr val="accent3"/>
        </a:solidFill>
      </dgm:spPr>
      <dgm:t>
        <a:bodyPr/>
        <a:lstStyle/>
        <a:p>
          <a:pPr>
            <a:spcAft>
              <a:spcPct val="35000"/>
            </a:spcAft>
          </a:pPr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 </a:t>
          </a:r>
        </a:p>
        <a:p>
          <a:pPr>
            <a:spcAft>
              <a:spcPts val="0"/>
            </a:spcAft>
          </a:pPr>
          <a:r>
            <a:rPr lang="fr-FR" sz="12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= étiquettes</a:t>
          </a:r>
        </a:p>
        <a:p>
          <a:pPr>
            <a:spcAft>
              <a:spcPct val="35000"/>
            </a:spcAft>
          </a:pPr>
          <a:r>
            <a:rPr lang="fr-FR" sz="12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(noms groupes)</a:t>
          </a:r>
          <a:endParaRPr lang="fr-FR" sz="12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378DE11-C16C-4FEA-85BD-E65101EBA9B7}" type="parTrans" cxnId="{16765A1D-E6E9-4D79-BDBD-215CF8C22FC5}">
      <dgm:prSet custT="1"/>
      <dgm:spPr>
        <a:ln>
          <a:solidFill>
            <a:schemeClr val="accent3"/>
          </a:solidFill>
        </a:ln>
      </dgm:spPr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C9E9378-5FB8-4777-9AF6-9369B22847D2}" type="sibTrans" cxnId="{16765A1D-E6E9-4D79-BDBD-215CF8C22FC5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A54E87D-E5B4-45DD-BEB3-B2B3CF7CD271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fr-FR" sz="16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Y_test</a:t>
          </a:r>
          <a:endParaRPr lang="fr-FR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022AF04-8624-4FB9-88CB-75B3A91B8055}" type="parTrans" cxnId="{4679882C-0C40-430D-92F4-A243C482352A}">
      <dgm:prSet custT="1"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1D7E6B2-F09E-4E50-993A-3C81857CE650}" type="sibTrans" cxnId="{4679882C-0C40-430D-92F4-A243C482352A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1F690FA-0884-414A-92EE-4C5FF29DAF68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fr-FR" sz="16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X_train</a:t>
          </a:r>
          <a:r>
            <a:rPr lang="fr-FR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</a:p>
        <a:p>
          <a:r>
            <a:rPr lang="fr-FR" sz="12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(entrainement)</a:t>
          </a:r>
          <a:endParaRPr lang="fr-FR" sz="12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DAC945A-6D47-4A70-A095-557C5D63C397}" type="parTrans" cxnId="{D000D54C-1AE1-4817-8FF7-AB8C2ED15F30}">
      <dgm:prSet custT="1"/>
      <dgm:spPr>
        <a:ln>
          <a:solidFill>
            <a:schemeClr val="accent5"/>
          </a:solidFill>
        </a:ln>
      </dgm:spPr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981954B-0C74-4343-BACE-2C90BA707143}" type="sibTrans" cxnId="{D000D54C-1AE1-4817-8FF7-AB8C2ED15F30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A88ED48-59DB-4A5A-BB8E-3090CDE61F74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fr-FR" sz="16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Y_train</a:t>
          </a:r>
          <a:endParaRPr lang="fr-FR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4DC24ED-F4C5-4080-BA0A-B3BAD30DC8DB}" type="parTrans" cxnId="{64664601-7C20-4CBB-876A-6DBBF6987A29}">
      <dgm:prSet custT="1"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E326153-7BE6-4CAA-93C4-802462D7E09A}" type="sibTrans" cxnId="{64664601-7C20-4CBB-876A-6DBBF6987A29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DAC66FD-CE9C-4C0B-B727-4AC815695282}" type="pres">
      <dgm:prSet presAssocID="{CC6DAAD3-9247-4AD6-99A6-515AE9DDA41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D4B3285-A0A1-4AC3-83D1-D2FF5BF8A61D}" type="pres">
      <dgm:prSet presAssocID="{30231A14-6F25-44E4-9708-1E02987DBF0E}" presName="root1" presStyleCnt="0"/>
      <dgm:spPr/>
    </dgm:pt>
    <dgm:pt modelId="{86C8AF3F-B1FE-49F0-A113-34E60D0CB162}" type="pres">
      <dgm:prSet presAssocID="{30231A14-6F25-44E4-9708-1E02987DBF0E}" presName="LevelOneTextNode" presStyleLbl="node0" presStyleIdx="0" presStyleCnt="1" custScaleX="117060" custScaleY="234120" custLinFactNeighborY="-26660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fr-FR"/>
        </a:p>
      </dgm:t>
    </dgm:pt>
    <dgm:pt modelId="{16137AD8-874E-46F9-9F32-98C8D087F922}" type="pres">
      <dgm:prSet presAssocID="{30231A14-6F25-44E4-9708-1E02987DBF0E}" presName="level2hierChild" presStyleCnt="0"/>
      <dgm:spPr/>
    </dgm:pt>
    <dgm:pt modelId="{4D4B4E91-3241-422B-8B6C-4C115361496E}" type="pres">
      <dgm:prSet presAssocID="{69016B5F-C4DE-49A6-BED9-EDE91AC28CCD}" presName="conn2-1" presStyleLbl="parChTrans1D2" presStyleIdx="0" presStyleCnt="2"/>
      <dgm:spPr/>
      <dgm:t>
        <a:bodyPr/>
        <a:lstStyle/>
        <a:p>
          <a:endParaRPr lang="fr-FR"/>
        </a:p>
      </dgm:t>
    </dgm:pt>
    <dgm:pt modelId="{77D401DE-5614-4D2A-BC3D-6D46CC0F2A75}" type="pres">
      <dgm:prSet presAssocID="{69016B5F-C4DE-49A6-BED9-EDE91AC28CCD}" presName="connTx" presStyleLbl="parChTrans1D2" presStyleIdx="0" presStyleCnt="2"/>
      <dgm:spPr/>
      <dgm:t>
        <a:bodyPr/>
        <a:lstStyle/>
        <a:p>
          <a:endParaRPr lang="fr-FR"/>
        </a:p>
      </dgm:t>
    </dgm:pt>
    <dgm:pt modelId="{FB8D2EB2-3233-4127-9088-D325EFC957D5}" type="pres">
      <dgm:prSet presAssocID="{55023F08-F220-4805-B82D-BE3759CA6C72}" presName="root2" presStyleCnt="0"/>
      <dgm:spPr/>
    </dgm:pt>
    <dgm:pt modelId="{C3C26A8A-8623-49F1-884D-77B72DB57CD0}" type="pres">
      <dgm:prSet presAssocID="{55023F08-F220-4805-B82D-BE3759CA6C72}" presName="LevelTwoTextNode" presStyleLbl="node2" presStyleIdx="0" presStyleCnt="2" custScaleX="104053" custScaleY="208107" custLinFactNeighborY="-8742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fr-FR"/>
        </a:p>
      </dgm:t>
    </dgm:pt>
    <dgm:pt modelId="{894F8AF5-7653-43B6-9EB0-5E6FC033427C}" type="pres">
      <dgm:prSet presAssocID="{55023F08-F220-4805-B82D-BE3759CA6C72}" presName="level3hierChild" presStyleCnt="0"/>
      <dgm:spPr/>
    </dgm:pt>
    <dgm:pt modelId="{3019C4F6-3087-4E74-B268-50FB97FFACFD}" type="pres">
      <dgm:prSet presAssocID="{5DAC945A-6D47-4A70-A095-557C5D63C397}" presName="conn2-1" presStyleLbl="parChTrans1D3" presStyleIdx="0" presStyleCnt="4"/>
      <dgm:spPr/>
      <dgm:t>
        <a:bodyPr/>
        <a:lstStyle/>
        <a:p>
          <a:endParaRPr lang="fr-FR"/>
        </a:p>
      </dgm:t>
    </dgm:pt>
    <dgm:pt modelId="{B3CDC106-7214-40D9-8C86-0D21CBB208BE}" type="pres">
      <dgm:prSet presAssocID="{5DAC945A-6D47-4A70-A095-557C5D63C397}" presName="connTx" presStyleLbl="parChTrans1D3" presStyleIdx="0" presStyleCnt="4"/>
      <dgm:spPr/>
      <dgm:t>
        <a:bodyPr/>
        <a:lstStyle/>
        <a:p>
          <a:endParaRPr lang="fr-FR"/>
        </a:p>
      </dgm:t>
    </dgm:pt>
    <dgm:pt modelId="{FEB3ECF0-FB24-4E8B-95B9-DFF39ACC8C76}" type="pres">
      <dgm:prSet presAssocID="{81F690FA-0884-414A-92EE-4C5FF29DAF68}" presName="root2" presStyleCnt="0"/>
      <dgm:spPr/>
    </dgm:pt>
    <dgm:pt modelId="{47DFA905-B7E4-4637-B997-061192D16358}" type="pres">
      <dgm:prSet presAssocID="{81F690FA-0884-414A-92EE-4C5FF29DAF68}" presName="LevelTwoTextNode" presStyleLbl="node3" presStyleIdx="0" presStyleCnt="4" custScaleX="103441" custScaleY="150877" custLinFactNeighborY="-28742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fr-FR"/>
        </a:p>
      </dgm:t>
    </dgm:pt>
    <dgm:pt modelId="{E87AF1DD-4ADB-4041-BA97-E60364098E0F}" type="pres">
      <dgm:prSet presAssocID="{81F690FA-0884-414A-92EE-4C5FF29DAF68}" presName="level3hierChild" presStyleCnt="0"/>
      <dgm:spPr/>
    </dgm:pt>
    <dgm:pt modelId="{0283901B-6700-4702-913E-1CE976D184C4}" type="pres">
      <dgm:prSet presAssocID="{DE77F175-A21E-41FE-A16F-A0B653F2BE6F}" presName="conn2-1" presStyleLbl="parChTrans1D3" presStyleIdx="1" presStyleCnt="4"/>
      <dgm:spPr/>
      <dgm:t>
        <a:bodyPr/>
        <a:lstStyle/>
        <a:p>
          <a:endParaRPr lang="fr-FR"/>
        </a:p>
      </dgm:t>
    </dgm:pt>
    <dgm:pt modelId="{44A3910B-B9FE-4862-9EC0-EBAE1CCF3092}" type="pres">
      <dgm:prSet presAssocID="{DE77F175-A21E-41FE-A16F-A0B653F2BE6F}" presName="connTx" presStyleLbl="parChTrans1D3" presStyleIdx="1" presStyleCnt="4"/>
      <dgm:spPr/>
      <dgm:t>
        <a:bodyPr/>
        <a:lstStyle/>
        <a:p>
          <a:endParaRPr lang="fr-FR"/>
        </a:p>
      </dgm:t>
    </dgm:pt>
    <dgm:pt modelId="{6E58F266-FED4-4FBC-9116-4CE057993F65}" type="pres">
      <dgm:prSet presAssocID="{FC30B7C8-2B56-4E29-9EA9-1725DE8B58D0}" presName="root2" presStyleCnt="0"/>
      <dgm:spPr/>
    </dgm:pt>
    <dgm:pt modelId="{E80B0E7B-5BAF-4336-8C2F-088AD6B8E476}" type="pres">
      <dgm:prSet presAssocID="{FC30B7C8-2B56-4E29-9EA9-1725DE8B58D0}" presName="LevelTwoTextNode" presStyleLbl="node3" presStyleIdx="1" presStyleCnt="4" custScaleX="103441" custScaleY="150877" custLinFactNeighborY="-6295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fr-FR"/>
        </a:p>
      </dgm:t>
    </dgm:pt>
    <dgm:pt modelId="{2811392F-57BA-4995-8BE1-AB0DC75A83C3}" type="pres">
      <dgm:prSet presAssocID="{FC30B7C8-2B56-4E29-9EA9-1725DE8B58D0}" presName="level3hierChild" presStyleCnt="0"/>
      <dgm:spPr/>
    </dgm:pt>
    <dgm:pt modelId="{3CDE1690-2209-4DAF-B6DD-22624ABE5A98}" type="pres">
      <dgm:prSet presAssocID="{0378DE11-C16C-4FEA-85BD-E65101EBA9B7}" presName="conn2-1" presStyleLbl="parChTrans1D2" presStyleIdx="1" presStyleCnt="2"/>
      <dgm:spPr/>
      <dgm:t>
        <a:bodyPr/>
        <a:lstStyle/>
        <a:p>
          <a:endParaRPr lang="fr-FR"/>
        </a:p>
      </dgm:t>
    </dgm:pt>
    <dgm:pt modelId="{20AA022D-89E8-43E6-89CB-9D8262947DF6}" type="pres">
      <dgm:prSet presAssocID="{0378DE11-C16C-4FEA-85BD-E65101EBA9B7}" presName="connTx" presStyleLbl="parChTrans1D2" presStyleIdx="1" presStyleCnt="2"/>
      <dgm:spPr/>
      <dgm:t>
        <a:bodyPr/>
        <a:lstStyle/>
        <a:p>
          <a:endParaRPr lang="fr-FR"/>
        </a:p>
      </dgm:t>
    </dgm:pt>
    <dgm:pt modelId="{5D2EAAC9-9F3A-4362-842F-187D589B8667}" type="pres">
      <dgm:prSet presAssocID="{E70211C6-9660-40DE-A321-3A4E16D3984E}" presName="root2" presStyleCnt="0"/>
      <dgm:spPr/>
    </dgm:pt>
    <dgm:pt modelId="{0B44C0FC-52AC-468F-BC60-72DDAB0F3324}" type="pres">
      <dgm:prSet presAssocID="{E70211C6-9660-40DE-A321-3A4E16D3984E}" presName="LevelTwoTextNode" presStyleLbl="node2" presStyleIdx="1" presStyleCnt="2" custScaleX="104053" custScaleY="208107" custLinFactNeighborY="-7511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fr-FR"/>
        </a:p>
      </dgm:t>
    </dgm:pt>
    <dgm:pt modelId="{FE7E0BA3-2F46-4641-A489-895B6771706A}" type="pres">
      <dgm:prSet presAssocID="{E70211C6-9660-40DE-A321-3A4E16D3984E}" presName="level3hierChild" presStyleCnt="0"/>
      <dgm:spPr/>
    </dgm:pt>
    <dgm:pt modelId="{4F4190F7-55DF-4FC4-B860-404A043F57EB}" type="pres">
      <dgm:prSet presAssocID="{54DC24ED-F4C5-4080-BA0A-B3BAD30DC8DB}" presName="conn2-1" presStyleLbl="parChTrans1D3" presStyleIdx="2" presStyleCnt="4"/>
      <dgm:spPr/>
      <dgm:t>
        <a:bodyPr/>
        <a:lstStyle/>
        <a:p>
          <a:endParaRPr lang="fr-FR"/>
        </a:p>
      </dgm:t>
    </dgm:pt>
    <dgm:pt modelId="{05F80A8E-9B1D-4474-A051-D997D669146F}" type="pres">
      <dgm:prSet presAssocID="{54DC24ED-F4C5-4080-BA0A-B3BAD30DC8DB}" presName="connTx" presStyleLbl="parChTrans1D3" presStyleIdx="2" presStyleCnt="4"/>
      <dgm:spPr/>
      <dgm:t>
        <a:bodyPr/>
        <a:lstStyle/>
        <a:p>
          <a:endParaRPr lang="fr-FR"/>
        </a:p>
      </dgm:t>
    </dgm:pt>
    <dgm:pt modelId="{A1BBAD77-A669-4DC8-9A65-97663A0CC86E}" type="pres">
      <dgm:prSet presAssocID="{7A88ED48-59DB-4A5A-BB8E-3090CDE61F74}" presName="root2" presStyleCnt="0"/>
      <dgm:spPr/>
    </dgm:pt>
    <dgm:pt modelId="{AECD244F-772A-4DB4-8F15-148A874FA3F7}" type="pres">
      <dgm:prSet presAssocID="{7A88ED48-59DB-4A5A-BB8E-3090CDE61F74}" presName="LevelTwoTextNode" presStyleLbl="node3" presStyleIdx="2" presStyleCnt="4" custScaleX="103441" custScaleY="150877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fr-FR"/>
        </a:p>
      </dgm:t>
    </dgm:pt>
    <dgm:pt modelId="{EFF9E5D9-FC79-418F-883B-9040E87C0F62}" type="pres">
      <dgm:prSet presAssocID="{7A88ED48-59DB-4A5A-BB8E-3090CDE61F74}" presName="level3hierChild" presStyleCnt="0"/>
      <dgm:spPr/>
    </dgm:pt>
    <dgm:pt modelId="{FB28A1B8-1EDC-4A10-A206-11BC0BCDD27C}" type="pres">
      <dgm:prSet presAssocID="{6022AF04-8624-4FB9-88CB-75B3A91B8055}" presName="conn2-1" presStyleLbl="parChTrans1D3" presStyleIdx="3" presStyleCnt="4"/>
      <dgm:spPr/>
      <dgm:t>
        <a:bodyPr/>
        <a:lstStyle/>
        <a:p>
          <a:endParaRPr lang="fr-FR"/>
        </a:p>
      </dgm:t>
    </dgm:pt>
    <dgm:pt modelId="{22B5F920-0CA3-4622-A077-DB4439CD8D18}" type="pres">
      <dgm:prSet presAssocID="{6022AF04-8624-4FB9-88CB-75B3A91B8055}" presName="connTx" presStyleLbl="parChTrans1D3" presStyleIdx="3" presStyleCnt="4"/>
      <dgm:spPr/>
      <dgm:t>
        <a:bodyPr/>
        <a:lstStyle/>
        <a:p>
          <a:endParaRPr lang="fr-FR"/>
        </a:p>
      </dgm:t>
    </dgm:pt>
    <dgm:pt modelId="{6FD1FAF0-06C8-4553-BC91-65BABBF4C2AE}" type="pres">
      <dgm:prSet presAssocID="{CA54E87D-E5B4-45DD-BEB3-B2B3CF7CD271}" presName="root2" presStyleCnt="0"/>
      <dgm:spPr/>
    </dgm:pt>
    <dgm:pt modelId="{742298D1-B731-4135-AB56-E70F6E9A05C2}" type="pres">
      <dgm:prSet presAssocID="{CA54E87D-E5B4-45DD-BEB3-B2B3CF7CD271}" presName="LevelTwoTextNode" presStyleLbl="node3" presStyleIdx="3" presStyleCnt="4" custScaleX="103441" custScaleY="150877" custLinFactNeighborX="958" custLinFactNeighborY="-4665">
        <dgm:presLayoutVars>
          <dgm:chPref val="3"/>
        </dgm:presLayoutVars>
      </dgm:prSet>
      <dgm:spPr>
        <a:prstGeom prst="ellipse">
          <a:avLst/>
        </a:prstGeom>
      </dgm:spPr>
      <dgm:t>
        <a:bodyPr/>
        <a:lstStyle/>
        <a:p>
          <a:endParaRPr lang="fr-FR"/>
        </a:p>
      </dgm:t>
    </dgm:pt>
    <dgm:pt modelId="{F15A6357-C118-494B-8F6F-4FFE67ECBA47}" type="pres">
      <dgm:prSet presAssocID="{CA54E87D-E5B4-45DD-BEB3-B2B3CF7CD271}" presName="level3hierChild" presStyleCnt="0"/>
      <dgm:spPr/>
    </dgm:pt>
  </dgm:ptLst>
  <dgm:cxnLst>
    <dgm:cxn modelId="{C294EC18-5707-4DC9-B6CD-C6E78E567199}" srcId="{CC6DAAD3-9247-4AD6-99A6-515AE9DDA413}" destId="{30231A14-6F25-44E4-9708-1E02987DBF0E}" srcOrd="0" destOrd="0" parTransId="{FA6CA019-6098-4E02-9DD8-A23B8F545CA3}" sibTransId="{E0F812E9-15CD-4908-BC6C-A2DBAAD09C96}"/>
    <dgm:cxn modelId="{04421179-7B18-461D-947D-F1CB89CA2CD1}" type="presOf" srcId="{30231A14-6F25-44E4-9708-1E02987DBF0E}" destId="{86C8AF3F-B1FE-49F0-A113-34E60D0CB162}" srcOrd="0" destOrd="0" presId="urn:microsoft.com/office/officeart/2005/8/layout/hierarchy2"/>
    <dgm:cxn modelId="{4ACEFE06-2079-4739-88D0-C5FA157E7A19}" type="presOf" srcId="{E70211C6-9660-40DE-A321-3A4E16D3984E}" destId="{0B44C0FC-52AC-468F-BC60-72DDAB0F3324}" srcOrd="0" destOrd="0" presId="urn:microsoft.com/office/officeart/2005/8/layout/hierarchy2"/>
    <dgm:cxn modelId="{D7893A28-3C40-49E5-9857-82F23106742A}" type="presOf" srcId="{55023F08-F220-4805-B82D-BE3759CA6C72}" destId="{C3C26A8A-8623-49F1-884D-77B72DB57CD0}" srcOrd="0" destOrd="0" presId="urn:microsoft.com/office/officeart/2005/8/layout/hierarchy2"/>
    <dgm:cxn modelId="{2460D910-3847-45C5-957E-2A53E3183637}" type="presOf" srcId="{0378DE11-C16C-4FEA-85BD-E65101EBA9B7}" destId="{20AA022D-89E8-43E6-89CB-9D8262947DF6}" srcOrd="1" destOrd="0" presId="urn:microsoft.com/office/officeart/2005/8/layout/hierarchy2"/>
    <dgm:cxn modelId="{979CF22F-3CF7-46CD-9043-CA8D601C7AD4}" type="presOf" srcId="{DE77F175-A21E-41FE-A16F-A0B653F2BE6F}" destId="{0283901B-6700-4702-913E-1CE976D184C4}" srcOrd="0" destOrd="0" presId="urn:microsoft.com/office/officeart/2005/8/layout/hierarchy2"/>
    <dgm:cxn modelId="{A54052D6-C211-44EA-859B-5D60B79A1CEE}" type="presOf" srcId="{0378DE11-C16C-4FEA-85BD-E65101EBA9B7}" destId="{3CDE1690-2209-4DAF-B6DD-22624ABE5A98}" srcOrd="0" destOrd="0" presId="urn:microsoft.com/office/officeart/2005/8/layout/hierarchy2"/>
    <dgm:cxn modelId="{7B647BD8-3E68-4E9F-8AFF-EE53E22AE340}" type="presOf" srcId="{6022AF04-8624-4FB9-88CB-75B3A91B8055}" destId="{22B5F920-0CA3-4622-A077-DB4439CD8D18}" srcOrd="1" destOrd="0" presId="urn:microsoft.com/office/officeart/2005/8/layout/hierarchy2"/>
    <dgm:cxn modelId="{4679882C-0C40-430D-92F4-A243C482352A}" srcId="{E70211C6-9660-40DE-A321-3A4E16D3984E}" destId="{CA54E87D-E5B4-45DD-BEB3-B2B3CF7CD271}" srcOrd="1" destOrd="0" parTransId="{6022AF04-8624-4FB9-88CB-75B3A91B8055}" sibTransId="{01D7E6B2-F09E-4E50-993A-3C81857CE650}"/>
    <dgm:cxn modelId="{0653914E-2A93-47F1-AF5B-1F66937C7E9A}" type="presOf" srcId="{CA54E87D-E5B4-45DD-BEB3-B2B3CF7CD271}" destId="{742298D1-B731-4135-AB56-E70F6E9A05C2}" srcOrd="0" destOrd="0" presId="urn:microsoft.com/office/officeart/2005/8/layout/hierarchy2"/>
    <dgm:cxn modelId="{C673B47D-04B7-43AD-A627-9015D05093E1}" type="presOf" srcId="{69016B5F-C4DE-49A6-BED9-EDE91AC28CCD}" destId="{77D401DE-5614-4D2A-BC3D-6D46CC0F2A75}" srcOrd="1" destOrd="0" presId="urn:microsoft.com/office/officeart/2005/8/layout/hierarchy2"/>
    <dgm:cxn modelId="{4A209B7A-357C-4466-B090-B6585E642803}" srcId="{55023F08-F220-4805-B82D-BE3759CA6C72}" destId="{FC30B7C8-2B56-4E29-9EA9-1725DE8B58D0}" srcOrd="1" destOrd="0" parTransId="{DE77F175-A21E-41FE-A16F-A0B653F2BE6F}" sibTransId="{6AF5A960-4751-4EFF-BE25-83D79C8009CC}"/>
    <dgm:cxn modelId="{0C7D234F-A365-46AF-9940-9250649A7387}" type="presOf" srcId="{7A88ED48-59DB-4A5A-BB8E-3090CDE61F74}" destId="{AECD244F-772A-4DB4-8F15-148A874FA3F7}" srcOrd="0" destOrd="0" presId="urn:microsoft.com/office/officeart/2005/8/layout/hierarchy2"/>
    <dgm:cxn modelId="{C47AC772-D15F-4F7A-8EB2-5DBAE82DF8B7}" type="presOf" srcId="{CC6DAAD3-9247-4AD6-99A6-515AE9DDA413}" destId="{6DAC66FD-CE9C-4C0B-B727-4AC815695282}" srcOrd="0" destOrd="0" presId="urn:microsoft.com/office/officeart/2005/8/layout/hierarchy2"/>
    <dgm:cxn modelId="{64664601-7C20-4CBB-876A-6DBBF6987A29}" srcId="{E70211C6-9660-40DE-A321-3A4E16D3984E}" destId="{7A88ED48-59DB-4A5A-BB8E-3090CDE61F74}" srcOrd="0" destOrd="0" parTransId="{54DC24ED-F4C5-4080-BA0A-B3BAD30DC8DB}" sibTransId="{5E326153-7BE6-4CAA-93C4-802462D7E09A}"/>
    <dgm:cxn modelId="{C631DE53-40CE-4A45-A78D-BD70652C19E2}" type="presOf" srcId="{6022AF04-8624-4FB9-88CB-75B3A91B8055}" destId="{FB28A1B8-1EDC-4A10-A206-11BC0BCDD27C}" srcOrd="0" destOrd="0" presId="urn:microsoft.com/office/officeart/2005/8/layout/hierarchy2"/>
    <dgm:cxn modelId="{D5E01296-2965-4E5C-B041-F02094113A6D}" type="presOf" srcId="{FC30B7C8-2B56-4E29-9EA9-1725DE8B58D0}" destId="{E80B0E7B-5BAF-4336-8C2F-088AD6B8E476}" srcOrd="0" destOrd="0" presId="urn:microsoft.com/office/officeart/2005/8/layout/hierarchy2"/>
    <dgm:cxn modelId="{51461FBD-B4E2-4E1D-B1B7-A5E475834E3F}" type="presOf" srcId="{54DC24ED-F4C5-4080-BA0A-B3BAD30DC8DB}" destId="{4F4190F7-55DF-4FC4-B860-404A043F57EB}" srcOrd="0" destOrd="0" presId="urn:microsoft.com/office/officeart/2005/8/layout/hierarchy2"/>
    <dgm:cxn modelId="{2D244B43-0F8A-4F04-BCB4-73CBF64B38A3}" type="presOf" srcId="{DE77F175-A21E-41FE-A16F-A0B653F2BE6F}" destId="{44A3910B-B9FE-4862-9EC0-EBAE1CCF3092}" srcOrd="1" destOrd="0" presId="urn:microsoft.com/office/officeart/2005/8/layout/hierarchy2"/>
    <dgm:cxn modelId="{B6B0E6ED-9BC2-4771-A673-C4B20E133F29}" type="presOf" srcId="{5DAC945A-6D47-4A70-A095-557C5D63C397}" destId="{3019C4F6-3087-4E74-B268-50FB97FFACFD}" srcOrd="0" destOrd="0" presId="urn:microsoft.com/office/officeart/2005/8/layout/hierarchy2"/>
    <dgm:cxn modelId="{9FE518C2-ACEC-4C60-AF28-76BCA192D4AA}" srcId="{30231A14-6F25-44E4-9708-1E02987DBF0E}" destId="{55023F08-F220-4805-B82D-BE3759CA6C72}" srcOrd="0" destOrd="0" parTransId="{69016B5F-C4DE-49A6-BED9-EDE91AC28CCD}" sibTransId="{76C1A7D2-8AFE-4311-8ACD-3473A6093CA4}"/>
    <dgm:cxn modelId="{16765A1D-E6E9-4D79-BDBD-215CF8C22FC5}" srcId="{30231A14-6F25-44E4-9708-1E02987DBF0E}" destId="{E70211C6-9660-40DE-A321-3A4E16D3984E}" srcOrd="1" destOrd="0" parTransId="{0378DE11-C16C-4FEA-85BD-E65101EBA9B7}" sibTransId="{8C9E9378-5FB8-4777-9AF6-9369B22847D2}"/>
    <dgm:cxn modelId="{507F8D37-E455-40D3-B650-D51B68A9A67B}" type="presOf" srcId="{81F690FA-0884-414A-92EE-4C5FF29DAF68}" destId="{47DFA905-B7E4-4637-B997-061192D16358}" srcOrd="0" destOrd="0" presId="urn:microsoft.com/office/officeart/2005/8/layout/hierarchy2"/>
    <dgm:cxn modelId="{3F10A7BF-9DD2-4D76-9D2B-C579FBEE904C}" type="presOf" srcId="{69016B5F-C4DE-49A6-BED9-EDE91AC28CCD}" destId="{4D4B4E91-3241-422B-8B6C-4C115361496E}" srcOrd="0" destOrd="0" presId="urn:microsoft.com/office/officeart/2005/8/layout/hierarchy2"/>
    <dgm:cxn modelId="{86A5EBE4-C945-48F0-A028-7D32531F1701}" type="presOf" srcId="{5DAC945A-6D47-4A70-A095-557C5D63C397}" destId="{B3CDC106-7214-40D9-8C86-0D21CBB208BE}" srcOrd="1" destOrd="0" presId="urn:microsoft.com/office/officeart/2005/8/layout/hierarchy2"/>
    <dgm:cxn modelId="{A01AAA56-0C68-4C2A-909F-784BD5A28E54}" type="presOf" srcId="{54DC24ED-F4C5-4080-BA0A-B3BAD30DC8DB}" destId="{05F80A8E-9B1D-4474-A051-D997D669146F}" srcOrd="1" destOrd="0" presId="urn:microsoft.com/office/officeart/2005/8/layout/hierarchy2"/>
    <dgm:cxn modelId="{D000D54C-1AE1-4817-8FF7-AB8C2ED15F30}" srcId="{55023F08-F220-4805-B82D-BE3759CA6C72}" destId="{81F690FA-0884-414A-92EE-4C5FF29DAF68}" srcOrd="0" destOrd="0" parTransId="{5DAC945A-6D47-4A70-A095-557C5D63C397}" sibTransId="{6981954B-0C74-4343-BACE-2C90BA707143}"/>
    <dgm:cxn modelId="{9A0473B1-859A-4276-A555-8BED2CA75604}" type="presParOf" srcId="{6DAC66FD-CE9C-4C0B-B727-4AC815695282}" destId="{4D4B3285-A0A1-4AC3-83D1-D2FF5BF8A61D}" srcOrd="0" destOrd="0" presId="urn:microsoft.com/office/officeart/2005/8/layout/hierarchy2"/>
    <dgm:cxn modelId="{E4B039E0-1E8A-4FF1-BACB-46CB0753C988}" type="presParOf" srcId="{4D4B3285-A0A1-4AC3-83D1-D2FF5BF8A61D}" destId="{86C8AF3F-B1FE-49F0-A113-34E60D0CB162}" srcOrd="0" destOrd="0" presId="urn:microsoft.com/office/officeart/2005/8/layout/hierarchy2"/>
    <dgm:cxn modelId="{97E974D6-9CEC-4F1C-B916-D1768ACC2533}" type="presParOf" srcId="{4D4B3285-A0A1-4AC3-83D1-D2FF5BF8A61D}" destId="{16137AD8-874E-46F9-9F32-98C8D087F922}" srcOrd="1" destOrd="0" presId="urn:microsoft.com/office/officeart/2005/8/layout/hierarchy2"/>
    <dgm:cxn modelId="{BBFF5E37-4CFC-4911-A325-CD47EAF76550}" type="presParOf" srcId="{16137AD8-874E-46F9-9F32-98C8D087F922}" destId="{4D4B4E91-3241-422B-8B6C-4C115361496E}" srcOrd="0" destOrd="0" presId="urn:microsoft.com/office/officeart/2005/8/layout/hierarchy2"/>
    <dgm:cxn modelId="{023239C9-F635-4506-9D60-DA86D1F63E6A}" type="presParOf" srcId="{4D4B4E91-3241-422B-8B6C-4C115361496E}" destId="{77D401DE-5614-4D2A-BC3D-6D46CC0F2A75}" srcOrd="0" destOrd="0" presId="urn:microsoft.com/office/officeart/2005/8/layout/hierarchy2"/>
    <dgm:cxn modelId="{FFAD2BC2-A7A4-4851-ADEA-4A91C1ADF66A}" type="presParOf" srcId="{16137AD8-874E-46F9-9F32-98C8D087F922}" destId="{FB8D2EB2-3233-4127-9088-D325EFC957D5}" srcOrd="1" destOrd="0" presId="urn:microsoft.com/office/officeart/2005/8/layout/hierarchy2"/>
    <dgm:cxn modelId="{186592BD-D1B5-46A7-8D36-B2E3D31CF215}" type="presParOf" srcId="{FB8D2EB2-3233-4127-9088-D325EFC957D5}" destId="{C3C26A8A-8623-49F1-884D-77B72DB57CD0}" srcOrd="0" destOrd="0" presId="urn:microsoft.com/office/officeart/2005/8/layout/hierarchy2"/>
    <dgm:cxn modelId="{1955503E-4F2F-409E-B9B9-79963A42E468}" type="presParOf" srcId="{FB8D2EB2-3233-4127-9088-D325EFC957D5}" destId="{894F8AF5-7653-43B6-9EB0-5E6FC033427C}" srcOrd="1" destOrd="0" presId="urn:microsoft.com/office/officeart/2005/8/layout/hierarchy2"/>
    <dgm:cxn modelId="{AFD40BC3-5FB8-4887-A592-EF6AB8ECD96D}" type="presParOf" srcId="{894F8AF5-7653-43B6-9EB0-5E6FC033427C}" destId="{3019C4F6-3087-4E74-B268-50FB97FFACFD}" srcOrd="0" destOrd="0" presId="urn:microsoft.com/office/officeart/2005/8/layout/hierarchy2"/>
    <dgm:cxn modelId="{A2EECF16-BF45-49C1-BBE1-E1FCF5E7AEF0}" type="presParOf" srcId="{3019C4F6-3087-4E74-B268-50FB97FFACFD}" destId="{B3CDC106-7214-40D9-8C86-0D21CBB208BE}" srcOrd="0" destOrd="0" presId="urn:microsoft.com/office/officeart/2005/8/layout/hierarchy2"/>
    <dgm:cxn modelId="{913B0083-76FF-464D-B0B3-C703ED2FF654}" type="presParOf" srcId="{894F8AF5-7653-43B6-9EB0-5E6FC033427C}" destId="{FEB3ECF0-FB24-4E8B-95B9-DFF39ACC8C76}" srcOrd="1" destOrd="0" presId="urn:microsoft.com/office/officeart/2005/8/layout/hierarchy2"/>
    <dgm:cxn modelId="{8A2D18F3-DB1A-4E58-A038-9D19B38531E3}" type="presParOf" srcId="{FEB3ECF0-FB24-4E8B-95B9-DFF39ACC8C76}" destId="{47DFA905-B7E4-4637-B997-061192D16358}" srcOrd="0" destOrd="0" presId="urn:microsoft.com/office/officeart/2005/8/layout/hierarchy2"/>
    <dgm:cxn modelId="{7EF4F21A-AEA9-492B-917F-6D4625CB3C68}" type="presParOf" srcId="{FEB3ECF0-FB24-4E8B-95B9-DFF39ACC8C76}" destId="{E87AF1DD-4ADB-4041-BA97-E60364098E0F}" srcOrd="1" destOrd="0" presId="urn:microsoft.com/office/officeart/2005/8/layout/hierarchy2"/>
    <dgm:cxn modelId="{63F920DF-913B-4D45-8501-C0B633CA7218}" type="presParOf" srcId="{894F8AF5-7653-43B6-9EB0-5E6FC033427C}" destId="{0283901B-6700-4702-913E-1CE976D184C4}" srcOrd="2" destOrd="0" presId="urn:microsoft.com/office/officeart/2005/8/layout/hierarchy2"/>
    <dgm:cxn modelId="{AFC0431C-0EAA-48C9-BC8A-7D688121C674}" type="presParOf" srcId="{0283901B-6700-4702-913E-1CE976D184C4}" destId="{44A3910B-B9FE-4862-9EC0-EBAE1CCF3092}" srcOrd="0" destOrd="0" presId="urn:microsoft.com/office/officeart/2005/8/layout/hierarchy2"/>
    <dgm:cxn modelId="{704C62F1-C55C-413D-B617-A2B0A4E56772}" type="presParOf" srcId="{894F8AF5-7653-43B6-9EB0-5E6FC033427C}" destId="{6E58F266-FED4-4FBC-9116-4CE057993F65}" srcOrd="3" destOrd="0" presId="urn:microsoft.com/office/officeart/2005/8/layout/hierarchy2"/>
    <dgm:cxn modelId="{2913F771-19B2-4590-8E13-17134BEDD784}" type="presParOf" srcId="{6E58F266-FED4-4FBC-9116-4CE057993F65}" destId="{E80B0E7B-5BAF-4336-8C2F-088AD6B8E476}" srcOrd="0" destOrd="0" presId="urn:microsoft.com/office/officeart/2005/8/layout/hierarchy2"/>
    <dgm:cxn modelId="{B46DC863-6B50-4087-8705-6A67AC15981C}" type="presParOf" srcId="{6E58F266-FED4-4FBC-9116-4CE057993F65}" destId="{2811392F-57BA-4995-8BE1-AB0DC75A83C3}" srcOrd="1" destOrd="0" presId="urn:microsoft.com/office/officeart/2005/8/layout/hierarchy2"/>
    <dgm:cxn modelId="{D84A08E8-2150-4E7D-8D0A-204E5684638F}" type="presParOf" srcId="{16137AD8-874E-46F9-9F32-98C8D087F922}" destId="{3CDE1690-2209-4DAF-B6DD-22624ABE5A98}" srcOrd="2" destOrd="0" presId="urn:microsoft.com/office/officeart/2005/8/layout/hierarchy2"/>
    <dgm:cxn modelId="{47B41A30-3947-45A8-86B3-51465F3ACB34}" type="presParOf" srcId="{3CDE1690-2209-4DAF-B6DD-22624ABE5A98}" destId="{20AA022D-89E8-43E6-89CB-9D8262947DF6}" srcOrd="0" destOrd="0" presId="urn:microsoft.com/office/officeart/2005/8/layout/hierarchy2"/>
    <dgm:cxn modelId="{BFDE4986-E0DA-48AC-8DA5-A8C0C137D360}" type="presParOf" srcId="{16137AD8-874E-46F9-9F32-98C8D087F922}" destId="{5D2EAAC9-9F3A-4362-842F-187D589B8667}" srcOrd="3" destOrd="0" presId="urn:microsoft.com/office/officeart/2005/8/layout/hierarchy2"/>
    <dgm:cxn modelId="{1C98AB3F-4E7B-4DC7-BAE2-A40A1FBD275F}" type="presParOf" srcId="{5D2EAAC9-9F3A-4362-842F-187D589B8667}" destId="{0B44C0FC-52AC-468F-BC60-72DDAB0F3324}" srcOrd="0" destOrd="0" presId="urn:microsoft.com/office/officeart/2005/8/layout/hierarchy2"/>
    <dgm:cxn modelId="{E8097769-6474-46A2-A6F1-CF472A6BD14F}" type="presParOf" srcId="{5D2EAAC9-9F3A-4362-842F-187D589B8667}" destId="{FE7E0BA3-2F46-4641-A489-895B6771706A}" srcOrd="1" destOrd="0" presId="urn:microsoft.com/office/officeart/2005/8/layout/hierarchy2"/>
    <dgm:cxn modelId="{788FEAA3-CC8D-47A7-97C6-C8A41A49D70C}" type="presParOf" srcId="{FE7E0BA3-2F46-4641-A489-895B6771706A}" destId="{4F4190F7-55DF-4FC4-B860-404A043F57EB}" srcOrd="0" destOrd="0" presId="urn:microsoft.com/office/officeart/2005/8/layout/hierarchy2"/>
    <dgm:cxn modelId="{48254186-01C8-4D88-8543-7C7EB51C4781}" type="presParOf" srcId="{4F4190F7-55DF-4FC4-B860-404A043F57EB}" destId="{05F80A8E-9B1D-4474-A051-D997D669146F}" srcOrd="0" destOrd="0" presId="urn:microsoft.com/office/officeart/2005/8/layout/hierarchy2"/>
    <dgm:cxn modelId="{8D38AA37-F6BA-49A1-A9D9-5BCAE53B3AAC}" type="presParOf" srcId="{FE7E0BA3-2F46-4641-A489-895B6771706A}" destId="{A1BBAD77-A669-4DC8-9A65-97663A0CC86E}" srcOrd="1" destOrd="0" presId="urn:microsoft.com/office/officeart/2005/8/layout/hierarchy2"/>
    <dgm:cxn modelId="{C511C22F-1315-44F9-8AB9-3E6197A3616A}" type="presParOf" srcId="{A1BBAD77-A669-4DC8-9A65-97663A0CC86E}" destId="{AECD244F-772A-4DB4-8F15-148A874FA3F7}" srcOrd="0" destOrd="0" presId="urn:microsoft.com/office/officeart/2005/8/layout/hierarchy2"/>
    <dgm:cxn modelId="{AA3A815E-FE27-4141-BABB-2D2DD00ED065}" type="presParOf" srcId="{A1BBAD77-A669-4DC8-9A65-97663A0CC86E}" destId="{EFF9E5D9-FC79-418F-883B-9040E87C0F62}" srcOrd="1" destOrd="0" presId="urn:microsoft.com/office/officeart/2005/8/layout/hierarchy2"/>
    <dgm:cxn modelId="{0C4DEBB1-BE8B-4439-8780-45C2C87F54EA}" type="presParOf" srcId="{FE7E0BA3-2F46-4641-A489-895B6771706A}" destId="{FB28A1B8-1EDC-4A10-A206-11BC0BCDD27C}" srcOrd="2" destOrd="0" presId="urn:microsoft.com/office/officeart/2005/8/layout/hierarchy2"/>
    <dgm:cxn modelId="{BC703A17-15E0-48B6-B589-8765BCA6F3AB}" type="presParOf" srcId="{FB28A1B8-1EDC-4A10-A206-11BC0BCDD27C}" destId="{22B5F920-0CA3-4622-A077-DB4439CD8D18}" srcOrd="0" destOrd="0" presId="urn:microsoft.com/office/officeart/2005/8/layout/hierarchy2"/>
    <dgm:cxn modelId="{1258620F-CFA5-4AB8-B7E7-F9B577B6F300}" type="presParOf" srcId="{FE7E0BA3-2F46-4641-A489-895B6771706A}" destId="{6FD1FAF0-06C8-4553-BC91-65BABBF4C2AE}" srcOrd="3" destOrd="0" presId="urn:microsoft.com/office/officeart/2005/8/layout/hierarchy2"/>
    <dgm:cxn modelId="{AEAB26C5-64ED-4E45-AC7C-310EF2F77995}" type="presParOf" srcId="{6FD1FAF0-06C8-4553-BC91-65BABBF4C2AE}" destId="{742298D1-B731-4135-AB56-E70F6E9A05C2}" srcOrd="0" destOrd="0" presId="urn:microsoft.com/office/officeart/2005/8/layout/hierarchy2"/>
    <dgm:cxn modelId="{06DC8F67-1F26-4293-B475-E838B0A07924}" type="presParOf" srcId="{6FD1FAF0-06C8-4553-BC91-65BABBF4C2AE}" destId="{F15A6357-C118-494B-8F6F-4FFE67ECBA4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418C75-6FE7-47B2-A7FD-FA459C6F2968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0E262617-1308-488A-96AA-4DE26144B127}">
      <dgm:prSet phldrT="[Text]" custT="1"/>
      <dgm:spPr/>
      <dgm:t>
        <a:bodyPr/>
        <a:lstStyle/>
        <a:p>
          <a:r>
            <a:rPr lang="fr-FR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Régression logistique</a:t>
          </a:r>
          <a:endParaRPr lang="fr-FR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7328F26-8029-4A03-886C-8880D05954BF}" type="parTrans" cxnId="{0708D679-3E11-4659-954B-50AA728B0D41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3301547-9AC8-4A0B-A46F-70535A0ADC06}" type="sibTrans" cxnId="{0708D679-3E11-4659-954B-50AA728B0D41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5504C4C-BB4A-4B7B-9433-C0046EB2E45E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régression dont la variable cible = catégorie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3ACA34E-CAA7-406D-A54D-63BC7BB94ACC}" type="parTrans" cxnId="{270D5FAF-370E-4FB4-81C3-956167689773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50C23EC-E04F-4D9D-9CC9-CAFFD0685883}" type="sibTrans" cxnId="{270D5FAF-370E-4FB4-81C3-956167689773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B3B9EB8-D02A-4DB7-A62F-2BE050114455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utilise la probabilité que l’individu appartienne à une catégorie ou l’autre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72907B8-F071-454A-911C-BE920A94CA4B}" type="parTrans" cxnId="{4C9149C2-F0C1-436C-A50F-3638931D7167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871AFDE-A3F6-4E1A-A495-2BC223AA9BDE}" type="sibTrans" cxnId="{4C9149C2-F0C1-436C-A50F-3638931D7167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B9BAC75-83CF-4301-836B-8D59772F3272}">
      <dgm:prSet phldrT="[Text]" custT="1"/>
      <dgm:spPr>
        <a:solidFill>
          <a:schemeClr val="accent5"/>
        </a:solidFill>
      </dgm:spPr>
      <dgm:t>
        <a:bodyPr/>
        <a:lstStyle/>
        <a:p>
          <a:pPr>
            <a:spcAft>
              <a:spcPts val="0"/>
            </a:spcAft>
          </a:pPr>
          <a:r>
            <a:rPr lang="fr-FR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Random Forest</a:t>
          </a:r>
        </a:p>
        <a:p>
          <a:pPr>
            <a:spcAft>
              <a:spcPct val="35000"/>
            </a:spcAft>
          </a:pPr>
          <a:r>
            <a:rPr lang="fr-FR" sz="14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(forêt aléatoire)</a:t>
          </a:r>
          <a:endParaRPr lang="fr-FR" sz="14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AD85614-C409-46C4-B971-C77E817F63FB}" type="parTrans" cxnId="{8534C160-270A-43D1-A5E8-B6731E4C07A1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41364E3-B2B5-4BF4-A17E-E5EFC7106B48}" type="sibTrans" cxnId="{8534C160-270A-43D1-A5E8-B6731E4C07A1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A697A60-649C-44E5-9B99-ABE270EAF3FE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entraine en parallèle plusieurs arbres de décision 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(peu performants)</a:t>
          </a:r>
          <a:endParaRPr lang="fr-FR" sz="11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90AB43C-1F02-4191-AD2E-88BD84E41EB6}" type="parTrans" cxnId="{AD4CFAA8-41B0-468E-B7B1-9325D469BF92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3276A97-3372-4E75-9343-20FEBBE9E048}" type="sibTrans" cxnId="{AD4CFAA8-41B0-468E-B7B1-9325D469BF92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06334F8-8F25-424A-8B58-96944EFB9416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utilise le vote majoritaire 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(= catégorie la plus prédite) 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pour classer l’individu dans une catégorie ou une autre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D52329C-1CBF-4702-B9A1-E96CCF364E3A}" type="parTrans" cxnId="{25BB68B1-150B-4CE1-B650-B0A85D7EF39F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4B894FD-267C-4DAA-BA64-EADD04EFD77C}" type="sibTrans" cxnId="{25BB68B1-150B-4CE1-B650-B0A85D7EF39F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A7E9B6F-D2B3-4287-98F8-681952DC072D}">
      <dgm:prSet phldrT="[Text]" custT="1"/>
      <dgm:spPr>
        <a:solidFill>
          <a:schemeClr val="accent3"/>
        </a:solidFill>
      </dgm:spPr>
      <dgm:t>
        <a:bodyPr/>
        <a:lstStyle/>
        <a:p>
          <a:pPr>
            <a:spcAft>
              <a:spcPts val="0"/>
            </a:spcAft>
          </a:pPr>
          <a:r>
            <a:rPr lang="fr-FR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KNN</a:t>
          </a:r>
        </a:p>
        <a:p>
          <a:pPr>
            <a:spcAft>
              <a:spcPct val="35000"/>
            </a:spcAft>
          </a:pPr>
          <a:r>
            <a:rPr lang="fr-FR" sz="14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(K-Nearest Neighbors)</a:t>
          </a:r>
          <a:endParaRPr lang="fr-FR" sz="14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E909F61-3635-4EEB-94FE-850B888649F1}" type="parTrans" cxnId="{A1BC8381-91C8-4AF9-8CCD-4BA3B5B51ECC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BA09D9C-65E6-457A-BDDE-559287AE5712}" type="sibTrans" cxnId="{A1BC8381-91C8-4AF9-8CCD-4BA3B5B51ECC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1101180-8117-4B71-8AF8-EA0E3665D5AF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classification basée sur la similarité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D0FE146-1484-4B90-A474-4CD39BC5E362}" type="parTrans" cxnId="{C8488CF6-07F1-46B2-9D78-783AC7A59BAD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AD6B946-353E-481E-9D71-AE5CBC985276}" type="sibTrans" cxnId="{C8488CF6-07F1-46B2-9D78-783AC7A59BAD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F174239-F621-4DEC-8928-1ED0F3748444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compare l’individu à ses voisins les plus proches 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(distance) 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puis utilise le vote majoritaire 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(= catégorie la plus prédite) 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pour classer  l’individu dans une catégorie ou une autre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0D04B90-1AF6-4DB1-A14F-7795B3C9A13C}" type="parTrans" cxnId="{47E01615-D7FA-43C1-A77A-436D6993A23D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AD04FD6-FC00-47DE-98E5-857716EB84D4}" type="sibTrans" cxnId="{47E01615-D7FA-43C1-A77A-436D6993A23D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309D3CB-EB8F-4F37-BD91-F70AD34C6F4F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cherche à regrouper les données en groupes selon leur similarité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892C81A-7632-4494-936E-1A9A77B8EB7D}" type="parTrans" cxnId="{DBE641C6-E855-4651-8A0E-AD7F4AC40E39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126F574-CE6F-4A05-98E5-9D009E9BD8A7}" type="sibTrans" cxnId="{DBE641C6-E855-4651-8A0E-AD7F4AC40E39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6A21641-7423-496A-B48F-4B3DBD36D229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fr-FR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K-</a:t>
          </a:r>
          <a:r>
            <a:rPr lang="fr-FR" sz="18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Means</a:t>
          </a:r>
          <a:endParaRPr lang="fr-FR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81D95BB-8BC2-4F04-BA21-E9951CF6421A}" type="parTrans" cxnId="{F10D5EB2-A4FB-4B1D-A094-3DB3AF0B6E7A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4D6BF5F-72A9-4051-88DE-11EC5B941749}" type="sibTrans" cxnId="{F10D5EB2-A4FB-4B1D-A094-3DB3AF0B6E7A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AC7A399-6FBE-4F8D-B4D5-A2E2FEC22876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n’utilise pas les étiquettes données au préalable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AF684B1-5D34-4DE4-B86D-52EE5F894CB8}" type="parTrans" cxnId="{73647BEF-E564-456B-BCEB-4AE4229119AE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DE42752-DCC7-4E54-952C-F0B6AC25D9DF}" type="sibTrans" cxnId="{73647BEF-E564-456B-BCEB-4AE4229119AE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18C9422-3CA6-48D7-B8D6-8D6F7B8E6CEF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utilise la distance avec le </a:t>
          </a:r>
          <a:r>
            <a:rPr lang="fr-FR" sz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centroïde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(= centre du groupe)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le plus proche pour attribuer l’individu à un groupe ou un autre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130ED6E-3377-4D5F-A841-6E532D59D7AA}" type="parTrans" cxnId="{4049A1CB-0157-402D-AE32-AEBD581E6CD3}">
      <dgm:prSet/>
      <dgm:spPr/>
      <dgm:t>
        <a:bodyPr/>
        <a:lstStyle/>
        <a:p>
          <a:endParaRPr lang="fr-FR"/>
        </a:p>
      </dgm:t>
    </dgm:pt>
    <dgm:pt modelId="{8954A60D-C0CF-4857-BD9E-A56304CBA584}" type="sibTrans" cxnId="{4049A1CB-0157-402D-AE32-AEBD581E6CD3}">
      <dgm:prSet/>
      <dgm:spPr/>
      <dgm:t>
        <a:bodyPr/>
        <a:lstStyle/>
        <a:p>
          <a:endParaRPr lang="fr-FR"/>
        </a:p>
      </dgm:t>
    </dgm:pt>
    <dgm:pt modelId="{B1880EAC-8254-480E-B26B-2C05D65135AC}" type="pres">
      <dgm:prSet presAssocID="{C2418C75-6FE7-47B2-A7FD-FA459C6F296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096D922C-3AF7-44A0-86B3-3E2FEB3398AD}" type="pres">
      <dgm:prSet presAssocID="{0E262617-1308-488A-96AA-4DE26144B127}" presName="composite" presStyleCnt="0"/>
      <dgm:spPr/>
    </dgm:pt>
    <dgm:pt modelId="{93B3AE4C-715B-4D79-869E-02D47A37E101}" type="pres">
      <dgm:prSet presAssocID="{0E262617-1308-488A-96AA-4DE26144B127}" presName="parTx" presStyleLbl="alignNode1" presStyleIdx="0" presStyleCnt="4" custLinFactY="-100000" custLinFactNeighborY="-12014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6300363-2D64-4FA2-A967-67DA8BCB65BE}" type="pres">
      <dgm:prSet presAssocID="{0E262617-1308-488A-96AA-4DE26144B127}" presName="desTx" presStyleLbl="alignAccFollowNode1" presStyleIdx="0" presStyleCnt="4" custLinFactNeighborY="35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043D8A5-6D88-475B-9B7F-BD050ACDC5D1}" type="pres">
      <dgm:prSet presAssocID="{43301547-9AC8-4A0B-A46F-70535A0ADC06}" presName="space" presStyleCnt="0"/>
      <dgm:spPr/>
    </dgm:pt>
    <dgm:pt modelId="{E8AD8398-FDC2-40B7-823F-28EBD9CF2888}" type="pres">
      <dgm:prSet presAssocID="{7B9BAC75-83CF-4301-836B-8D59772F3272}" presName="composite" presStyleCnt="0"/>
      <dgm:spPr/>
    </dgm:pt>
    <dgm:pt modelId="{B431AAAE-FB35-4B17-A03E-D459364644FA}" type="pres">
      <dgm:prSet presAssocID="{7B9BAC75-83CF-4301-836B-8D59772F3272}" presName="parTx" presStyleLbl="alignNode1" presStyleIdx="1" presStyleCnt="4" custLinFactNeighborX="-133" custLinFactNeighborY="-2295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C2C9C96-DDC6-4265-94CE-B36D927EDEF0}" type="pres">
      <dgm:prSet presAssocID="{7B9BAC75-83CF-4301-836B-8D59772F3272}" presName="desTx" presStyleLbl="alignAccFollowNode1" presStyleIdx="1" presStyleCnt="4" custLinFactNeighborY="35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0F9E5D-ECAB-4C28-A92B-D09621FD3C79}" type="pres">
      <dgm:prSet presAssocID="{641364E3-B2B5-4BF4-A17E-E5EFC7106B48}" presName="space" presStyleCnt="0"/>
      <dgm:spPr/>
    </dgm:pt>
    <dgm:pt modelId="{17EE4E89-6048-4680-9044-59C2201CEB0E}" type="pres">
      <dgm:prSet presAssocID="{2A7E9B6F-D2B3-4287-98F8-681952DC072D}" presName="composite" presStyleCnt="0"/>
      <dgm:spPr/>
    </dgm:pt>
    <dgm:pt modelId="{FDC43458-1652-47B9-9031-01D3919F9B03}" type="pres">
      <dgm:prSet presAssocID="{2A7E9B6F-D2B3-4287-98F8-681952DC072D}" presName="parTx" presStyleLbl="alignNode1" presStyleIdx="2" presStyleCnt="4" custLinFactY="-100000" custLinFactNeighborY="-12014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D46DF58-7AE9-4325-B05E-429CC27115AB}" type="pres">
      <dgm:prSet presAssocID="{2A7E9B6F-D2B3-4287-98F8-681952DC072D}" presName="desTx" presStyleLbl="alignAccFollowNode1" presStyleIdx="2" presStyleCnt="4" custLinFactNeighborY="35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D481052-3E4F-4C1C-B5F0-617B739B47BD}" type="pres">
      <dgm:prSet presAssocID="{3BA09D9C-65E6-457A-BDDE-559287AE5712}" presName="space" presStyleCnt="0"/>
      <dgm:spPr/>
    </dgm:pt>
    <dgm:pt modelId="{0416BA24-E8FA-4994-A4A4-9A125FDA5091}" type="pres">
      <dgm:prSet presAssocID="{06A21641-7423-496A-B48F-4B3DBD36D229}" presName="composite" presStyleCnt="0"/>
      <dgm:spPr/>
    </dgm:pt>
    <dgm:pt modelId="{69BED3FF-8259-4D43-9720-B1A1C684C8EE}" type="pres">
      <dgm:prSet presAssocID="{06A21641-7423-496A-B48F-4B3DBD36D229}" presName="parTx" presStyleLbl="alignNode1" presStyleIdx="3" presStyleCnt="4" custLinFactY="-100000" custLinFactNeighborY="-12014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9E8B27E-04EB-4C43-AFCF-A36F7556F0AC}" type="pres">
      <dgm:prSet presAssocID="{06A21641-7423-496A-B48F-4B3DBD36D229}" presName="desTx" presStyleLbl="alignAccFollowNode1" presStyleIdx="3" presStyleCnt="4" custLinFactNeighborY="35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901EE3F-F06C-4E8D-8F78-7CA1CCF509FD}" type="presOf" srcId="{0A697A60-649C-44E5-9B99-ABE270EAF3FE}" destId="{1C2C9C96-DDC6-4265-94CE-B36D927EDEF0}" srcOrd="0" destOrd="0" presId="urn:microsoft.com/office/officeart/2005/8/layout/hList1"/>
    <dgm:cxn modelId="{CDC6AFD4-7357-4448-8F94-F9CF8A4A5E2C}" type="presOf" srcId="{0E262617-1308-488A-96AA-4DE26144B127}" destId="{93B3AE4C-715B-4D79-869E-02D47A37E101}" srcOrd="0" destOrd="0" presId="urn:microsoft.com/office/officeart/2005/8/layout/hList1"/>
    <dgm:cxn modelId="{47E01615-D7FA-43C1-A77A-436D6993A23D}" srcId="{2A7E9B6F-D2B3-4287-98F8-681952DC072D}" destId="{EF174239-F621-4DEC-8928-1ED0F3748444}" srcOrd="1" destOrd="0" parTransId="{30D04B90-1AF6-4DB1-A14F-7795B3C9A13C}" sibTransId="{EAD04FD6-FC00-47DE-98E5-857716EB84D4}"/>
    <dgm:cxn modelId="{0EBF6A25-7411-44E0-86D5-29D6365DA67E}" type="presOf" srcId="{2A7E9B6F-D2B3-4287-98F8-681952DC072D}" destId="{FDC43458-1652-47B9-9031-01D3919F9B03}" srcOrd="0" destOrd="0" presId="urn:microsoft.com/office/officeart/2005/8/layout/hList1"/>
    <dgm:cxn modelId="{4049A1CB-0157-402D-AE32-AEBD581E6CD3}" srcId="{06A21641-7423-496A-B48F-4B3DBD36D229}" destId="{918C9422-3CA6-48D7-B8D6-8D6F7B8E6CEF}" srcOrd="2" destOrd="0" parTransId="{D130ED6E-3377-4D5F-A841-6E532D59D7AA}" sibTransId="{8954A60D-C0CF-4857-BD9E-A56304CBA584}"/>
    <dgm:cxn modelId="{F10D5EB2-A4FB-4B1D-A094-3DB3AF0B6E7A}" srcId="{C2418C75-6FE7-47B2-A7FD-FA459C6F2968}" destId="{06A21641-7423-496A-B48F-4B3DBD36D229}" srcOrd="3" destOrd="0" parTransId="{F81D95BB-8BC2-4F04-BA21-E9951CF6421A}" sibTransId="{04D6BF5F-72A9-4051-88DE-11EC5B941749}"/>
    <dgm:cxn modelId="{CC750AC9-150F-4DD6-80AF-1E2F2235BA09}" type="presOf" srcId="{606334F8-8F25-424A-8B58-96944EFB9416}" destId="{1C2C9C96-DDC6-4265-94CE-B36D927EDEF0}" srcOrd="0" destOrd="1" presId="urn:microsoft.com/office/officeart/2005/8/layout/hList1"/>
    <dgm:cxn modelId="{8BF0B7B5-4FDF-44B8-80A0-9199319705A4}" type="presOf" srcId="{05504C4C-BB4A-4B7B-9433-C0046EB2E45E}" destId="{C6300363-2D64-4FA2-A967-67DA8BCB65BE}" srcOrd="0" destOrd="0" presId="urn:microsoft.com/office/officeart/2005/8/layout/hList1"/>
    <dgm:cxn modelId="{16A061D2-B9AF-4A5D-8042-0BAE1116F986}" type="presOf" srcId="{918C9422-3CA6-48D7-B8D6-8D6F7B8E6CEF}" destId="{A9E8B27E-04EB-4C43-AFCF-A36F7556F0AC}" srcOrd="0" destOrd="2" presId="urn:microsoft.com/office/officeart/2005/8/layout/hList1"/>
    <dgm:cxn modelId="{49B9DDFA-915D-4B40-B157-5FB41E75D22B}" type="presOf" srcId="{06A21641-7423-496A-B48F-4B3DBD36D229}" destId="{69BED3FF-8259-4D43-9720-B1A1C684C8EE}" srcOrd="0" destOrd="0" presId="urn:microsoft.com/office/officeart/2005/8/layout/hList1"/>
    <dgm:cxn modelId="{AD4CFAA8-41B0-468E-B7B1-9325D469BF92}" srcId="{7B9BAC75-83CF-4301-836B-8D59772F3272}" destId="{0A697A60-649C-44E5-9B99-ABE270EAF3FE}" srcOrd="0" destOrd="0" parTransId="{990AB43C-1F02-4191-AD2E-88BD84E41EB6}" sibTransId="{73276A97-3372-4E75-9343-20FEBBE9E048}"/>
    <dgm:cxn modelId="{DBE641C6-E855-4651-8A0E-AD7F4AC40E39}" srcId="{06A21641-7423-496A-B48F-4B3DBD36D229}" destId="{8309D3CB-EB8F-4F37-BD91-F70AD34C6F4F}" srcOrd="1" destOrd="0" parTransId="{7892C81A-7632-4494-936E-1A9A77B8EB7D}" sibTransId="{B126F574-CE6F-4A05-98E5-9D009E9BD8A7}"/>
    <dgm:cxn modelId="{0708D679-3E11-4659-954B-50AA728B0D41}" srcId="{C2418C75-6FE7-47B2-A7FD-FA459C6F2968}" destId="{0E262617-1308-488A-96AA-4DE26144B127}" srcOrd="0" destOrd="0" parTransId="{D7328F26-8029-4A03-886C-8880D05954BF}" sibTransId="{43301547-9AC8-4A0B-A46F-70535A0ADC06}"/>
    <dgm:cxn modelId="{110497DD-843B-463D-BFD0-EA4E5047F427}" type="presOf" srcId="{8309D3CB-EB8F-4F37-BD91-F70AD34C6F4F}" destId="{A9E8B27E-04EB-4C43-AFCF-A36F7556F0AC}" srcOrd="0" destOrd="1" presId="urn:microsoft.com/office/officeart/2005/8/layout/hList1"/>
    <dgm:cxn modelId="{8534C160-270A-43D1-A5E8-B6731E4C07A1}" srcId="{C2418C75-6FE7-47B2-A7FD-FA459C6F2968}" destId="{7B9BAC75-83CF-4301-836B-8D59772F3272}" srcOrd="1" destOrd="0" parTransId="{4AD85614-C409-46C4-B971-C77E817F63FB}" sibTransId="{641364E3-B2B5-4BF4-A17E-E5EFC7106B48}"/>
    <dgm:cxn modelId="{204FE1EC-DFF3-47B7-8C71-D833C4D3BBED}" type="presOf" srcId="{E1101180-8117-4B71-8AF8-EA0E3665D5AF}" destId="{CD46DF58-7AE9-4325-B05E-429CC27115AB}" srcOrd="0" destOrd="0" presId="urn:microsoft.com/office/officeart/2005/8/layout/hList1"/>
    <dgm:cxn modelId="{A1BC8381-91C8-4AF9-8CCD-4BA3B5B51ECC}" srcId="{C2418C75-6FE7-47B2-A7FD-FA459C6F2968}" destId="{2A7E9B6F-D2B3-4287-98F8-681952DC072D}" srcOrd="2" destOrd="0" parTransId="{9E909F61-3635-4EEB-94FE-850B888649F1}" sibTransId="{3BA09D9C-65E6-457A-BDDE-559287AE5712}"/>
    <dgm:cxn modelId="{4C9149C2-F0C1-436C-A50F-3638931D7167}" srcId="{0E262617-1308-488A-96AA-4DE26144B127}" destId="{BB3B9EB8-D02A-4DB7-A62F-2BE050114455}" srcOrd="1" destOrd="0" parTransId="{872907B8-F071-454A-911C-BE920A94CA4B}" sibTransId="{9871AFDE-A3F6-4E1A-A495-2BC223AA9BDE}"/>
    <dgm:cxn modelId="{58C49C7F-FC4B-4E37-A6FC-6FB30B15AE5F}" type="presOf" srcId="{6AC7A399-6FBE-4F8D-B4D5-A2E2FEC22876}" destId="{A9E8B27E-04EB-4C43-AFCF-A36F7556F0AC}" srcOrd="0" destOrd="0" presId="urn:microsoft.com/office/officeart/2005/8/layout/hList1"/>
    <dgm:cxn modelId="{270D5FAF-370E-4FB4-81C3-956167689773}" srcId="{0E262617-1308-488A-96AA-4DE26144B127}" destId="{05504C4C-BB4A-4B7B-9433-C0046EB2E45E}" srcOrd="0" destOrd="0" parTransId="{63ACA34E-CAA7-406D-A54D-63BC7BB94ACC}" sibTransId="{450C23EC-E04F-4D9D-9CC9-CAFFD0685883}"/>
    <dgm:cxn modelId="{0E935496-A48D-4FBE-9DD2-A3E250F9E44D}" type="presOf" srcId="{EF174239-F621-4DEC-8928-1ED0F3748444}" destId="{CD46DF58-7AE9-4325-B05E-429CC27115AB}" srcOrd="0" destOrd="1" presId="urn:microsoft.com/office/officeart/2005/8/layout/hList1"/>
    <dgm:cxn modelId="{E4A1086B-3CB5-48FD-A92B-7260DEC9CD94}" type="presOf" srcId="{7B9BAC75-83CF-4301-836B-8D59772F3272}" destId="{B431AAAE-FB35-4B17-A03E-D459364644FA}" srcOrd="0" destOrd="0" presId="urn:microsoft.com/office/officeart/2005/8/layout/hList1"/>
    <dgm:cxn modelId="{C8488CF6-07F1-46B2-9D78-783AC7A59BAD}" srcId="{2A7E9B6F-D2B3-4287-98F8-681952DC072D}" destId="{E1101180-8117-4B71-8AF8-EA0E3665D5AF}" srcOrd="0" destOrd="0" parTransId="{8D0FE146-1484-4B90-A474-4CD39BC5E362}" sibTransId="{6AD6B946-353E-481E-9D71-AE5CBC985276}"/>
    <dgm:cxn modelId="{73647BEF-E564-456B-BCEB-4AE4229119AE}" srcId="{06A21641-7423-496A-B48F-4B3DBD36D229}" destId="{6AC7A399-6FBE-4F8D-B4D5-A2E2FEC22876}" srcOrd="0" destOrd="0" parTransId="{2AF684B1-5D34-4DE4-B86D-52EE5F894CB8}" sibTransId="{1DE42752-DCC7-4E54-952C-F0B6AC25D9DF}"/>
    <dgm:cxn modelId="{25BB68B1-150B-4CE1-B650-B0A85D7EF39F}" srcId="{7B9BAC75-83CF-4301-836B-8D59772F3272}" destId="{606334F8-8F25-424A-8B58-96944EFB9416}" srcOrd="1" destOrd="0" parTransId="{5D52329C-1CBF-4702-B9A1-E96CCF364E3A}" sibTransId="{E4B894FD-267C-4DAA-BA64-EADD04EFD77C}"/>
    <dgm:cxn modelId="{ECC07CC8-68FC-4503-9A13-615B62F4E7DE}" type="presOf" srcId="{BB3B9EB8-D02A-4DB7-A62F-2BE050114455}" destId="{C6300363-2D64-4FA2-A967-67DA8BCB65BE}" srcOrd="0" destOrd="1" presId="urn:microsoft.com/office/officeart/2005/8/layout/hList1"/>
    <dgm:cxn modelId="{16FF2A8A-7A14-4DBA-A37B-0BFBB093D57C}" type="presOf" srcId="{C2418C75-6FE7-47B2-A7FD-FA459C6F2968}" destId="{B1880EAC-8254-480E-B26B-2C05D65135AC}" srcOrd="0" destOrd="0" presId="urn:microsoft.com/office/officeart/2005/8/layout/hList1"/>
    <dgm:cxn modelId="{8B9163A0-E897-4920-A7EE-6203D150B80A}" type="presParOf" srcId="{B1880EAC-8254-480E-B26B-2C05D65135AC}" destId="{096D922C-3AF7-44A0-86B3-3E2FEB3398AD}" srcOrd="0" destOrd="0" presId="urn:microsoft.com/office/officeart/2005/8/layout/hList1"/>
    <dgm:cxn modelId="{F99878BD-445E-4910-BB34-CA5F12FA9179}" type="presParOf" srcId="{096D922C-3AF7-44A0-86B3-3E2FEB3398AD}" destId="{93B3AE4C-715B-4D79-869E-02D47A37E101}" srcOrd="0" destOrd="0" presId="urn:microsoft.com/office/officeart/2005/8/layout/hList1"/>
    <dgm:cxn modelId="{FF391E3E-C860-4939-B04D-3C500A0054A6}" type="presParOf" srcId="{096D922C-3AF7-44A0-86B3-3E2FEB3398AD}" destId="{C6300363-2D64-4FA2-A967-67DA8BCB65BE}" srcOrd="1" destOrd="0" presId="urn:microsoft.com/office/officeart/2005/8/layout/hList1"/>
    <dgm:cxn modelId="{0915A1EB-A42B-426D-99E2-39EA6A2A13B8}" type="presParOf" srcId="{B1880EAC-8254-480E-B26B-2C05D65135AC}" destId="{C043D8A5-6D88-475B-9B7F-BD050ACDC5D1}" srcOrd="1" destOrd="0" presId="urn:microsoft.com/office/officeart/2005/8/layout/hList1"/>
    <dgm:cxn modelId="{E1E48F83-4D4D-49F6-A8AC-C3713DACEC6E}" type="presParOf" srcId="{B1880EAC-8254-480E-B26B-2C05D65135AC}" destId="{E8AD8398-FDC2-40B7-823F-28EBD9CF2888}" srcOrd="2" destOrd="0" presId="urn:microsoft.com/office/officeart/2005/8/layout/hList1"/>
    <dgm:cxn modelId="{ECDF8612-43A5-4697-BD81-C6FA54CE7DDD}" type="presParOf" srcId="{E8AD8398-FDC2-40B7-823F-28EBD9CF2888}" destId="{B431AAAE-FB35-4B17-A03E-D459364644FA}" srcOrd="0" destOrd="0" presId="urn:microsoft.com/office/officeart/2005/8/layout/hList1"/>
    <dgm:cxn modelId="{2E42676B-26F3-497F-AF72-819BAE382BE2}" type="presParOf" srcId="{E8AD8398-FDC2-40B7-823F-28EBD9CF2888}" destId="{1C2C9C96-DDC6-4265-94CE-B36D927EDEF0}" srcOrd="1" destOrd="0" presId="urn:microsoft.com/office/officeart/2005/8/layout/hList1"/>
    <dgm:cxn modelId="{3CDFB2E7-7353-4550-B0A0-EB4B51C7AE39}" type="presParOf" srcId="{B1880EAC-8254-480E-B26B-2C05D65135AC}" destId="{070F9E5D-ECAB-4C28-A92B-D09621FD3C79}" srcOrd="3" destOrd="0" presId="urn:microsoft.com/office/officeart/2005/8/layout/hList1"/>
    <dgm:cxn modelId="{F2105887-1079-4E8C-BD99-89344CAEC7A7}" type="presParOf" srcId="{B1880EAC-8254-480E-B26B-2C05D65135AC}" destId="{17EE4E89-6048-4680-9044-59C2201CEB0E}" srcOrd="4" destOrd="0" presId="urn:microsoft.com/office/officeart/2005/8/layout/hList1"/>
    <dgm:cxn modelId="{5C9CEEB5-27C3-401A-902B-7987A38653E0}" type="presParOf" srcId="{17EE4E89-6048-4680-9044-59C2201CEB0E}" destId="{FDC43458-1652-47B9-9031-01D3919F9B03}" srcOrd="0" destOrd="0" presId="urn:microsoft.com/office/officeart/2005/8/layout/hList1"/>
    <dgm:cxn modelId="{1D23231E-9B38-4C90-89A5-39F0973E9199}" type="presParOf" srcId="{17EE4E89-6048-4680-9044-59C2201CEB0E}" destId="{CD46DF58-7AE9-4325-B05E-429CC27115AB}" srcOrd="1" destOrd="0" presId="urn:microsoft.com/office/officeart/2005/8/layout/hList1"/>
    <dgm:cxn modelId="{8C9E5B30-DBC9-4716-B7B0-3CE33240C587}" type="presParOf" srcId="{B1880EAC-8254-480E-B26B-2C05D65135AC}" destId="{ED481052-3E4F-4C1C-B5F0-617B739B47BD}" srcOrd="5" destOrd="0" presId="urn:microsoft.com/office/officeart/2005/8/layout/hList1"/>
    <dgm:cxn modelId="{C6458D80-83F6-4CD2-85DE-951D0026A9DB}" type="presParOf" srcId="{B1880EAC-8254-480E-B26B-2C05D65135AC}" destId="{0416BA24-E8FA-4994-A4A4-9A125FDA5091}" srcOrd="6" destOrd="0" presId="urn:microsoft.com/office/officeart/2005/8/layout/hList1"/>
    <dgm:cxn modelId="{0A18A2A7-EF12-459E-87E2-A5DA10B2D119}" type="presParOf" srcId="{0416BA24-E8FA-4994-A4A4-9A125FDA5091}" destId="{69BED3FF-8259-4D43-9720-B1A1C684C8EE}" srcOrd="0" destOrd="0" presId="urn:microsoft.com/office/officeart/2005/8/layout/hList1"/>
    <dgm:cxn modelId="{610FBD33-2AED-4B74-B857-20EF77BAAA4D}" type="presParOf" srcId="{0416BA24-E8FA-4994-A4A4-9A125FDA5091}" destId="{A9E8B27E-04EB-4C43-AFCF-A36F7556F0A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130FFA-09F5-4514-AD21-DB66F072AA08}" type="doc">
      <dgm:prSet loTypeId="urn:microsoft.com/office/officeart/2005/8/layout/chevron1" loCatId="process" qsTypeId="urn:microsoft.com/office/officeart/2005/8/quickstyle/simple1" qsCatId="simple" csTypeId="urn:microsoft.com/office/officeart/2005/8/colors/colorful3" csCatId="colorful" phldr="1"/>
      <dgm:spPr/>
    </dgm:pt>
    <dgm:pt modelId="{7867A471-7665-470F-B0B1-1E4DE30F6DD3}">
      <dgm:prSet phldrT="[Text]" custT="1"/>
      <dgm:spPr/>
      <dgm:t>
        <a:bodyPr/>
        <a:lstStyle/>
        <a:p>
          <a:r>
            <a:rPr lang="fr-FR" sz="1400" i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Initialisation</a:t>
          </a:r>
        </a:p>
        <a:p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(choix paramètres)</a:t>
          </a:r>
          <a:endParaRPr lang="fr-FR" sz="11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552DA7C-2356-4DA5-B9AC-7C2097BD3172}" type="parTrans" cxnId="{DE46FF86-838A-4B02-B1AE-C22C9A2F1397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06B75B2-4874-4F45-88EF-D2184BA7DA57}" type="sibTrans" cxnId="{DE46FF86-838A-4B02-B1AE-C22C9A2F1397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F69BD27-AB0F-4914-AFE7-9D509F897443}">
      <dgm:prSet phldrT="[Text]" custT="1"/>
      <dgm:spPr/>
      <dgm:t>
        <a:bodyPr/>
        <a:lstStyle/>
        <a:p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Entrainement</a:t>
          </a:r>
        </a:p>
        <a:p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fr-FR" sz="1100" i="1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X_train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fr-FR" sz="11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D2D666D-A976-4C76-BD94-76D8888C4338}" type="parTrans" cxnId="{933D5B9F-D0AB-4EAF-9679-8744BDF5EB04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F66D1A6-B616-480B-AA65-85AEF2D82036}" type="sibTrans" cxnId="{933D5B9F-D0AB-4EAF-9679-8744BDF5EB04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4330087-6D2B-4216-9014-2824450303A7}">
      <dgm:prSet phldrT="[Text]" custT="1"/>
      <dgm:spPr/>
      <dgm:t>
        <a:bodyPr/>
        <a:lstStyle/>
        <a:p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Vérification</a:t>
          </a:r>
        </a:p>
        <a:p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(comparaison </a:t>
          </a:r>
          <a:r>
            <a:rPr lang="fr-FR" sz="1100" i="1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preds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/ </a:t>
          </a:r>
          <a:r>
            <a:rPr lang="fr-FR" sz="1100" i="1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Y_test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fr-FR" sz="11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381AB4B-6E3A-453A-B6CC-959C51A70187}" type="parTrans" cxnId="{7151A299-3B25-4342-BBE6-42B5A7DD510A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078E319-84BC-4E9E-B760-87565CC7A917}" type="sibTrans" cxnId="{7151A299-3B25-4342-BBE6-42B5A7DD510A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B50485D-DA33-485B-B800-B46AA719C49C}">
      <dgm:prSet phldrT="[Text]" custT="1"/>
      <dgm:spPr/>
      <dgm:t>
        <a:bodyPr/>
        <a:lstStyle/>
        <a:p>
          <a:r>
            <a:rPr lang="fr-FR" sz="1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Prédiction</a:t>
          </a:r>
        </a:p>
        <a:p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fr-FR" sz="1100" i="1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X_tes</a:t>
          </a:r>
          <a:r>
            <a:rPr lang="fr-FR" sz="1100" i="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</a:t>
          </a:r>
          <a:r>
            <a:rPr lang="fr-FR" sz="1100" i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fr-FR" sz="1100" i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8979C84-257B-4377-8012-0302EC5568F9}" type="parTrans" cxnId="{C63D422E-82C0-43B8-BF94-B5BAED7056CC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577DF7E-8605-4363-85B5-690486941759}" type="sibTrans" cxnId="{C63D422E-82C0-43B8-BF94-B5BAED7056CC}">
      <dgm:prSet/>
      <dgm:spPr/>
      <dgm:t>
        <a:bodyPr/>
        <a:lstStyle/>
        <a:p>
          <a:endParaRPr lang="fr-FR" sz="14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B540DAE-E645-4FF1-888D-1DC57BED17D9}" type="pres">
      <dgm:prSet presAssocID="{71130FFA-09F5-4514-AD21-DB66F072AA08}" presName="Name0" presStyleCnt="0">
        <dgm:presLayoutVars>
          <dgm:dir/>
          <dgm:animLvl val="lvl"/>
          <dgm:resizeHandles val="exact"/>
        </dgm:presLayoutVars>
      </dgm:prSet>
      <dgm:spPr/>
    </dgm:pt>
    <dgm:pt modelId="{C6CD8E5F-5757-4E06-A6B0-2F7137DCC69E}" type="pres">
      <dgm:prSet presAssocID="{7867A471-7665-470F-B0B1-1E4DE30F6DD3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BFB28F1-A4A6-4B1E-81EA-AD516C612EFD}" type="pres">
      <dgm:prSet presAssocID="{606B75B2-4874-4F45-88EF-D2184BA7DA57}" presName="parTxOnlySpace" presStyleCnt="0"/>
      <dgm:spPr/>
    </dgm:pt>
    <dgm:pt modelId="{D2AE86E8-0D78-4007-9B6C-9AE23DF8B535}" type="pres">
      <dgm:prSet presAssocID="{5F69BD27-AB0F-4914-AFE7-9D509F897443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9AC7B8D-148A-4DBC-99BA-FCEC31EF28E7}" type="pres">
      <dgm:prSet presAssocID="{1F66D1A6-B616-480B-AA65-85AEF2D82036}" presName="parTxOnlySpace" presStyleCnt="0"/>
      <dgm:spPr/>
    </dgm:pt>
    <dgm:pt modelId="{60FB9B24-CBFF-4280-9F07-8943F8953C99}" type="pres">
      <dgm:prSet presAssocID="{4B50485D-DA33-485B-B800-B46AA719C49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35263C4-6222-4DA2-BC5B-AA5A2A2078E4}" type="pres">
      <dgm:prSet presAssocID="{B577DF7E-8605-4363-85B5-690486941759}" presName="parTxOnlySpace" presStyleCnt="0"/>
      <dgm:spPr/>
    </dgm:pt>
    <dgm:pt modelId="{B2D23450-E89B-4195-90B3-79990E960274}" type="pres">
      <dgm:prSet presAssocID="{14330087-6D2B-4216-9014-2824450303A7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DE46FF86-838A-4B02-B1AE-C22C9A2F1397}" srcId="{71130FFA-09F5-4514-AD21-DB66F072AA08}" destId="{7867A471-7665-470F-B0B1-1E4DE30F6DD3}" srcOrd="0" destOrd="0" parTransId="{7552DA7C-2356-4DA5-B9AC-7C2097BD3172}" sibTransId="{606B75B2-4874-4F45-88EF-D2184BA7DA57}"/>
    <dgm:cxn modelId="{7151A299-3B25-4342-BBE6-42B5A7DD510A}" srcId="{71130FFA-09F5-4514-AD21-DB66F072AA08}" destId="{14330087-6D2B-4216-9014-2824450303A7}" srcOrd="3" destOrd="0" parTransId="{B381AB4B-6E3A-453A-B6CC-959C51A70187}" sibTransId="{C078E319-84BC-4E9E-B760-87565CC7A917}"/>
    <dgm:cxn modelId="{7AE795F8-D9CA-4311-AEE3-BBF025A93044}" type="presOf" srcId="{7867A471-7665-470F-B0B1-1E4DE30F6DD3}" destId="{C6CD8E5F-5757-4E06-A6B0-2F7137DCC69E}" srcOrd="0" destOrd="0" presId="urn:microsoft.com/office/officeart/2005/8/layout/chevron1"/>
    <dgm:cxn modelId="{343C3792-9054-4121-8594-3740A6E2889D}" type="presOf" srcId="{5F69BD27-AB0F-4914-AFE7-9D509F897443}" destId="{D2AE86E8-0D78-4007-9B6C-9AE23DF8B535}" srcOrd="0" destOrd="0" presId="urn:microsoft.com/office/officeart/2005/8/layout/chevron1"/>
    <dgm:cxn modelId="{889559D5-CB97-4A47-812D-CB1BB35C2A1C}" type="presOf" srcId="{71130FFA-09F5-4514-AD21-DB66F072AA08}" destId="{FB540DAE-E645-4FF1-888D-1DC57BED17D9}" srcOrd="0" destOrd="0" presId="urn:microsoft.com/office/officeart/2005/8/layout/chevron1"/>
    <dgm:cxn modelId="{A290CC12-272A-449E-A55A-27BD816885C3}" type="presOf" srcId="{14330087-6D2B-4216-9014-2824450303A7}" destId="{B2D23450-E89B-4195-90B3-79990E960274}" srcOrd="0" destOrd="0" presId="urn:microsoft.com/office/officeart/2005/8/layout/chevron1"/>
    <dgm:cxn modelId="{C63D422E-82C0-43B8-BF94-B5BAED7056CC}" srcId="{71130FFA-09F5-4514-AD21-DB66F072AA08}" destId="{4B50485D-DA33-485B-B800-B46AA719C49C}" srcOrd="2" destOrd="0" parTransId="{58979C84-257B-4377-8012-0302EC5568F9}" sibTransId="{B577DF7E-8605-4363-85B5-690486941759}"/>
    <dgm:cxn modelId="{933D5B9F-D0AB-4EAF-9679-8744BDF5EB04}" srcId="{71130FFA-09F5-4514-AD21-DB66F072AA08}" destId="{5F69BD27-AB0F-4914-AFE7-9D509F897443}" srcOrd="1" destOrd="0" parTransId="{ED2D666D-A976-4C76-BD94-76D8888C4338}" sibTransId="{1F66D1A6-B616-480B-AA65-85AEF2D82036}"/>
    <dgm:cxn modelId="{06B4C614-04A8-4675-AC6F-52F93FBE446E}" type="presOf" srcId="{4B50485D-DA33-485B-B800-B46AA719C49C}" destId="{60FB9B24-CBFF-4280-9F07-8943F8953C99}" srcOrd="0" destOrd="0" presId="urn:microsoft.com/office/officeart/2005/8/layout/chevron1"/>
    <dgm:cxn modelId="{B3361601-D871-48D9-B5F5-FF73781F2F3C}" type="presParOf" srcId="{FB540DAE-E645-4FF1-888D-1DC57BED17D9}" destId="{C6CD8E5F-5757-4E06-A6B0-2F7137DCC69E}" srcOrd="0" destOrd="0" presId="urn:microsoft.com/office/officeart/2005/8/layout/chevron1"/>
    <dgm:cxn modelId="{16BF9524-9194-4DBA-AECC-E426C2F60A15}" type="presParOf" srcId="{FB540DAE-E645-4FF1-888D-1DC57BED17D9}" destId="{BBFB28F1-A4A6-4B1E-81EA-AD516C612EFD}" srcOrd="1" destOrd="0" presId="urn:microsoft.com/office/officeart/2005/8/layout/chevron1"/>
    <dgm:cxn modelId="{5ACEEE93-A38A-4663-89DC-177342923C5A}" type="presParOf" srcId="{FB540DAE-E645-4FF1-888D-1DC57BED17D9}" destId="{D2AE86E8-0D78-4007-9B6C-9AE23DF8B535}" srcOrd="2" destOrd="0" presId="urn:microsoft.com/office/officeart/2005/8/layout/chevron1"/>
    <dgm:cxn modelId="{30EBC71C-1408-4B81-AF1B-22D1D7174E1A}" type="presParOf" srcId="{FB540DAE-E645-4FF1-888D-1DC57BED17D9}" destId="{39AC7B8D-148A-4DBC-99BA-FCEC31EF28E7}" srcOrd="3" destOrd="0" presId="urn:microsoft.com/office/officeart/2005/8/layout/chevron1"/>
    <dgm:cxn modelId="{CCB24A10-89C9-49CA-9B68-793ED22B2C41}" type="presParOf" srcId="{FB540DAE-E645-4FF1-888D-1DC57BED17D9}" destId="{60FB9B24-CBFF-4280-9F07-8943F8953C99}" srcOrd="4" destOrd="0" presId="urn:microsoft.com/office/officeart/2005/8/layout/chevron1"/>
    <dgm:cxn modelId="{FF75878B-6999-4BF9-A1B2-738977E576B2}" type="presParOf" srcId="{FB540DAE-E645-4FF1-888D-1DC57BED17D9}" destId="{E35263C4-6222-4DA2-BC5B-AA5A2A2078E4}" srcOrd="5" destOrd="0" presId="urn:microsoft.com/office/officeart/2005/8/layout/chevron1"/>
    <dgm:cxn modelId="{31823273-4FF7-494C-BC8D-FBB85F182C1D}" type="presParOf" srcId="{FB540DAE-E645-4FF1-888D-1DC57BED17D9}" destId="{B2D23450-E89B-4195-90B3-79990E96027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F49AA2-E741-4C46-AAB6-8E74DCD82666}">
      <dsp:nvSpPr>
        <dsp:cNvPr id="0" name=""/>
        <dsp:cNvSpPr/>
      </dsp:nvSpPr>
      <dsp:spPr>
        <a:xfrm>
          <a:off x="1080416" y="314062"/>
          <a:ext cx="5400006" cy="1244082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" rIns="0" bIns="8890" numCol="1" spcCol="1270" anchor="ctr" anchorCtr="0">
          <a:noAutofit/>
        </a:bodyPr>
        <a:lstStyle/>
        <a:p>
          <a:pPr lvl="0" algn="l" defTabSz="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Créer une application capable de prédire la nature des billets (vrai/faux) en fonction de ses dimensions (longueur, largeur, hauteur, etc.)</a:t>
          </a:r>
          <a:endParaRPr lang="fr-FR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430417" y="500674"/>
        <a:ext cx="3614576" cy="870858"/>
      </dsp:txXfrm>
    </dsp:sp>
    <dsp:sp modelId="{270E0882-506D-4C82-8B31-FC2454796A17}">
      <dsp:nvSpPr>
        <dsp:cNvPr id="0" name=""/>
        <dsp:cNvSpPr/>
      </dsp:nvSpPr>
      <dsp:spPr>
        <a:xfrm>
          <a:off x="576063" y="198026"/>
          <a:ext cx="1476004" cy="14760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Objectif</a:t>
          </a:r>
          <a:endParaRPr lang="fr-FR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92219" y="414182"/>
        <a:ext cx="1043692" cy="10436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D5048-3CCF-453E-A71E-36396470E1B9}">
      <dsp:nvSpPr>
        <dsp:cNvPr id="0" name=""/>
        <dsp:cNvSpPr/>
      </dsp:nvSpPr>
      <dsp:spPr>
        <a:xfrm>
          <a:off x="9247" y="449228"/>
          <a:ext cx="1110429" cy="541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Importation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5113" y="465094"/>
        <a:ext cx="1078697" cy="509970"/>
      </dsp:txXfrm>
    </dsp:sp>
    <dsp:sp modelId="{585B5960-C2F8-40E0-AB91-12B37C9AED26}">
      <dsp:nvSpPr>
        <dsp:cNvPr id="0" name=""/>
        <dsp:cNvSpPr/>
      </dsp:nvSpPr>
      <dsp:spPr>
        <a:xfrm>
          <a:off x="1285718" y="719495"/>
          <a:ext cx="3891" cy="1168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400" kern="1200" dirty="0"/>
        </a:p>
      </dsp:txBody>
      <dsp:txXfrm>
        <a:off x="1285718" y="719729"/>
        <a:ext cx="3541" cy="700"/>
      </dsp:txXfrm>
    </dsp:sp>
    <dsp:sp modelId="{091BAE70-5616-4509-9EB1-3E343EF6B0D8}">
      <dsp:nvSpPr>
        <dsp:cNvPr id="0" name=""/>
        <dsp:cNvSpPr/>
      </dsp:nvSpPr>
      <dsp:spPr>
        <a:xfrm>
          <a:off x="1445866" y="449228"/>
          <a:ext cx="1150559" cy="541702"/>
        </a:xfrm>
        <a:prstGeom prst="roundRect">
          <a:avLst>
            <a:gd name="adj" fmla="val 10000"/>
          </a:avLst>
        </a:prstGeom>
        <a:solidFill>
          <a:srgbClr val="86A897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Nettoyage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Analyse explo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461732" y="465094"/>
        <a:ext cx="1118827" cy="509970"/>
      </dsp:txXfrm>
    </dsp:sp>
    <dsp:sp modelId="{02684325-13B6-40BF-9C35-84CDCCB380F9}">
      <dsp:nvSpPr>
        <dsp:cNvPr id="0" name=""/>
        <dsp:cNvSpPr/>
      </dsp:nvSpPr>
      <dsp:spPr>
        <a:xfrm>
          <a:off x="2747005" y="714245"/>
          <a:ext cx="34816" cy="11669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400" kern="1200" dirty="0"/>
        </a:p>
      </dsp:txBody>
      <dsp:txXfrm>
        <a:off x="2747005" y="716579"/>
        <a:ext cx="31315" cy="7001"/>
      </dsp:txXfrm>
    </dsp:sp>
    <dsp:sp modelId="{8EA6702D-D9F9-412D-84DD-F146507BB281}">
      <dsp:nvSpPr>
        <dsp:cNvPr id="0" name=""/>
        <dsp:cNvSpPr/>
      </dsp:nvSpPr>
      <dsp:spPr>
        <a:xfrm>
          <a:off x="2922615" y="449228"/>
          <a:ext cx="1126584" cy="541702"/>
        </a:xfrm>
        <a:prstGeom prst="roundRect">
          <a:avLst>
            <a:gd name="adj" fmla="val 10000"/>
          </a:avLst>
        </a:prstGeom>
        <a:solidFill>
          <a:srgbClr val="81A180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Pré-traitement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38481" y="465094"/>
        <a:ext cx="1094852" cy="509970"/>
      </dsp:txXfrm>
    </dsp:sp>
    <dsp:sp modelId="{E001CEBE-699A-4DF6-913E-4EEB50639D0E}">
      <dsp:nvSpPr>
        <dsp:cNvPr id="0" name=""/>
        <dsp:cNvSpPr/>
      </dsp:nvSpPr>
      <dsp:spPr>
        <a:xfrm>
          <a:off x="4199778" y="714245"/>
          <a:ext cx="34816" cy="11669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400" kern="1200" dirty="0"/>
        </a:p>
      </dsp:txBody>
      <dsp:txXfrm>
        <a:off x="4199778" y="716579"/>
        <a:ext cx="31315" cy="7001"/>
      </dsp:txXfrm>
    </dsp:sp>
    <dsp:sp modelId="{B2B9AD1E-AFEE-4B4B-9345-7B83D439A4F3}">
      <dsp:nvSpPr>
        <dsp:cNvPr id="0" name=""/>
        <dsp:cNvSpPr/>
      </dsp:nvSpPr>
      <dsp:spPr>
        <a:xfrm>
          <a:off x="4375388" y="449228"/>
          <a:ext cx="1113487" cy="541702"/>
        </a:xfrm>
        <a:prstGeom prst="roundRect">
          <a:avLst>
            <a:gd name="adj" fmla="val 10000"/>
          </a:avLst>
        </a:prstGeom>
        <a:solidFill>
          <a:srgbClr val="8C9A7B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Modélisation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391254" y="465094"/>
        <a:ext cx="1081755" cy="509970"/>
      </dsp:txXfrm>
    </dsp:sp>
    <dsp:sp modelId="{DB5D4AD1-440E-4B99-B23E-ECF358A56EBC}">
      <dsp:nvSpPr>
        <dsp:cNvPr id="0" name=""/>
        <dsp:cNvSpPr/>
      </dsp:nvSpPr>
      <dsp:spPr>
        <a:xfrm>
          <a:off x="5623410" y="714245"/>
          <a:ext cx="31106" cy="11669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400" kern="1200" dirty="0"/>
        </a:p>
      </dsp:txBody>
      <dsp:txXfrm>
        <a:off x="5623410" y="716579"/>
        <a:ext cx="27605" cy="7001"/>
      </dsp:txXfrm>
    </dsp:sp>
    <dsp:sp modelId="{89166894-4932-4F22-BD25-7BCF7D9FD118}">
      <dsp:nvSpPr>
        <dsp:cNvPr id="0" name=""/>
        <dsp:cNvSpPr/>
      </dsp:nvSpPr>
      <dsp:spPr>
        <a:xfrm>
          <a:off x="5780307" y="449228"/>
          <a:ext cx="1136337" cy="541702"/>
        </a:xfrm>
        <a:prstGeom prst="roundRect">
          <a:avLst>
            <a:gd name="adj" fmla="val 10000"/>
          </a:avLst>
        </a:prstGeom>
        <a:solidFill>
          <a:srgbClr val="939175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Comparaison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 sélection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796173" y="465094"/>
        <a:ext cx="1104605" cy="509970"/>
      </dsp:txXfrm>
    </dsp:sp>
    <dsp:sp modelId="{94865739-5EBA-477E-A802-C27875128B92}">
      <dsp:nvSpPr>
        <dsp:cNvPr id="0" name=""/>
        <dsp:cNvSpPr/>
      </dsp:nvSpPr>
      <dsp:spPr>
        <a:xfrm>
          <a:off x="7042101" y="714245"/>
          <a:ext cx="29007" cy="11669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400" kern="1200" dirty="0"/>
        </a:p>
      </dsp:txBody>
      <dsp:txXfrm>
        <a:off x="7042101" y="716579"/>
        <a:ext cx="25506" cy="7001"/>
      </dsp:txXfrm>
    </dsp:sp>
    <dsp:sp modelId="{F3AA701D-00F6-46A1-A079-1ADF881CEA77}">
      <dsp:nvSpPr>
        <dsp:cNvPr id="0" name=""/>
        <dsp:cNvSpPr/>
      </dsp:nvSpPr>
      <dsp:spPr>
        <a:xfrm>
          <a:off x="7188412" y="449228"/>
          <a:ext cx="1092717" cy="541702"/>
        </a:xfrm>
        <a:prstGeom prst="roundRect">
          <a:avLst>
            <a:gd name="adj" fmla="val 10000"/>
          </a:avLst>
        </a:prstGeom>
        <a:solidFill>
          <a:schemeClr val="accent3">
            <a:hueOff val="-9491525"/>
            <a:satOff val="-6236"/>
            <a:lumOff val="-12157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Application</a:t>
          </a: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204278" y="465094"/>
        <a:ext cx="1060985" cy="5099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C3E83-C352-40E8-815A-BA1330AB6DE0}">
      <dsp:nvSpPr>
        <dsp:cNvPr id="0" name=""/>
        <dsp:cNvSpPr/>
      </dsp:nvSpPr>
      <dsp:spPr>
        <a:xfrm>
          <a:off x="0" y="0"/>
          <a:ext cx="2520000" cy="1008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Vérifications</a:t>
          </a:r>
          <a:endParaRPr lang="fr-FR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0"/>
        <a:ext cx="2520000" cy="1008000"/>
      </dsp:txXfrm>
    </dsp:sp>
    <dsp:sp modelId="{860023E3-54B5-4260-9466-75E018FBF232}">
      <dsp:nvSpPr>
        <dsp:cNvPr id="0" name=""/>
        <dsp:cNvSpPr/>
      </dsp:nvSpPr>
      <dsp:spPr>
        <a:xfrm>
          <a:off x="0" y="904887"/>
          <a:ext cx="2520000" cy="3063695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Nombre lignes/colonnes</a:t>
          </a:r>
          <a:endParaRPr lang="fr-FR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Types des données</a:t>
          </a:r>
          <a:endParaRPr lang="fr-FR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Valeurs manquantes </a:t>
          </a:r>
          <a:r>
            <a:rPr lang="fr-FR" sz="14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(remplacées par moy groupe)</a:t>
          </a:r>
          <a:endParaRPr lang="fr-FR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Valeurs aberrantes </a:t>
          </a:r>
          <a:r>
            <a:rPr lang="fr-FR" sz="14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(min/max étranges)</a:t>
          </a:r>
          <a:endParaRPr lang="fr-FR" sz="14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4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600" i="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Format données                </a:t>
          </a:r>
          <a:r>
            <a:rPr lang="fr-FR" sz="14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(+ 2 chiffres après « . »)</a:t>
          </a:r>
          <a:endParaRPr lang="fr-FR" sz="14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1200"/>
            </a:spcAft>
            <a:buChar char="••"/>
          </a:pPr>
          <a:r>
            <a:rPr lang="fr-FR" sz="1600" i="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Pas de doublons</a:t>
          </a:r>
          <a:endParaRPr lang="fr-FR" sz="1600" i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904887"/>
        <a:ext cx="2520000" cy="30636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506172-C665-46DF-9CE4-D83C05D6E19A}">
      <dsp:nvSpPr>
        <dsp:cNvPr id="0" name=""/>
        <dsp:cNvSpPr/>
      </dsp:nvSpPr>
      <dsp:spPr>
        <a:xfrm>
          <a:off x="214464" y="288232"/>
          <a:ext cx="1801761" cy="1800003"/>
        </a:xfrm>
        <a:prstGeom prst="ellipse">
          <a:avLst/>
        </a:prstGeom>
        <a:solidFill>
          <a:schemeClr val="accent5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Analyse exploratoire</a:t>
          </a:r>
          <a:endParaRPr lang="fr-FR" sz="2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78326" y="551836"/>
        <a:ext cx="1274037" cy="1272795"/>
      </dsp:txXfrm>
    </dsp:sp>
    <dsp:sp modelId="{3778432F-A53A-44D2-BEBD-C6F85A1C8086}">
      <dsp:nvSpPr>
        <dsp:cNvPr id="0" name=""/>
        <dsp:cNvSpPr/>
      </dsp:nvSpPr>
      <dsp:spPr>
        <a:xfrm rot="18815427">
          <a:off x="1869608" y="822366"/>
          <a:ext cx="944393" cy="47724"/>
        </a:xfrm>
        <a:custGeom>
          <a:avLst/>
          <a:gdLst/>
          <a:ahLst/>
          <a:cxnLst/>
          <a:rect l="0" t="0" r="0" b="0"/>
          <a:pathLst>
            <a:path>
              <a:moveTo>
                <a:pt x="0" y="23862"/>
              </a:moveTo>
              <a:lnTo>
                <a:pt x="944393" y="23862"/>
              </a:lnTo>
            </a:path>
          </a:pathLst>
        </a:custGeom>
        <a:noFill/>
        <a:ln w="11429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318194" y="822618"/>
        <a:ext cx="47219" cy="47219"/>
      </dsp:txXfrm>
    </dsp:sp>
    <dsp:sp modelId="{FC7CD323-55A3-4471-981E-5E32B0A0FE6A}">
      <dsp:nvSpPr>
        <dsp:cNvPr id="0" name=""/>
        <dsp:cNvSpPr/>
      </dsp:nvSpPr>
      <dsp:spPr>
        <a:xfrm>
          <a:off x="2667383" y="144221"/>
          <a:ext cx="2157152" cy="720003"/>
        </a:xfrm>
        <a:prstGeom prst="roundRect">
          <a:avLst>
            <a:gd name="adj" fmla="val 10000"/>
          </a:avLst>
        </a:prstGeom>
        <a:solidFill>
          <a:schemeClr val="accent3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Répartition des billets</a:t>
          </a:r>
          <a:endParaRPr lang="fr-FR" sz="1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88471" y="165309"/>
        <a:ext cx="2114976" cy="677827"/>
      </dsp:txXfrm>
    </dsp:sp>
    <dsp:sp modelId="{D4CC9E38-8AFB-4259-8ADD-2AA3EEB401D5}">
      <dsp:nvSpPr>
        <dsp:cNvPr id="0" name=""/>
        <dsp:cNvSpPr/>
      </dsp:nvSpPr>
      <dsp:spPr>
        <a:xfrm rot="8067320">
          <a:off x="-256503" y="2118448"/>
          <a:ext cx="2673243" cy="47724"/>
        </a:xfrm>
        <a:custGeom>
          <a:avLst/>
          <a:gdLst/>
          <a:ahLst/>
          <a:cxnLst/>
          <a:rect l="0" t="0" r="0" b="0"/>
          <a:pathLst>
            <a:path>
              <a:moveTo>
                <a:pt x="0" y="23862"/>
              </a:moveTo>
              <a:lnTo>
                <a:pt x="2673243" y="23862"/>
              </a:lnTo>
            </a:path>
          </a:pathLst>
        </a:custGeom>
        <a:noFill/>
        <a:ln w="11429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000" kern="1200" dirty="0"/>
        </a:p>
      </dsp:txBody>
      <dsp:txXfrm rot="10800000">
        <a:off x="1013287" y="2075479"/>
        <a:ext cx="133662" cy="133662"/>
      </dsp:txXfrm>
    </dsp:sp>
    <dsp:sp modelId="{E521B613-7B6E-471A-9304-5AB43FD97553}">
      <dsp:nvSpPr>
        <dsp:cNvPr id="0" name=""/>
        <dsp:cNvSpPr/>
      </dsp:nvSpPr>
      <dsp:spPr>
        <a:xfrm>
          <a:off x="144011" y="2736384"/>
          <a:ext cx="2157152" cy="720003"/>
        </a:xfrm>
        <a:prstGeom prst="roundRect">
          <a:avLst>
            <a:gd name="adj" fmla="val 10000"/>
          </a:avLst>
        </a:prstGeom>
        <a:solidFill>
          <a:schemeClr val="accent3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Distribution des dimensions et outliers</a:t>
          </a:r>
          <a:r>
            <a:rPr lang="fr-FR" sz="1200" i="1" kern="12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200" i="1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65099" y="2757472"/>
        <a:ext cx="2114976" cy="677827"/>
      </dsp:txXfrm>
    </dsp:sp>
    <dsp:sp modelId="{2C5B1BD6-97CF-4DEF-87A1-312CA1B7B6A6}">
      <dsp:nvSpPr>
        <dsp:cNvPr id="0" name=""/>
        <dsp:cNvSpPr/>
      </dsp:nvSpPr>
      <dsp:spPr>
        <a:xfrm rot="4271653">
          <a:off x="1333274" y="2118410"/>
          <a:ext cx="2015680" cy="47724"/>
        </a:xfrm>
        <a:custGeom>
          <a:avLst/>
          <a:gdLst/>
          <a:ahLst/>
          <a:cxnLst/>
          <a:rect l="0" t="0" r="0" b="0"/>
          <a:pathLst>
            <a:path>
              <a:moveTo>
                <a:pt x="0" y="23862"/>
              </a:moveTo>
              <a:lnTo>
                <a:pt x="2015680" y="23862"/>
              </a:lnTo>
            </a:path>
          </a:pathLst>
        </a:custGeom>
        <a:noFill/>
        <a:ln w="11429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7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290722" y="2091880"/>
        <a:ext cx="100784" cy="100784"/>
      </dsp:txXfrm>
    </dsp:sp>
    <dsp:sp modelId="{EBC84FBB-DDCD-424B-AEB7-A06760E8C1A8}">
      <dsp:nvSpPr>
        <dsp:cNvPr id="0" name=""/>
        <dsp:cNvSpPr/>
      </dsp:nvSpPr>
      <dsp:spPr>
        <a:xfrm>
          <a:off x="2666003" y="2736309"/>
          <a:ext cx="2157152" cy="720003"/>
        </a:xfrm>
        <a:prstGeom prst="roundRect">
          <a:avLst>
            <a:gd name="adj" fmla="val 10000"/>
          </a:avLst>
        </a:prstGeom>
        <a:solidFill>
          <a:schemeClr val="accent3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Corrélations</a:t>
          </a:r>
          <a:endParaRPr lang="fr-FR" sz="1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87091" y="2757397"/>
        <a:ext cx="2114976" cy="6778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C8AF3F-B1FE-49F0-A113-34E60D0CB162}">
      <dsp:nvSpPr>
        <dsp:cNvPr id="0" name=""/>
        <dsp:cNvSpPr/>
      </dsp:nvSpPr>
      <dsp:spPr>
        <a:xfrm>
          <a:off x="248680" y="1253550"/>
          <a:ext cx="1619998" cy="1619998"/>
        </a:xfrm>
        <a:prstGeom prst="ellipse">
          <a:avLst/>
        </a:prstGeom>
        <a:solidFill>
          <a:schemeClr val="accent4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Données initiales</a:t>
          </a:r>
          <a:endParaRPr lang="fr-FR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85923" y="1490793"/>
        <a:ext cx="1145512" cy="1145512"/>
      </dsp:txXfrm>
    </dsp:sp>
    <dsp:sp modelId="{4D4B4E91-3241-422B-8B6C-4C115361496E}">
      <dsp:nvSpPr>
        <dsp:cNvPr id="0" name=""/>
        <dsp:cNvSpPr/>
      </dsp:nvSpPr>
      <dsp:spPr>
        <a:xfrm rot="17903980">
          <a:off x="1563521" y="1537795"/>
          <a:ext cx="1163876" cy="27702"/>
        </a:xfrm>
        <a:custGeom>
          <a:avLst/>
          <a:gdLst/>
          <a:ahLst/>
          <a:cxnLst/>
          <a:rect l="0" t="0" r="0" b="0"/>
          <a:pathLst>
            <a:path>
              <a:moveTo>
                <a:pt x="0" y="13851"/>
              </a:moveTo>
              <a:lnTo>
                <a:pt x="1163876" y="13851"/>
              </a:lnTo>
            </a:path>
          </a:pathLst>
        </a:custGeom>
        <a:noFill/>
        <a:ln w="11429" cap="flat" cmpd="sng" algn="ctr">
          <a:solidFill>
            <a:schemeClr val="accent3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116362" y="1522549"/>
        <a:ext cx="58193" cy="58193"/>
      </dsp:txXfrm>
    </dsp:sp>
    <dsp:sp modelId="{C3C26A8A-8623-49F1-884D-77B72DB57CD0}">
      <dsp:nvSpPr>
        <dsp:cNvPr id="0" name=""/>
        <dsp:cNvSpPr/>
      </dsp:nvSpPr>
      <dsp:spPr>
        <a:xfrm>
          <a:off x="2422240" y="319743"/>
          <a:ext cx="1439993" cy="1440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= dimensions des billets</a:t>
          </a:r>
          <a:endParaRPr lang="fr-FR" sz="12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33122" y="530626"/>
        <a:ext cx="1018229" cy="1018234"/>
      </dsp:txXfrm>
    </dsp:sp>
    <dsp:sp modelId="{3019C4F6-3087-4E74-B268-50FB97FFACFD}">
      <dsp:nvSpPr>
        <dsp:cNvPr id="0" name=""/>
        <dsp:cNvSpPr/>
      </dsp:nvSpPr>
      <dsp:spPr>
        <a:xfrm rot="19014887">
          <a:off x="3760038" y="767020"/>
          <a:ext cx="757952" cy="27702"/>
        </a:xfrm>
        <a:custGeom>
          <a:avLst/>
          <a:gdLst/>
          <a:ahLst/>
          <a:cxnLst/>
          <a:rect l="0" t="0" r="0" b="0"/>
          <a:pathLst>
            <a:path>
              <a:moveTo>
                <a:pt x="0" y="13851"/>
              </a:moveTo>
              <a:lnTo>
                <a:pt x="757952" y="13851"/>
              </a:lnTo>
            </a:path>
          </a:pathLst>
        </a:custGeom>
        <a:noFill/>
        <a:ln w="11429" cap="flat" cmpd="sng" algn="ctr">
          <a:solidFill>
            <a:schemeClr val="accent5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120065" y="761922"/>
        <a:ext cx="37897" cy="37897"/>
      </dsp:txXfrm>
    </dsp:sp>
    <dsp:sp modelId="{47DFA905-B7E4-4637-B997-061192D16358}">
      <dsp:nvSpPr>
        <dsp:cNvPr id="0" name=""/>
        <dsp:cNvSpPr/>
      </dsp:nvSpPr>
      <dsp:spPr>
        <a:xfrm>
          <a:off x="4415795" y="0"/>
          <a:ext cx="1431524" cy="1043996"/>
        </a:xfrm>
        <a:prstGeom prst="ellipse">
          <a:avLst/>
        </a:prstGeom>
        <a:solidFill>
          <a:schemeClr val="accent5">
            <a:lumMod val="7500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X_train</a:t>
          </a:r>
          <a:r>
            <a:rPr lang="fr-FR" sz="18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(entrainement)</a:t>
          </a:r>
          <a:endParaRPr lang="fr-FR" sz="12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625437" y="152890"/>
        <a:ext cx="1012240" cy="738216"/>
      </dsp:txXfrm>
    </dsp:sp>
    <dsp:sp modelId="{0283901B-6700-4702-913E-1CE976D184C4}">
      <dsp:nvSpPr>
        <dsp:cNvPr id="0" name=""/>
        <dsp:cNvSpPr/>
      </dsp:nvSpPr>
      <dsp:spPr>
        <a:xfrm rot="2811905">
          <a:off x="3734197" y="1321306"/>
          <a:ext cx="809633" cy="27702"/>
        </a:xfrm>
        <a:custGeom>
          <a:avLst/>
          <a:gdLst/>
          <a:ahLst/>
          <a:cxnLst/>
          <a:rect l="0" t="0" r="0" b="0"/>
          <a:pathLst>
            <a:path>
              <a:moveTo>
                <a:pt x="0" y="13851"/>
              </a:moveTo>
              <a:lnTo>
                <a:pt x="809633" y="13851"/>
              </a:lnTo>
            </a:path>
          </a:pathLst>
        </a:custGeom>
        <a:noFill/>
        <a:ln w="11429" cap="flat" cmpd="sng" algn="ctr">
          <a:solidFill>
            <a:schemeClr val="accent5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118773" y="1314916"/>
        <a:ext cx="40481" cy="40481"/>
      </dsp:txXfrm>
    </dsp:sp>
    <dsp:sp modelId="{E80B0E7B-5BAF-4336-8C2F-088AD6B8E476}">
      <dsp:nvSpPr>
        <dsp:cNvPr id="0" name=""/>
        <dsp:cNvSpPr/>
      </dsp:nvSpPr>
      <dsp:spPr>
        <a:xfrm>
          <a:off x="4415795" y="1108572"/>
          <a:ext cx="1431524" cy="1043996"/>
        </a:xfrm>
        <a:prstGeom prst="ellipse">
          <a:avLst/>
        </a:prstGeom>
        <a:solidFill>
          <a:schemeClr val="accent5">
            <a:lumMod val="7500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X_test</a:t>
          </a: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(test)</a:t>
          </a:r>
          <a:endParaRPr lang="fr-FR" sz="12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625437" y="1261462"/>
        <a:ext cx="1012240" cy="738216"/>
      </dsp:txXfrm>
    </dsp:sp>
    <dsp:sp modelId="{3CDE1690-2209-4DAF-B6DD-22624ABE5A98}">
      <dsp:nvSpPr>
        <dsp:cNvPr id="0" name=""/>
        <dsp:cNvSpPr/>
      </dsp:nvSpPr>
      <dsp:spPr>
        <a:xfrm rot="3997063">
          <a:off x="1448039" y="2689844"/>
          <a:ext cx="1394839" cy="27702"/>
        </a:xfrm>
        <a:custGeom>
          <a:avLst/>
          <a:gdLst/>
          <a:ahLst/>
          <a:cxnLst/>
          <a:rect l="0" t="0" r="0" b="0"/>
          <a:pathLst>
            <a:path>
              <a:moveTo>
                <a:pt x="0" y="13851"/>
              </a:moveTo>
              <a:lnTo>
                <a:pt x="1394839" y="13851"/>
              </a:lnTo>
            </a:path>
          </a:pathLst>
        </a:custGeom>
        <a:noFill/>
        <a:ln w="11429" cap="flat" cmpd="sng" algn="ctr">
          <a:solidFill>
            <a:schemeClr val="accent3"/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110588" y="2668824"/>
        <a:ext cx="69741" cy="69741"/>
      </dsp:txXfrm>
    </dsp:sp>
    <dsp:sp modelId="{0B44C0FC-52AC-468F-BC60-72DDAB0F3324}">
      <dsp:nvSpPr>
        <dsp:cNvPr id="0" name=""/>
        <dsp:cNvSpPr/>
      </dsp:nvSpPr>
      <dsp:spPr>
        <a:xfrm>
          <a:off x="2422240" y="2623840"/>
          <a:ext cx="1439993" cy="1440000"/>
        </a:xfrm>
        <a:prstGeom prst="ellipse">
          <a:avLst/>
        </a:prstGeom>
        <a:solidFill>
          <a:schemeClr val="accent3"/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2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= étiquettes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2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(noms groupes)</a:t>
          </a:r>
          <a:endParaRPr lang="fr-FR" sz="12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33122" y="2834723"/>
        <a:ext cx="1018229" cy="1018234"/>
      </dsp:txXfrm>
    </dsp:sp>
    <dsp:sp modelId="{4F4190F7-55DF-4FC4-B860-404A043F57EB}">
      <dsp:nvSpPr>
        <dsp:cNvPr id="0" name=""/>
        <dsp:cNvSpPr/>
      </dsp:nvSpPr>
      <dsp:spPr>
        <a:xfrm rot="19001105">
          <a:off x="3758609" y="3069028"/>
          <a:ext cx="760810" cy="27702"/>
        </a:xfrm>
        <a:custGeom>
          <a:avLst/>
          <a:gdLst/>
          <a:ahLst/>
          <a:cxnLst/>
          <a:rect l="0" t="0" r="0" b="0"/>
          <a:pathLst>
            <a:path>
              <a:moveTo>
                <a:pt x="0" y="13851"/>
              </a:moveTo>
              <a:lnTo>
                <a:pt x="760810" y="13851"/>
              </a:lnTo>
            </a:path>
          </a:pathLst>
        </a:custGeom>
        <a:noFill/>
        <a:ln w="11429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119994" y="3063859"/>
        <a:ext cx="38040" cy="38040"/>
      </dsp:txXfrm>
    </dsp:sp>
    <dsp:sp modelId="{AECD244F-772A-4DB4-8F15-148A874FA3F7}">
      <dsp:nvSpPr>
        <dsp:cNvPr id="0" name=""/>
        <dsp:cNvSpPr/>
      </dsp:nvSpPr>
      <dsp:spPr>
        <a:xfrm>
          <a:off x="4415795" y="2299920"/>
          <a:ext cx="1431524" cy="1043996"/>
        </a:xfrm>
        <a:prstGeom prst="ellipse">
          <a:avLst/>
        </a:prstGeom>
        <a:solidFill>
          <a:schemeClr val="accent3">
            <a:lumMod val="7500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Y_train</a:t>
          </a:r>
          <a:endParaRPr lang="fr-FR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625437" y="2452810"/>
        <a:ext cx="1012240" cy="738216"/>
      </dsp:txXfrm>
    </dsp:sp>
    <dsp:sp modelId="{FB28A1B8-1EDC-4A10-A206-11BC0BCDD27C}">
      <dsp:nvSpPr>
        <dsp:cNvPr id="0" name=""/>
        <dsp:cNvSpPr/>
      </dsp:nvSpPr>
      <dsp:spPr>
        <a:xfrm rot="2779288">
          <a:off x="3735268" y="3626783"/>
          <a:ext cx="820750" cy="27702"/>
        </a:xfrm>
        <a:custGeom>
          <a:avLst/>
          <a:gdLst/>
          <a:ahLst/>
          <a:cxnLst/>
          <a:rect l="0" t="0" r="0" b="0"/>
          <a:pathLst>
            <a:path>
              <a:moveTo>
                <a:pt x="0" y="13851"/>
              </a:moveTo>
              <a:lnTo>
                <a:pt x="820750" y="13851"/>
              </a:lnTo>
            </a:path>
          </a:pathLst>
        </a:custGeom>
        <a:noFill/>
        <a:ln w="11429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125124" y="3620115"/>
        <a:ext cx="41037" cy="41037"/>
      </dsp:txXfrm>
    </dsp:sp>
    <dsp:sp modelId="{742298D1-B731-4135-AB56-E70F6E9A05C2}">
      <dsp:nvSpPr>
        <dsp:cNvPr id="0" name=""/>
        <dsp:cNvSpPr/>
      </dsp:nvSpPr>
      <dsp:spPr>
        <a:xfrm>
          <a:off x="4429053" y="3415430"/>
          <a:ext cx="1431524" cy="1043996"/>
        </a:xfrm>
        <a:prstGeom prst="ellipse">
          <a:avLst/>
        </a:prstGeom>
        <a:solidFill>
          <a:schemeClr val="accent3">
            <a:lumMod val="7500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Y_test</a:t>
          </a:r>
          <a:endParaRPr lang="fr-FR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638695" y="3568320"/>
        <a:ext cx="1012240" cy="7382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3AE4C-715B-4D79-869E-02D47A37E101}">
      <dsp:nvSpPr>
        <dsp:cNvPr id="0" name=""/>
        <dsp:cNvSpPr/>
      </dsp:nvSpPr>
      <dsp:spPr>
        <a:xfrm>
          <a:off x="3150" y="0"/>
          <a:ext cx="1894402" cy="7577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Régression logistique</a:t>
          </a:r>
          <a:endParaRPr lang="fr-FR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50" y="0"/>
        <a:ext cx="1894402" cy="757760"/>
      </dsp:txXfrm>
    </dsp:sp>
    <dsp:sp modelId="{C6300363-2D64-4FA2-A967-67DA8BCB65BE}">
      <dsp:nvSpPr>
        <dsp:cNvPr id="0" name=""/>
        <dsp:cNvSpPr/>
      </dsp:nvSpPr>
      <dsp:spPr>
        <a:xfrm>
          <a:off x="3150" y="774215"/>
          <a:ext cx="1894402" cy="206424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régression dont la variable cible = catégorie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utilise la probabilité que l’individu appartienne à une catégorie ou l’autre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50" y="774215"/>
        <a:ext cx="1894402" cy="2064240"/>
      </dsp:txXfrm>
    </dsp:sp>
    <dsp:sp modelId="{B431AAAE-FB35-4B17-A03E-D459364644FA}">
      <dsp:nvSpPr>
        <dsp:cNvPr id="0" name=""/>
        <dsp:cNvSpPr/>
      </dsp:nvSpPr>
      <dsp:spPr>
        <a:xfrm>
          <a:off x="2160249" y="0"/>
          <a:ext cx="1894402" cy="757760"/>
        </a:xfrm>
        <a:prstGeom prst="rect">
          <a:avLst/>
        </a:prstGeom>
        <a:solidFill>
          <a:schemeClr val="accent5"/>
        </a:solidFill>
        <a:ln w="11429" cap="flat" cmpd="sng" algn="ctr">
          <a:solidFill>
            <a:schemeClr val="accent4">
              <a:hueOff val="1828538"/>
              <a:satOff val="2482"/>
              <a:lumOff val="4183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8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Random Forest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(forêt aléatoire)</a:t>
          </a:r>
          <a:endParaRPr lang="fr-FR" sz="14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160249" y="0"/>
        <a:ext cx="1894402" cy="757760"/>
      </dsp:txXfrm>
    </dsp:sp>
    <dsp:sp modelId="{1C2C9C96-DDC6-4265-94CE-B36D927EDEF0}">
      <dsp:nvSpPr>
        <dsp:cNvPr id="0" name=""/>
        <dsp:cNvSpPr/>
      </dsp:nvSpPr>
      <dsp:spPr>
        <a:xfrm>
          <a:off x="2162768" y="774215"/>
          <a:ext cx="1894402" cy="2064240"/>
        </a:xfrm>
        <a:prstGeom prst="rect">
          <a:avLst/>
        </a:prstGeom>
        <a:solidFill>
          <a:schemeClr val="accent4">
            <a:tint val="40000"/>
            <a:alpha val="90000"/>
            <a:hueOff val="1874665"/>
            <a:satOff val="2429"/>
            <a:lumOff val="967"/>
            <a:alphaOff val="0"/>
          </a:schemeClr>
        </a:solidFill>
        <a:ln w="11429" cap="flat" cmpd="sng" algn="ctr">
          <a:solidFill>
            <a:schemeClr val="accent4">
              <a:tint val="40000"/>
              <a:alpha val="90000"/>
              <a:hueOff val="1874665"/>
              <a:satOff val="2429"/>
              <a:lumOff val="967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entraine en parallèle plusieurs arbres de décision 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(peu performants)</a:t>
          </a:r>
          <a:endParaRPr lang="fr-FR" sz="11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utilise le vote majoritaire 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(= catégorie la plus prédite) 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pour classer l’individu dans une catégorie ou une autre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162768" y="774215"/>
        <a:ext cx="1894402" cy="2064240"/>
      </dsp:txXfrm>
    </dsp:sp>
    <dsp:sp modelId="{FDC43458-1652-47B9-9031-01D3919F9B03}">
      <dsp:nvSpPr>
        <dsp:cNvPr id="0" name=""/>
        <dsp:cNvSpPr/>
      </dsp:nvSpPr>
      <dsp:spPr>
        <a:xfrm>
          <a:off x="4322387" y="0"/>
          <a:ext cx="1894402" cy="757760"/>
        </a:xfrm>
        <a:prstGeom prst="rect">
          <a:avLst/>
        </a:prstGeom>
        <a:solidFill>
          <a:schemeClr val="accent3"/>
        </a:solidFill>
        <a:ln w="11429" cap="flat" cmpd="sng" algn="ctr">
          <a:solidFill>
            <a:schemeClr val="accent4">
              <a:hueOff val="3657076"/>
              <a:satOff val="4963"/>
              <a:lumOff val="8366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8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KNN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(K-Nearest Neighbors)</a:t>
          </a:r>
          <a:endParaRPr lang="fr-FR" sz="14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322387" y="0"/>
        <a:ext cx="1894402" cy="757760"/>
      </dsp:txXfrm>
    </dsp:sp>
    <dsp:sp modelId="{CD46DF58-7AE9-4325-B05E-429CC27115AB}">
      <dsp:nvSpPr>
        <dsp:cNvPr id="0" name=""/>
        <dsp:cNvSpPr/>
      </dsp:nvSpPr>
      <dsp:spPr>
        <a:xfrm>
          <a:off x="4322387" y="774215"/>
          <a:ext cx="1894402" cy="2064240"/>
        </a:xfrm>
        <a:prstGeom prst="rect">
          <a:avLst/>
        </a:prstGeom>
        <a:solidFill>
          <a:schemeClr val="accent4">
            <a:tint val="40000"/>
            <a:alpha val="90000"/>
            <a:hueOff val="3749330"/>
            <a:satOff val="4859"/>
            <a:lumOff val="1935"/>
            <a:alphaOff val="0"/>
          </a:schemeClr>
        </a:solidFill>
        <a:ln w="11429" cap="flat" cmpd="sng" algn="ctr">
          <a:solidFill>
            <a:schemeClr val="accent4">
              <a:tint val="40000"/>
              <a:alpha val="90000"/>
              <a:hueOff val="3749330"/>
              <a:satOff val="4859"/>
              <a:lumOff val="1935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classification basée sur la similarité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compare l’individu à ses voisins les plus proches 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(distance) 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puis utilise le vote majoritaire 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(= catégorie la plus prédite) 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pour classer  l’individu dans une catégorie ou une autre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322387" y="774215"/>
        <a:ext cx="1894402" cy="2064240"/>
      </dsp:txXfrm>
    </dsp:sp>
    <dsp:sp modelId="{69BED3FF-8259-4D43-9720-B1A1C684C8EE}">
      <dsp:nvSpPr>
        <dsp:cNvPr id="0" name=""/>
        <dsp:cNvSpPr/>
      </dsp:nvSpPr>
      <dsp:spPr>
        <a:xfrm>
          <a:off x="6482005" y="0"/>
          <a:ext cx="1894402" cy="757760"/>
        </a:xfrm>
        <a:prstGeom prst="rect">
          <a:avLst/>
        </a:prstGeom>
        <a:solidFill>
          <a:schemeClr val="accent3">
            <a:lumMod val="75000"/>
          </a:schemeClr>
        </a:solidFill>
        <a:ln w="11429" cap="flat" cmpd="sng" algn="ctr">
          <a:solidFill>
            <a:schemeClr val="accent4">
              <a:hueOff val="5485613"/>
              <a:satOff val="7445"/>
              <a:lumOff val="12549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K-</a:t>
          </a:r>
          <a:r>
            <a:rPr lang="fr-FR" sz="18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Means</a:t>
          </a:r>
          <a:endParaRPr lang="fr-FR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482005" y="0"/>
        <a:ext cx="1894402" cy="757760"/>
      </dsp:txXfrm>
    </dsp:sp>
    <dsp:sp modelId="{A9E8B27E-04EB-4C43-AFCF-A36F7556F0AC}">
      <dsp:nvSpPr>
        <dsp:cNvPr id="0" name=""/>
        <dsp:cNvSpPr/>
      </dsp:nvSpPr>
      <dsp:spPr>
        <a:xfrm>
          <a:off x="6482005" y="774215"/>
          <a:ext cx="1894402" cy="2064240"/>
        </a:xfrm>
        <a:prstGeom prst="rect">
          <a:avLst/>
        </a:prstGeom>
        <a:solidFill>
          <a:schemeClr val="accent4">
            <a:tint val="40000"/>
            <a:alpha val="90000"/>
            <a:hueOff val="5623994"/>
            <a:satOff val="7288"/>
            <a:lumOff val="2902"/>
            <a:alphaOff val="0"/>
          </a:schemeClr>
        </a:solidFill>
        <a:ln w="11429" cap="flat" cmpd="sng" algn="ctr">
          <a:solidFill>
            <a:schemeClr val="accent4">
              <a:tint val="40000"/>
              <a:alpha val="90000"/>
              <a:hueOff val="5623994"/>
              <a:satOff val="7288"/>
              <a:lumOff val="2902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n’utilise pas les étiquettes données au préalable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cherche à regrouper les données en groupes selon leur similarité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utilise la distance avec le </a:t>
          </a:r>
          <a:r>
            <a:rPr lang="fr-FR" sz="120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centroïde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(= centre du groupe)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le plus proche pour attribuer l’individu à un groupe ou un autre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482005" y="774215"/>
        <a:ext cx="1894402" cy="20642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D8E5F-5757-4E06-A6B0-2F7137DCC69E}">
      <dsp:nvSpPr>
        <dsp:cNvPr id="0" name=""/>
        <dsp:cNvSpPr/>
      </dsp:nvSpPr>
      <dsp:spPr>
        <a:xfrm>
          <a:off x="3385" y="289877"/>
          <a:ext cx="1970990" cy="788396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i="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Initialisation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(choix paramètres)</a:t>
          </a:r>
          <a:endParaRPr lang="fr-FR" sz="11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97583" y="289877"/>
        <a:ext cx="1182594" cy="788396"/>
      </dsp:txXfrm>
    </dsp:sp>
    <dsp:sp modelId="{D2AE86E8-0D78-4007-9B6C-9AE23DF8B535}">
      <dsp:nvSpPr>
        <dsp:cNvPr id="0" name=""/>
        <dsp:cNvSpPr/>
      </dsp:nvSpPr>
      <dsp:spPr>
        <a:xfrm>
          <a:off x="1777277" y="289877"/>
          <a:ext cx="1970990" cy="788396"/>
        </a:xfrm>
        <a:prstGeom prst="chevron">
          <a:avLst/>
        </a:prstGeom>
        <a:solidFill>
          <a:schemeClr val="accent3">
            <a:hueOff val="-3163842"/>
            <a:satOff val="-2079"/>
            <a:lumOff val="-4052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Entrainement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fr-FR" sz="1100" i="1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X_train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fr-FR" sz="11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171475" y="289877"/>
        <a:ext cx="1182594" cy="788396"/>
      </dsp:txXfrm>
    </dsp:sp>
    <dsp:sp modelId="{60FB9B24-CBFF-4280-9F07-8943F8953C99}">
      <dsp:nvSpPr>
        <dsp:cNvPr id="0" name=""/>
        <dsp:cNvSpPr/>
      </dsp:nvSpPr>
      <dsp:spPr>
        <a:xfrm>
          <a:off x="3551169" y="289877"/>
          <a:ext cx="1970990" cy="788396"/>
        </a:xfrm>
        <a:prstGeom prst="chevron">
          <a:avLst/>
        </a:prstGeom>
        <a:solidFill>
          <a:schemeClr val="accent3">
            <a:hueOff val="-6327683"/>
            <a:satOff val="-4157"/>
            <a:lumOff val="-8105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Prédiction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fr-FR" sz="1100" i="1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X_tes</a:t>
          </a:r>
          <a:r>
            <a:rPr lang="fr-FR" sz="1100" i="0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</a:t>
          </a:r>
          <a:r>
            <a:rPr lang="fr-FR" sz="1100" i="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fr-FR" sz="1100" i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945367" y="289877"/>
        <a:ext cx="1182594" cy="788396"/>
      </dsp:txXfrm>
    </dsp:sp>
    <dsp:sp modelId="{B2D23450-E89B-4195-90B3-79990E960274}">
      <dsp:nvSpPr>
        <dsp:cNvPr id="0" name=""/>
        <dsp:cNvSpPr/>
      </dsp:nvSpPr>
      <dsp:spPr>
        <a:xfrm>
          <a:off x="5325061" y="289877"/>
          <a:ext cx="1970990" cy="788396"/>
        </a:xfrm>
        <a:prstGeom prst="chevron">
          <a:avLst/>
        </a:prstGeom>
        <a:solidFill>
          <a:schemeClr val="accent3">
            <a:hueOff val="-9491525"/>
            <a:satOff val="-6236"/>
            <a:lumOff val="-12157"/>
            <a:alphaOff val="0"/>
          </a:schemeClr>
        </a:solidFill>
        <a:ln w="11429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Vérification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(comparaison </a:t>
          </a:r>
          <a:r>
            <a:rPr lang="fr-FR" sz="1100" i="1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preds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/ </a:t>
          </a:r>
          <a:r>
            <a:rPr lang="fr-FR" sz="1100" i="1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Y_test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fr-FR" sz="11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719259" y="289877"/>
        <a:ext cx="1182594" cy="788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16BE2-0554-4A44-BFAA-903F3D381D82}" type="datetimeFigureOut">
              <a:rPr lang="fr-FR" smtClean="0"/>
              <a:t>06/05/2026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0A970-A009-4581-955B-52C6ACFF76C9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2748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8DAEF-6BB4-41F4-BB6F-E198FC1B12BC}" type="datetimeFigureOut">
              <a:rPr lang="fr-FR" smtClean="0"/>
              <a:t>06/05/2026</a:t>
            </a:fld>
            <a:endParaRPr lang="fr-F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F4F67-B646-4638-9455-7CF0EE546731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047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Z-score si distribution</a:t>
            </a:r>
            <a:r>
              <a:rPr lang="fr-FR" baseline="0" dirty="0" smtClean="0"/>
              <a:t> symétrique (= normale + sensible aux outliers)   /    IQR si distribution non symétrique (= non normale + moins précis plus robuste aux outliers)</a:t>
            </a:r>
          </a:p>
          <a:p>
            <a:r>
              <a:rPr lang="fr-FR" baseline="0" dirty="0" smtClean="0"/>
              <a:t>Corrélation = redondance d’info entre les 2 variables + temps de calcul plus long) =&gt; r &gt; 0,5 = corrélées et r &gt; 0,7 = très fortement corrélées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F4F67-B646-4638-9455-7CF0EE546731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6408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Initialisation = création du modèle + </a:t>
            </a:r>
            <a:r>
              <a:rPr lang="fr-FR" dirty="0" smtClean="0"/>
              <a:t>paramétrage</a:t>
            </a:r>
          </a:p>
          <a:p>
            <a:r>
              <a:rPr lang="fr-FR" dirty="0" err="1" smtClean="0"/>
              <a:t>Random</a:t>
            </a:r>
            <a:r>
              <a:rPr lang="fr-FR" dirty="0" smtClean="0"/>
              <a:t> Forest = </a:t>
            </a:r>
            <a:r>
              <a:rPr lang="fr-FR" dirty="0" err="1" smtClean="0"/>
              <a:t>weak</a:t>
            </a:r>
            <a:r>
              <a:rPr lang="fr-FR" dirty="0" smtClean="0"/>
              <a:t> </a:t>
            </a:r>
            <a:r>
              <a:rPr lang="fr-FR" dirty="0" err="1" smtClean="0"/>
              <a:t>learner</a:t>
            </a:r>
            <a:r>
              <a:rPr lang="fr-FR" dirty="0" smtClean="0"/>
              <a:t> = entraine en parallèle</a:t>
            </a:r>
            <a:r>
              <a:rPr lang="fr-FR" baseline="0" dirty="0" smtClean="0"/>
              <a:t> plusieurs versions d’un modèle peu performant pour réduire la variance des estimateurs (= </a:t>
            </a:r>
            <a:r>
              <a:rPr lang="fr-FR" baseline="0" dirty="0" err="1" smtClean="0"/>
              <a:t>bagging</a:t>
            </a:r>
            <a:r>
              <a:rPr lang="fr-FR" baseline="0" dirty="0" smtClean="0"/>
              <a:t>) + utilise vote pour classification finale (= modèle ensembliste)</a:t>
            </a:r>
          </a:p>
          <a:p>
            <a:r>
              <a:rPr lang="fr-FR" baseline="0" dirty="0" smtClean="0"/>
              <a:t>									-&gt; 1 estimateur = 1 arbre créé avec un échantillon aléatoire des données différent (= </a:t>
            </a:r>
            <a:r>
              <a:rPr lang="fr-FR" baseline="0" dirty="0" err="1" smtClean="0"/>
              <a:t>bootstrap</a:t>
            </a:r>
            <a:r>
              <a:rPr lang="fr-FR" baseline="0" dirty="0" smtClean="0"/>
              <a:t>)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F4F67-B646-4638-9455-7CF0EE546731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586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TP = </a:t>
            </a:r>
            <a:r>
              <a:rPr lang="fr-FR" dirty="0" err="1" smtClean="0"/>
              <a:t>True</a:t>
            </a:r>
            <a:r>
              <a:rPr lang="fr-FR" dirty="0" smtClean="0"/>
              <a:t> Positive (vrai</a:t>
            </a:r>
            <a:r>
              <a:rPr lang="fr-FR" baseline="0" dirty="0" smtClean="0"/>
              <a:t> positif : + </a:t>
            </a:r>
            <a:r>
              <a:rPr lang="fr-FR" baseline="0" dirty="0" err="1" smtClean="0"/>
              <a:t>identifé</a:t>
            </a:r>
            <a:r>
              <a:rPr lang="fr-FR" baseline="0" dirty="0" smtClean="0"/>
              <a:t> +)    /    FP = False Positive (faux positif : - identifié +)    /     FN = False Négative (faux négatif : + identifié -)    /    TN = </a:t>
            </a:r>
            <a:r>
              <a:rPr lang="fr-FR" baseline="0" dirty="0" err="1" smtClean="0"/>
              <a:t>True</a:t>
            </a:r>
            <a:r>
              <a:rPr lang="fr-FR" baseline="0" dirty="0" smtClean="0"/>
              <a:t> Négative (vrai négatif : - identifié -)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Macro_avg</a:t>
            </a:r>
            <a:r>
              <a:rPr kumimoji="0" lang="fr-FR" sz="1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kumimoji="0" lang="fr-FR" sz="1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weighted_avg</a:t>
            </a:r>
            <a:r>
              <a:rPr kumimoji="0" lang="fr-FR" sz="1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kumimoji="0" lang="fr-FR" sz="1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kumimoji="0" lang="fr-F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= 0,99 =&gt; bon modèle, ne privilégie pas une classe plus que l’autre</a:t>
            </a:r>
            <a:endParaRPr kumimoji="0" lang="fr-FR" sz="12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F4F67-B646-4638-9455-7CF0EE546731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6469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Recall</a:t>
            </a:r>
            <a:r>
              <a:rPr lang="fr-FR" dirty="0" smtClean="0"/>
              <a:t> = </a:t>
            </a:r>
            <a:r>
              <a:rPr lang="fr-FR" dirty="0" smtClean="0"/>
              <a:t>sensibilité    /    </a:t>
            </a:r>
            <a:r>
              <a:rPr lang="fr-FR" dirty="0" err="1" smtClean="0"/>
              <a:t>accuracy</a:t>
            </a:r>
            <a:r>
              <a:rPr lang="fr-FR" dirty="0" smtClean="0"/>
              <a:t> = exactitude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F4F67-B646-4638-9455-7CF0EE546731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5467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+ évaluation</a:t>
            </a:r>
            <a:r>
              <a:rPr lang="fr-FR" baseline="0" dirty="0" smtClean="0"/>
              <a:t> clusters :</a:t>
            </a:r>
          </a:p>
          <a:p>
            <a:r>
              <a:rPr lang="fr-FR" baseline="0" dirty="0" smtClean="0"/>
              <a:t>	- 3 points rouges (FN) et 1 orange (FP) mal placés mais 2 clusters bien séparés : inter très grande (1450.54) et &gt; intra (5.69) + ratio proche de 1 (0.996)</a:t>
            </a:r>
          </a:p>
          <a:p>
            <a:r>
              <a:rPr lang="fr-FR" baseline="0" dirty="0" smtClean="0"/>
              <a:t>	- cluster 0 semble plus éclaté/étalé mais 2 clusters bien compacts : intra très petites (3.08 et 2.61) et plutôt ronds</a:t>
            </a:r>
          </a:p>
          <a:p>
            <a:r>
              <a:rPr lang="fr-FR" baseline="0" dirty="0" smtClean="0"/>
              <a:t>	- cluster 1 plus grand (n = 188), représente vrais billets (</a:t>
            </a:r>
            <a:r>
              <a:rPr lang="fr-FR" baseline="0" dirty="0" err="1" smtClean="0"/>
              <a:t>True</a:t>
            </a:r>
            <a:r>
              <a:rPr lang="fr-FR" baseline="0" dirty="0" smtClean="0"/>
              <a:t>) et caractérisé par longueur des billets (‘</a:t>
            </a:r>
            <a:r>
              <a:rPr lang="fr-FR" baseline="0" dirty="0" err="1" smtClean="0"/>
              <a:t>length</a:t>
            </a:r>
            <a:r>
              <a:rPr lang="fr-FR" baseline="0" dirty="0" smtClean="0"/>
              <a:t>’) =&gt; plus longs et étroits.</a:t>
            </a:r>
          </a:p>
          <a:p>
            <a:r>
              <a:rPr lang="fr-FR" baseline="0" dirty="0" smtClean="0"/>
              <a:t>	- cluster 0 plus petit (n = 112), représente faux billets (False) et caractérisé par marge inférieure des billets (‘</a:t>
            </a:r>
            <a:r>
              <a:rPr lang="fr-FR" baseline="0" dirty="0" err="1" smtClean="0"/>
              <a:t>margin_low</a:t>
            </a:r>
            <a:r>
              <a:rPr lang="fr-FR" baseline="0" dirty="0" smtClean="0"/>
              <a:t>’) =&gt; plus courts et larges.</a:t>
            </a:r>
          </a:p>
          <a:p>
            <a:r>
              <a:rPr lang="fr-FR" baseline="0" dirty="0" smtClean="0"/>
              <a:t>	- faux billets caractérisés par longueur plus courte, hauteur plus grande et surtout marges plus importantes que vrais billets.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F4F67-B646-4638-9455-7CF0EE546731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6235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accuracy</a:t>
            </a:r>
            <a:r>
              <a:rPr lang="fr-FR" dirty="0" smtClean="0"/>
              <a:t> = capacité à détecter tous les positifs</a:t>
            </a:r>
            <a:r>
              <a:rPr lang="fr-FR" baseline="0" dirty="0" smtClean="0"/>
              <a:t>   /  précision = bien identifier vrais négatifs (TN)    /   </a:t>
            </a:r>
            <a:r>
              <a:rPr lang="fr-FR" baseline="0" dirty="0" err="1" smtClean="0"/>
              <a:t>roc_auc</a:t>
            </a:r>
            <a:r>
              <a:rPr lang="fr-FR" baseline="0" dirty="0" smtClean="0"/>
              <a:t> = bien identifier vrais positifs (TP) et minimiser faux positifs (FP)</a:t>
            </a:r>
          </a:p>
          <a:p>
            <a:r>
              <a:rPr lang="fr-FR" baseline="0" dirty="0" smtClean="0"/>
              <a:t>CV et </a:t>
            </a:r>
            <a:r>
              <a:rPr lang="fr-FR" baseline="0" dirty="0" err="1" smtClean="0"/>
              <a:t>accuracy</a:t>
            </a:r>
            <a:r>
              <a:rPr lang="fr-FR" baseline="0" dirty="0" smtClean="0"/>
              <a:t> tous similaires = 0,99    /    </a:t>
            </a:r>
            <a:r>
              <a:rPr lang="fr-FR" baseline="0" dirty="0" err="1" smtClean="0"/>
              <a:t>accuracy</a:t>
            </a:r>
            <a:r>
              <a:rPr lang="fr-FR" baseline="0" dirty="0" smtClean="0"/>
              <a:t> = </a:t>
            </a:r>
            <a:r>
              <a:rPr lang="fr-FR" baseline="0" dirty="0" err="1" smtClean="0"/>
              <a:t>macro_avg</a:t>
            </a:r>
            <a:r>
              <a:rPr lang="fr-FR" baseline="0" dirty="0" smtClean="0"/>
              <a:t> = </a:t>
            </a:r>
            <a:r>
              <a:rPr lang="fr-FR" baseline="0" dirty="0" err="1" smtClean="0"/>
              <a:t>weighted_avg</a:t>
            </a:r>
            <a:r>
              <a:rPr lang="fr-FR" baseline="0" dirty="0" smtClean="0"/>
              <a:t> = modèle ne privilégie pas une classe plus que l’autre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F4F67-B646-4638-9455-7CF0EE546731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5085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Jeu initial = 1002 vrais / 498 faux  (7</a:t>
            </a:r>
            <a:r>
              <a:rPr lang="fr-FR" baseline="0" dirty="0" smtClean="0"/>
              <a:t> FP, 5 FN)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F4F67-B646-4638-9455-7CF0EE546731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9966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6A6D-DDB9-48A1-8CC1-C565C919958E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648B5-5CCC-43CD-82FD-5D8994E36BA2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FAD-B9B3-4D57-B7E7-BF6C1553A891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69DBF1D-6BE4-46A8-8D11-12300599BEC2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6FD18-61C5-4F84-B859-9E60D240634E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CEF2-C69B-473A-BF17-D5031739CD6D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FACBB-FB5C-4063-85F6-FE0C10D4F254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EF71-9F7F-4F82-B721-69E175938883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8B8A275-5C2A-462E-A13B-D3505842F024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94CF-603A-4414-A7F9-E2041A2C6418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D5D0-CB45-4A2B-9F80-0AB9C044E9BB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3A8DCE52-7985-4608-8D93-0D8C66EDD94D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621DEC3B-2194-45B3-9EE9-16B87C3D4898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emf"/><Relationship Id="rId7" Type="http://schemas.openxmlformats.org/officeDocument/2006/relationships/diagramColors" Target="../diagrams/colors1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3" Type="http://schemas.openxmlformats.org/officeDocument/2006/relationships/image" Target="../media/image4.emf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13" Type="http://schemas.microsoft.com/office/2007/relationships/diagramDrawing" Target="../diagrams/drawing7.xml"/><Relationship Id="rId3" Type="http://schemas.openxmlformats.org/officeDocument/2006/relationships/image" Target="../media/image4.emf"/><Relationship Id="rId7" Type="http://schemas.openxmlformats.org/officeDocument/2006/relationships/diagramColors" Target="../diagrams/colors6.xml"/><Relationship Id="rId12" Type="http://schemas.openxmlformats.org/officeDocument/2006/relationships/diagramColors" Target="../diagrams/colors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11" Type="http://schemas.openxmlformats.org/officeDocument/2006/relationships/diagramQuickStyle" Target="../diagrams/quickStyle7.xml"/><Relationship Id="rId5" Type="http://schemas.openxmlformats.org/officeDocument/2006/relationships/diagramLayout" Target="../diagrams/layout6.xml"/><Relationship Id="rId10" Type="http://schemas.openxmlformats.org/officeDocument/2006/relationships/diagramLayout" Target="../diagrams/layout7.xml"/><Relationship Id="rId4" Type="http://schemas.openxmlformats.org/officeDocument/2006/relationships/diagramData" Target="../diagrams/data6.xml"/><Relationship Id="rId9" Type="http://schemas.openxmlformats.org/officeDocument/2006/relationships/diagramData" Target="../diagrams/data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TEIXEIRA Allison</a:t>
            </a:r>
          </a:p>
          <a:p>
            <a:r>
              <a:rPr lang="fr-FR" dirty="0" smtClean="0"/>
              <a:t>Data Analyst</a:t>
            </a:r>
            <a:endParaRPr lang="fr-FR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4400" dirty="0" smtClean="0">
                <a:solidFill>
                  <a:schemeClr val="tx2"/>
                </a:solidFill>
              </a:rPr>
              <a:t>Application de détection des faux billets</a:t>
            </a:r>
            <a:endParaRPr lang="fr-FR" sz="4400" dirty="0">
              <a:solidFill>
                <a:schemeClr val="tx2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6A6D-DDB9-48A1-8CC1-C565C919958E}" type="datetime2">
              <a:rPr lang="fr-FR" smtClean="0"/>
              <a:t>mercredi 6 mai 2026</a:t>
            </a:fld>
            <a:endParaRPr lang="fr-F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9" t="26626" r="20546" b="29791"/>
          <a:stretch/>
        </p:blipFill>
        <p:spPr bwMode="auto">
          <a:xfrm>
            <a:off x="2843808" y="3789040"/>
            <a:ext cx="3406583" cy="1124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806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3200" dirty="0" smtClean="0"/>
              <a:t>Contexte</a:t>
            </a:r>
            <a:endParaRPr lang="fr-F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63888" y="2078726"/>
            <a:ext cx="4968552" cy="1638306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Organisation </a:t>
            </a: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Nationale </a:t>
            </a:r>
            <a:r>
              <a:rPr lang="fr-F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lutte </a:t>
            </a: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Contre le 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Faux-Monnayage :</a:t>
            </a:r>
          </a:p>
          <a:p>
            <a:pPr lvl="1">
              <a:buClrTx/>
              <a:buSzPct val="100000"/>
              <a:buFont typeface="Symbol" panose="05050102010706020507" pitchFamily="18" charset="2"/>
              <a:buChar char="Þ"/>
            </a:pPr>
            <a:r>
              <a:rPr lang="fr-FR" sz="16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 en place des méthodes d’identification des faux billets (€) pour lutter contre la contrefaçon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buClrTx/>
              <a:buSzPct val="100000"/>
              <a:buFont typeface="Wingdings" panose="05000000000000000000" pitchFamily="2" charset="2"/>
              <a:buChar char="Ä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fr-FR" sz="1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des billets (dimensions géométriques)</a:t>
            </a:r>
          </a:p>
          <a:p>
            <a:pPr lvl="3">
              <a:buClrTx/>
              <a:buSzPct val="100000"/>
              <a:buFont typeface="Wingdings" panose="05000000000000000000" pitchFamily="2" charset="2"/>
              <a:buChar char="Ä"/>
            </a:pPr>
            <a:r>
              <a:rPr lang="fr-FR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</a:t>
            </a:r>
            <a:r>
              <a:rPr lang="fr-FR" sz="1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tilisation d’algorithmes de prédiction </a:t>
            </a:r>
            <a:endParaRPr lang="fr-FR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2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9" t="26626" r="20546" b="29791"/>
          <a:stretch/>
        </p:blipFill>
        <p:spPr bwMode="auto">
          <a:xfrm>
            <a:off x="638255" y="2078727"/>
            <a:ext cx="2781617" cy="91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973894473"/>
              </p:ext>
            </p:extLst>
          </p:nvPr>
        </p:nvGraphicFramePr>
        <p:xfrm>
          <a:off x="899593" y="3933056"/>
          <a:ext cx="7560839" cy="1872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7507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3200" dirty="0" smtClean="0"/>
              <a:t>Méthodologie</a:t>
            </a:r>
            <a:endParaRPr lang="fr-FR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3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2" name="Group 41"/>
          <p:cNvGrpSpPr/>
          <p:nvPr/>
        </p:nvGrpSpPr>
        <p:grpSpPr>
          <a:xfrm>
            <a:off x="382221" y="2276872"/>
            <a:ext cx="8379558" cy="2660520"/>
            <a:chOff x="382221" y="2708920"/>
            <a:chExt cx="8379558" cy="2660520"/>
          </a:xfrm>
        </p:grpSpPr>
        <p:grpSp>
          <p:nvGrpSpPr>
            <p:cNvPr id="40" name="Group 39"/>
            <p:cNvGrpSpPr/>
            <p:nvPr/>
          </p:nvGrpSpPr>
          <p:grpSpPr>
            <a:xfrm>
              <a:off x="382221" y="2708920"/>
              <a:ext cx="8379558" cy="2660520"/>
              <a:chOff x="382221" y="2708920"/>
              <a:chExt cx="8379558" cy="2660520"/>
            </a:xfrm>
          </p:grpSpPr>
          <p:grpSp>
            <p:nvGrpSpPr>
              <p:cNvPr id="38" name="Group 37"/>
              <p:cNvGrpSpPr/>
              <p:nvPr/>
            </p:nvGrpSpPr>
            <p:grpSpPr>
              <a:xfrm>
                <a:off x="382221" y="2708920"/>
                <a:ext cx="8379558" cy="2660520"/>
                <a:chOff x="382221" y="2708920"/>
                <a:chExt cx="8379558" cy="2660520"/>
              </a:xfrm>
            </p:grpSpPr>
            <p:grpSp>
              <p:nvGrpSpPr>
                <p:cNvPr id="36" name="Group 35"/>
                <p:cNvGrpSpPr/>
                <p:nvPr/>
              </p:nvGrpSpPr>
              <p:grpSpPr>
                <a:xfrm>
                  <a:off x="382221" y="2708920"/>
                  <a:ext cx="8379558" cy="2660520"/>
                  <a:chOff x="382221" y="2708920"/>
                  <a:chExt cx="8379558" cy="2660520"/>
                </a:xfrm>
              </p:grpSpPr>
              <p:grpSp>
                <p:nvGrpSpPr>
                  <p:cNvPr id="34" name="Group 33"/>
                  <p:cNvGrpSpPr/>
                  <p:nvPr/>
                </p:nvGrpSpPr>
                <p:grpSpPr>
                  <a:xfrm>
                    <a:off x="382221" y="2708920"/>
                    <a:ext cx="8379558" cy="2528411"/>
                    <a:chOff x="382221" y="2708920"/>
                    <a:chExt cx="8379558" cy="2528411"/>
                  </a:xfrm>
                </p:grpSpPr>
                <p:grpSp>
                  <p:nvGrpSpPr>
                    <p:cNvPr id="20" name="Group 19"/>
                    <p:cNvGrpSpPr/>
                    <p:nvPr/>
                  </p:nvGrpSpPr>
                  <p:grpSpPr>
                    <a:xfrm>
                      <a:off x="382221" y="2708920"/>
                      <a:ext cx="8379558" cy="1440160"/>
                      <a:chOff x="382221" y="2708920"/>
                      <a:chExt cx="8379558" cy="1440160"/>
                    </a:xfrm>
                  </p:grpSpPr>
                  <p:grpSp>
                    <p:nvGrpSpPr>
                      <p:cNvPr id="18" name="Group 17"/>
                      <p:cNvGrpSpPr/>
                      <p:nvPr/>
                    </p:nvGrpSpPr>
                    <p:grpSpPr>
                      <a:xfrm>
                        <a:off x="382221" y="2708920"/>
                        <a:ext cx="8379558" cy="1440160"/>
                        <a:chOff x="382221" y="2708920"/>
                        <a:chExt cx="8379558" cy="1440160"/>
                      </a:xfrm>
                    </p:grpSpPr>
                    <p:grpSp>
                      <p:nvGrpSpPr>
                        <p:cNvPr id="16" name="Group 15"/>
                        <p:cNvGrpSpPr/>
                        <p:nvPr/>
                      </p:nvGrpSpPr>
                      <p:grpSpPr>
                        <a:xfrm>
                          <a:off x="382221" y="2708920"/>
                          <a:ext cx="8379558" cy="1440160"/>
                          <a:chOff x="382221" y="2708920"/>
                          <a:chExt cx="8379558" cy="1440160"/>
                        </a:xfrm>
                      </p:grpSpPr>
                      <p:grpSp>
                        <p:nvGrpSpPr>
                          <p:cNvPr id="14" name="Group 13"/>
                          <p:cNvGrpSpPr/>
                          <p:nvPr/>
                        </p:nvGrpSpPr>
                        <p:grpSpPr>
                          <a:xfrm>
                            <a:off x="382221" y="2708920"/>
                            <a:ext cx="8379558" cy="1440160"/>
                            <a:chOff x="382221" y="2708920"/>
                            <a:chExt cx="8379558" cy="1440160"/>
                          </a:xfrm>
                        </p:grpSpPr>
                        <p:grpSp>
                          <p:nvGrpSpPr>
                            <p:cNvPr id="12" name="Group 11"/>
                            <p:cNvGrpSpPr/>
                            <p:nvPr/>
                          </p:nvGrpSpPr>
                          <p:grpSpPr>
                            <a:xfrm>
                              <a:off x="382221" y="2708920"/>
                              <a:ext cx="8379558" cy="1440160"/>
                              <a:chOff x="382221" y="3034706"/>
                              <a:chExt cx="8379558" cy="1797255"/>
                            </a:xfrm>
                          </p:grpSpPr>
                          <p:graphicFrame>
                            <p:nvGraphicFramePr>
                              <p:cNvPr id="10" name="Diagram 9"/>
                              <p:cNvGraphicFramePr/>
                              <p:nvPr>
                                <p:extLst>
                                  <p:ext uri="{D42A27DB-BD31-4B8C-83A1-F6EECF244321}">
                                    <p14:modId xmlns:p14="http://schemas.microsoft.com/office/powerpoint/2010/main" val="3589178261"/>
                                  </p:ext>
                                </p:extLst>
                              </p:nvPr>
                            </p:nvGraphicFramePr>
                            <p:xfrm>
                              <a:off x="382221" y="3034706"/>
                              <a:ext cx="8379558" cy="1797255"/>
                            </p:xfrm>
                            <a:graphic>
                              <a:graphicData uri="http://schemas.openxmlformats.org/drawingml/2006/diagram">
                                <dgm:relIds xmlns:dgm="http://schemas.openxmlformats.org/drawingml/2006/diagram" xmlns:r="http://schemas.openxmlformats.org/officeDocument/2006/relationships" r:dm="rId3" r:lo="rId4" r:qs="rId5" r:cs="rId6"/>
                              </a:graphicData>
                            </a:graphic>
                          </p:graphicFrame>
                          <p:sp>
                            <p:nvSpPr>
                              <p:cNvPr id="11" name="Curved Down Arrow 10"/>
                              <p:cNvSpPr/>
                              <p:nvPr/>
                            </p:nvSpPr>
                            <p:spPr>
                              <a:xfrm>
                                <a:off x="1187624" y="3051971"/>
                                <a:ext cx="1152128" cy="432048"/>
                              </a:xfrm>
                              <a:prstGeom prst="curvedDownArrow">
                                <a:avLst/>
                              </a:prstGeom>
                              <a:solidFill>
                                <a:schemeClr val="accent3"/>
                              </a:solidFill>
                              <a:ln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prstDash val="solid"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fr-FR" dirty="0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3" name="Curved Down Arrow 12"/>
                            <p:cNvSpPr/>
                            <p:nvPr/>
                          </p:nvSpPr>
                          <p:spPr>
                            <a:xfrm>
                              <a:off x="3995936" y="2722755"/>
                              <a:ext cx="1152128" cy="346205"/>
                            </a:xfrm>
                            <a:prstGeom prst="curvedDownArrow">
                              <a:avLst/>
                            </a:prstGeom>
                            <a:solidFill>
                              <a:srgbClr val="81A180"/>
                            </a:solidFill>
                            <a:ln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prstDash val="solid"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fr-FR" dirty="0">
                                <a:solidFill>
                                  <a:schemeClr val="tx1"/>
                                </a:solidFill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" name="Curved Down Arrow 14"/>
                          <p:cNvSpPr/>
                          <p:nvPr/>
                        </p:nvSpPr>
                        <p:spPr>
                          <a:xfrm>
                            <a:off x="6961579" y="2722755"/>
                            <a:ext cx="1152128" cy="346205"/>
                          </a:xfrm>
                          <a:prstGeom prst="curvedDownArrow">
                            <a:avLst/>
                          </a:prstGeom>
                          <a:solidFill>
                            <a:srgbClr val="939175"/>
                          </a:solidFill>
                          <a:ln>
                            <a:solidFill>
                              <a:schemeClr val="bg1">
                                <a:lumMod val="85000"/>
                              </a:schemeClr>
                            </a:solidFill>
                            <a:prstDash val="solid"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fr-FR" dirty="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</p:grpSp>
                    <p:sp>
                      <p:nvSpPr>
                        <p:cNvPr id="17" name="Curved Down Arrow 16"/>
                        <p:cNvSpPr/>
                        <p:nvPr/>
                      </p:nvSpPr>
                      <p:spPr>
                        <a:xfrm flipV="1">
                          <a:off x="2483768" y="3789040"/>
                          <a:ext cx="1152128" cy="346205"/>
                        </a:xfrm>
                        <a:prstGeom prst="curvedDownArrow">
                          <a:avLst/>
                        </a:prstGeom>
                        <a:solidFill>
                          <a:srgbClr val="86A897"/>
                        </a:solidFill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sp>
                    <p:nvSpPr>
                      <p:cNvPr id="19" name="Curved Down Arrow 18"/>
                      <p:cNvSpPr/>
                      <p:nvPr/>
                    </p:nvSpPr>
                    <p:spPr>
                      <a:xfrm flipV="1">
                        <a:off x="5508104" y="3789040"/>
                        <a:ext cx="1152128" cy="346205"/>
                      </a:xfrm>
                      <a:prstGeom prst="curvedDownArrow">
                        <a:avLst/>
                      </a:prstGeom>
                      <a:solidFill>
                        <a:srgbClr val="8C9A7B"/>
                      </a:solidFill>
                      <a:ln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33" name="Group 32"/>
                    <p:cNvGrpSpPr/>
                    <p:nvPr/>
                  </p:nvGrpSpPr>
                  <p:grpSpPr>
                    <a:xfrm>
                      <a:off x="1979712" y="3789138"/>
                      <a:ext cx="1890116" cy="1448193"/>
                      <a:chOff x="1979712" y="3789138"/>
                      <a:chExt cx="1890116" cy="1448193"/>
                    </a:xfrm>
                  </p:grpSpPr>
                  <p:sp>
                    <p:nvSpPr>
                      <p:cNvPr id="21" name="TextBox 20"/>
                      <p:cNvSpPr txBox="1"/>
                      <p:nvPr/>
                    </p:nvSpPr>
                    <p:spPr>
                      <a:xfrm>
                        <a:off x="1979712" y="4437112"/>
                        <a:ext cx="1764000" cy="80021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r">
                          <a:spcAft>
                            <a:spcPts val="1200"/>
                          </a:spcAft>
                        </a:pPr>
                        <a:r>
                          <a:rPr lang="fr-FR" sz="1200" dirty="0" smtClean="0"/>
                          <a:t>Normalisation</a:t>
                        </a:r>
                      </a:p>
                      <a:p>
                        <a:pPr algn="r"/>
                        <a:r>
                          <a:rPr lang="fr-FR" sz="1200" dirty="0" smtClean="0"/>
                          <a:t>Séparation données</a:t>
                        </a:r>
                      </a:p>
                      <a:p>
                        <a:pPr algn="ctr"/>
                        <a:r>
                          <a:rPr lang="fr-FR" sz="1200" dirty="0"/>
                          <a:t> </a:t>
                        </a:r>
                        <a:r>
                          <a:rPr lang="fr-FR" sz="1200" dirty="0" smtClean="0"/>
                          <a:t>      </a:t>
                        </a:r>
                        <a:r>
                          <a:rPr lang="fr-FR" sz="1100" i="1" dirty="0" smtClean="0"/>
                          <a:t>(X train / X test /y)</a:t>
                        </a:r>
                        <a:endParaRPr lang="fr-FR" sz="1100" i="1" dirty="0"/>
                      </a:p>
                    </p:txBody>
                  </p:sp>
                  <p:sp>
                    <p:nvSpPr>
                      <p:cNvPr id="31" name="Bent-Up Arrow 30"/>
                      <p:cNvSpPr/>
                      <p:nvPr/>
                    </p:nvSpPr>
                    <p:spPr>
                      <a:xfrm rot="16200000" flipH="1">
                        <a:off x="3380050" y="4106168"/>
                        <a:ext cx="806807" cy="172748"/>
                      </a:xfrm>
                      <a:prstGeom prst="bentUpArrow">
                        <a:avLst>
                          <a:gd name="adj1" fmla="val 25000"/>
                          <a:gd name="adj2" fmla="val 22503"/>
                          <a:gd name="adj3" fmla="val 25000"/>
                        </a:avLst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  <p:sp>
                    <p:nvSpPr>
                      <p:cNvPr id="32" name="Bent-Up Arrow 31"/>
                      <p:cNvSpPr/>
                      <p:nvPr/>
                    </p:nvSpPr>
                    <p:spPr>
                      <a:xfrm rot="16200000" flipH="1">
                        <a:off x="3394842" y="4466183"/>
                        <a:ext cx="777223" cy="172748"/>
                      </a:xfrm>
                      <a:prstGeom prst="bentUpArrow">
                        <a:avLst>
                          <a:gd name="adj1" fmla="val 25000"/>
                          <a:gd name="adj2" fmla="val 22503"/>
                          <a:gd name="adj3" fmla="val 25000"/>
                        </a:avLst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prstDash val="solid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</p:grpSp>
              <p:sp>
                <p:nvSpPr>
                  <p:cNvPr id="35" name="TextBox 34"/>
                  <p:cNvSpPr txBox="1"/>
                  <p:nvPr/>
                </p:nvSpPr>
                <p:spPr>
                  <a:xfrm>
                    <a:off x="5472344" y="4415333"/>
                    <a:ext cx="2196000" cy="95410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200" dirty="0" smtClean="0"/>
                      <a:t>4 modèles :</a:t>
                    </a:r>
                  </a:p>
                  <a:p>
                    <a:pPr marL="628650" lvl="1" indent="-171450">
                      <a:buFont typeface="Arial" panose="020B0604020202020204" pitchFamily="34" charset="0"/>
                      <a:buChar char="•"/>
                    </a:pPr>
                    <a:r>
                      <a:rPr lang="fr-FR" sz="1100" dirty="0" smtClean="0"/>
                      <a:t>Régression Logistique</a:t>
                    </a:r>
                  </a:p>
                  <a:p>
                    <a:pPr marL="628650" lvl="1" indent="-171450">
                      <a:buFont typeface="Arial" panose="020B0604020202020204" pitchFamily="34" charset="0"/>
                      <a:buChar char="•"/>
                    </a:pPr>
                    <a:r>
                      <a:rPr lang="fr-FR" sz="1100" dirty="0" smtClean="0"/>
                      <a:t>Random Forest</a:t>
                    </a:r>
                  </a:p>
                  <a:p>
                    <a:pPr marL="628650" lvl="1" indent="-171450">
                      <a:buFont typeface="Arial" panose="020B0604020202020204" pitchFamily="34" charset="0"/>
                      <a:buChar char="•"/>
                    </a:pPr>
                    <a:r>
                      <a:rPr lang="fr-FR" sz="1100" dirty="0" smtClean="0"/>
                      <a:t>K-Nearest Neighbors</a:t>
                    </a:r>
                  </a:p>
                  <a:p>
                    <a:pPr marL="628650" lvl="1" indent="-171450">
                      <a:buFont typeface="Arial" panose="020B0604020202020204" pitchFamily="34" charset="0"/>
                      <a:buChar char="•"/>
                    </a:pPr>
                    <a:r>
                      <a:rPr lang="fr-FR" sz="1100" dirty="0" smtClean="0"/>
                      <a:t>K-Means</a:t>
                    </a:r>
                  </a:p>
                </p:txBody>
              </p:sp>
            </p:grpSp>
            <p:sp>
              <p:nvSpPr>
                <p:cNvPr id="37" name="Bent-Up Arrow 36"/>
                <p:cNvSpPr/>
                <p:nvPr/>
              </p:nvSpPr>
              <p:spPr>
                <a:xfrm rot="5400000">
                  <a:off x="4946318" y="4106169"/>
                  <a:ext cx="806807" cy="172748"/>
                </a:xfrm>
                <a:prstGeom prst="bentUpArrow">
                  <a:avLst>
                    <a:gd name="adj1" fmla="val 25000"/>
                    <a:gd name="adj2" fmla="val 22503"/>
                    <a:gd name="adj3" fmla="val 25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39" name="Down Arrow 38"/>
              <p:cNvSpPr/>
              <p:nvPr/>
            </p:nvSpPr>
            <p:spPr>
              <a:xfrm>
                <a:off x="7940344" y="3789040"/>
                <a:ext cx="346725" cy="334386"/>
              </a:xfrm>
              <a:prstGeom prst="downArrow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7780003" y="4164049"/>
              <a:ext cx="6674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 smtClean="0"/>
                <a:t>Script</a:t>
              </a:r>
              <a:endParaRPr lang="fr-FR" sz="11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365631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2800" dirty="0" smtClean="0"/>
              <a:t>Nettoyage &amp; Analyse exploratoire</a:t>
            </a:r>
            <a:endParaRPr lang="fr-FR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4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785294284"/>
              </p:ext>
            </p:extLst>
          </p:nvPr>
        </p:nvGraphicFramePr>
        <p:xfrm>
          <a:off x="899592" y="1813272"/>
          <a:ext cx="2520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7610" y="6021288"/>
            <a:ext cx="1531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Outlier = valeur extrême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635896" y="1412776"/>
            <a:ext cx="5185548" cy="4852555"/>
            <a:chOff x="3635896" y="1412776"/>
            <a:chExt cx="5185548" cy="4852555"/>
          </a:xfrm>
        </p:grpSpPr>
        <p:grpSp>
          <p:nvGrpSpPr>
            <p:cNvPr id="13" name="Group 12"/>
            <p:cNvGrpSpPr/>
            <p:nvPr/>
          </p:nvGrpSpPr>
          <p:grpSpPr>
            <a:xfrm>
              <a:off x="3635896" y="1412776"/>
              <a:ext cx="4824536" cy="4752528"/>
              <a:chOff x="3635896" y="1412776"/>
              <a:chExt cx="4824536" cy="4752528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3635896" y="1412776"/>
                <a:ext cx="4824536" cy="4068000"/>
                <a:chOff x="3635896" y="1412776"/>
                <a:chExt cx="4824536" cy="4068000"/>
              </a:xfrm>
            </p:grpSpPr>
            <p:graphicFrame>
              <p:nvGraphicFramePr>
                <p:cNvPr id="9" name="Diagram 8"/>
                <p:cNvGraphicFramePr/>
                <p:nvPr>
                  <p:extLst>
                    <p:ext uri="{D42A27DB-BD31-4B8C-83A1-F6EECF244321}">
                      <p14:modId xmlns:p14="http://schemas.microsoft.com/office/powerpoint/2010/main" val="3353962428"/>
                    </p:ext>
                  </p:extLst>
                </p:nvPr>
              </p:nvGraphicFramePr>
              <p:xfrm>
                <a:off x="3635896" y="1412776"/>
                <a:ext cx="4824536" cy="4068000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9" r:lo="rId10" r:qs="rId11" r:cs="rId12"/>
                </a:graphicData>
              </a:graphic>
            </p:graphicFrame>
            <p:pic>
              <p:nvPicPr>
                <p:cNvPr id="102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2" t="11401" r="-142" b="5978"/>
                <a:stretch/>
              </p:blipFill>
              <p:spPr bwMode="auto">
                <a:xfrm>
                  <a:off x="6444208" y="2348880"/>
                  <a:ext cx="1892795" cy="1653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12" name="TextBox 11"/>
              <p:cNvSpPr txBox="1"/>
              <p:nvPr/>
            </p:nvSpPr>
            <p:spPr>
              <a:xfrm>
                <a:off x="3779912" y="4888031"/>
                <a:ext cx="2304000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-216000">
                  <a:spcAft>
                    <a:spcPts val="300"/>
                  </a:spcAft>
                  <a:buFont typeface="Wingdings" panose="05000000000000000000" pitchFamily="2" charset="2"/>
                  <a:buChar char="Ä"/>
                </a:pPr>
                <a:r>
                  <a:rPr lang="fr-FR" sz="12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Répartitions homogènes</a:t>
                </a:r>
              </a:p>
              <a:p>
                <a:pPr indent="-180000">
                  <a:buFont typeface="Wingdings" panose="05000000000000000000" pitchFamily="2" charset="2"/>
                  <a:buChar char="Ä"/>
                </a:pPr>
                <a:r>
                  <a:rPr lang="fr-FR" sz="12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Outliers = conservés car peu</a:t>
                </a:r>
              </a:p>
              <a:p>
                <a:r>
                  <a:rPr lang="fr-FR" sz="12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éloignés des min/max des</a:t>
                </a:r>
              </a:p>
              <a:p>
                <a:r>
                  <a:rPr lang="fr-F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fr-FR" sz="12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groupes =&gt; légère erreur de</a:t>
                </a:r>
              </a:p>
              <a:p>
                <a:r>
                  <a:rPr lang="fr-F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fr-FR" sz="12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mesure + souvent faux billets</a:t>
                </a:r>
              </a:p>
              <a:p>
                <a:r>
                  <a:rPr lang="fr-F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fr-FR" sz="12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(= dimensions « étranges »)</a:t>
                </a:r>
                <a:endParaRPr lang="fr-FR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6301444" y="4888031"/>
              <a:ext cx="2520000" cy="1377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indent="-216000">
                <a:spcAft>
                  <a:spcPts val="300"/>
                </a:spcAft>
                <a:buFont typeface="Wingdings" panose="05000000000000000000" pitchFamily="2" charset="2"/>
                <a:buChar char="Ä"/>
                <a:defRPr sz="1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fr-FR" sz="1100" i="1" dirty="0" smtClean="0"/>
                <a:t>‘diagonal’ </a:t>
              </a:r>
              <a:r>
                <a:rPr lang="fr-FR" dirty="0" smtClean="0"/>
                <a:t>retirée : non significative </a:t>
              </a:r>
            </a:p>
            <a:p>
              <a:pPr>
                <a:spcAft>
                  <a:spcPts val="0"/>
                </a:spcAft>
              </a:pPr>
              <a:r>
                <a:rPr lang="fr-FR" dirty="0"/>
                <a:t>a</a:t>
              </a:r>
              <a:r>
                <a:rPr lang="fr-FR" dirty="0" smtClean="0"/>
                <a:t>utres variables toutes conservées car peu corrélées </a:t>
              </a:r>
              <a:r>
                <a:rPr lang="fr-FR" sz="1100" dirty="0" smtClean="0"/>
                <a:t>(r &lt; 0,5) </a:t>
              </a:r>
              <a:r>
                <a:rPr lang="fr-FR" dirty="0" smtClean="0"/>
                <a:t>sauf </a:t>
              </a:r>
              <a:r>
                <a:rPr lang="fr-FR" sz="1100" i="1" dirty="0" smtClean="0"/>
                <a:t>‘length’ </a:t>
              </a:r>
              <a:r>
                <a:rPr lang="fr-FR" dirty="0" smtClean="0"/>
                <a:t>et </a:t>
              </a:r>
              <a:r>
                <a:rPr lang="fr-FR" sz="1100" i="1" dirty="0" smtClean="0"/>
                <a:t>‘</a:t>
              </a:r>
              <a:r>
                <a:rPr lang="fr-FR" sz="1100" i="1" dirty="0" err="1" smtClean="0"/>
                <a:t>margin_low</a:t>
              </a:r>
              <a:r>
                <a:rPr lang="fr-FR" sz="1100" i="1" dirty="0" smtClean="0"/>
                <a:t>’</a:t>
              </a:r>
              <a:r>
                <a:rPr lang="fr-FR" dirty="0" smtClean="0"/>
                <a:t> mais :</a:t>
              </a:r>
              <a:endParaRPr lang="fr-FR" i="1" dirty="0" smtClean="0"/>
            </a:p>
            <a:p>
              <a:pPr marL="628650" lvl="1" indent="-171450">
                <a:buFont typeface="Montserrat"/>
                <a:buChar char="→"/>
              </a:pP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1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 &lt; 0,7 = acceptable</a:t>
              </a:r>
            </a:p>
            <a:p>
              <a:pPr marL="628650" lvl="1" indent="-171450">
                <a:buFont typeface="Montserrat"/>
                <a:buChar char="→"/>
              </a:pPr>
              <a:r>
                <a:rPr lang="fr-FR" sz="11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significatives et + importantes dans performances modèles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9874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3200" dirty="0" smtClean="0"/>
              <a:t>Pré-traitement</a:t>
            </a:r>
            <a:endParaRPr lang="fr-FR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5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3" name="Group 22"/>
          <p:cNvGrpSpPr/>
          <p:nvPr/>
        </p:nvGrpSpPr>
        <p:grpSpPr>
          <a:xfrm>
            <a:off x="611560" y="1669256"/>
            <a:ext cx="8280920" cy="4496048"/>
            <a:chOff x="611560" y="1669256"/>
            <a:chExt cx="8280920" cy="4496048"/>
          </a:xfrm>
        </p:grpSpPr>
        <p:grpSp>
          <p:nvGrpSpPr>
            <p:cNvPr id="21" name="Group 20"/>
            <p:cNvGrpSpPr/>
            <p:nvPr/>
          </p:nvGrpSpPr>
          <p:grpSpPr>
            <a:xfrm>
              <a:off x="611560" y="1669256"/>
              <a:ext cx="8042809" cy="4496048"/>
              <a:chOff x="611560" y="1669256"/>
              <a:chExt cx="8042809" cy="4496048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611560" y="1669256"/>
                <a:ext cx="6096000" cy="4496048"/>
                <a:chOff x="611560" y="1669256"/>
                <a:chExt cx="6096000" cy="4496048"/>
              </a:xfrm>
            </p:grpSpPr>
            <p:grpSp>
              <p:nvGrpSpPr>
                <p:cNvPr id="17" name="Group 16"/>
                <p:cNvGrpSpPr/>
                <p:nvPr/>
              </p:nvGrpSpPr>
              <p:grpSpPr>
                <a:xfrm>
                  <a:off x="611560" y="1669256"/>
                  <a:ext cx="6096000" cy="4496048"/>
                  <a:chOff x="611560" y="1669256"/>
                  <a:chExt cx="6096000" cy="4496048"/>
                </a:xfrm>
              </p:grpSpPr>
              <p:grpSp>
                <p:nvGrpSpPr>
                  <p:cNvPr id="15" name="Group 14"/>
                  <p:cNvGrpSpPr/>
                  <p:nvPr/>
                </p:nvGrpSpPr>
                <p:grpSpPr>
                  <a:xfrm>
                    <a:off x="611560" y="1669256"/>
                    <a:ext cx="6096000" cy="4496048"/>
                    <a:chOff x="611560" y="1669256"/>
                    <a:chExt cx="6096000" cy="4496048"/>
                  </a:xfrm>
                </p:grpSpPr>
                <p:grpSp>
                  <p:nvGrpSpPr>
                    <p:cNvPr id="13" name="Group 12"/>
                    <p:cNvGrpSpPr/>
                    <p:nvPr/>
                  </p:nvGrpSpPr>
                  <p:grpSpPr>
                    <a:xfrm>
                      <a:off x="611560" y="1669256"/>
                      <a:ext cx="6096000" cy="4496048"/>
                      <a:chOff x="611560" y="1669256"/>
                      <a:chExt cx="6096000" cy="4496048"/>
                    </a:xfrm>
                  </p:grpSpPr>
                  <p:grpSp>
                    <p:nvGrpSpPr>
                      <p:cNvPr id="9" name="Group 8"/>
                      <p:cNvGrpSpPr/>
                      <p:nvPr/>
                    </p:nvGrpSpPr>
                    <p:grpSpPr>
                      <a:xfrm>
                        <a:off x="611560" y="1669256"/>
                        <a:ext cx="6096000" cy="4496048"/>
                        <a:chOff x="611560" y="1669256"/>
                        <a:chExt cx="6096000" cy="4496048"/>
                      </a:xfrm>
                    </p:grpSpPr>
                    <p:graphicFrame>
                      <p:nvGraphicFramePr>
                        <p:cNvPr id="7" name="Diagram 6"/>
                        <p:cNvGraphicFramePr/>
                        <p:nvPr>
                          <p:extLst>
                            <p:ext uri="{D42A27DB-BD31-4B8C-83A1-F6EECF244321}">
                              <p14:modId xmlns:p14="http://schemas.microsoft.com/office/powerpoint/2010/main" val="27065625"/>
                            </p:ext>
                          </p:extLst>
                        </p:nvPr>
                      </p:nvGraphicFramePr>
                      <p:xfrm>
                        <a:off x="611560" y="1669256"/>
                        <a:ext cx="6096000" cy="4496048"/>
                      </p:xfrm>
                      <a:graphic>
                        <a:graphicData uri="http://schemas.openxmlformats.org/drawingml/2006/diagram">
                          <dgm:relIds xmlns:dgm="http://schemas.openxmlformats.org/drawingml/2006/diagram" xmlns:r="http://schemas.openxmlformats.org/officeDocument/2006/relationships" r:dm="rId3" r:lo="rId4" r:qs="rId5" r:cs="rId6"/>
                        </a:graphicData>
                      </a:graphic>
                    </p:graphicFrame>
                    <p:sp>
                      <p:nvSpPr>
                        <p:cNvPr id="8" name="TextBox 7"/>
                        <p:cNvSpPr txBox="1"/>
                        <p:nvPr/>
                      </p:nvSpPr>
                      <p:spPr>
                        <a:xfrm rot="19120361">
                          <a:off x="4433413" y="2127400"/>
                          <a:ext cx="535724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r>
                            <a:rPr lang="fr-FR" sz="1400" b="1" dirty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80 %</a:t>
                          </a:r>
                          <a:endParaRPr lang="fr-FR" sz="1400" b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2" name="TextBox 11"/>
                      <p:cNvSpPr txBox="1"/>
                      <p:nvPr/>
                    </p:nvSpPr>
                    <p:spPr>
                      <a:xfrm rot="19120361">
                        <a:off x="4433413" y="4431656"/>
                        <a:ext cx="535724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1400" b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80 %</a:t>
                        </a:r>
                        <a:endParaRPr lang="fr-FR" sz="1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4" name="TextBox 13"/>
                    <p:cNvSpPr txBox="1"/>
                    <p:nvPr/>
                  </p:nvSpPr>
                  <p:spPr>
                    <a:xfrm rot="2748363">
                      <a:off x="4384688" y="2999524"/>
                      <a:ext cx="53893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fr-FR" sz="1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fr-FR" sz="14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0 %</a:t>
                      </a:r>
                      <a:endParaRPr lang="fr-FR" sz="1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6" name="TextBox 15"/>
                  <p:cNvSpPr txBox="1"/>
                  <p:nvPr/>
                </p:nvSpPr>
                <p:spPr>
                  <a:xfrm rot="2748363">
                    <a:off x="4384688" y="5303779"/>
                    <a:ext cx="53893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sz="1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2</a:t>
                    </a:r>
                    <a:r>
                      <a:rPr lang="fr-FR" sz="1400" b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0 %</a:t>
                    </a:r>
                    <a:endParaRPr lang="fr-FR" sz="1400" b="1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8" name="Right Bracket 17"/>
                <p:cNvSpPr/>
                <p:nvPr/>
              </p:nvSpPr>
              <p:spPr>
                <a:xfrm>
                  <a:off x="6516216" y="1772816"/>
                  <a:ext cx="144016" cy="1872208"/>
                </a:xfrm>
                <a:prstGeom prst="rightBracket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0" name="TextBox 19"/>
              <p:cNvSpPr txBox="1"/>
              <p:nvPr/>
            </p:nvSpPr>
            <p:spPr>
              <a:xfrm>
                <a:off x="6732240" y="2411250"/>
                <a:ext cx="1922129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SzPct val="120000"/>
                  <a:buFont typeface="Symbol" panose="05050102010706020507" pitchFamily="18" charset="2"/>
                  <a:buChar char="Þ"/>
                </a:pPr>
                <a:r>
                  <a:rPr lang="fr-FR" sz="14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Normalisation</a:t>
                </a:r>
              </a:p>
              <a:p>
                <a:pPr marL="742950" lvl="1" indent="-285750">
                  <a:buFont typeface="Wingdings" panose="05000000000000000000" pitchFamily="2" charset="2"/>
                  <a:buChar char="Ä"/>
                </a:pPr>
                <a:r>
                  <a:rPr lang="fr-FR" sz="12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Moyennes = 0</a:t>
                </a:r>
              </a:p>
              <a:p>
                <a:pPr marL="742950" lvl="1" indent="-285750">
                  <a:buFont typeface="Wingdings" panose="05000000000000000000" pitchFamily="2" charset="2"/>
                  <a:buChar char="Ä"/>
                </a:pPr>
                <a:r>
                  <a:rPr lang="fr-FR" sz="12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Ecarts-types = 1</a:t>
                </a:r>
                <a:endParaRPr lang="fr-FR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6732240" y="3212976"/>
              <a:ext cx="216024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</a:t>
              </a:r>
              <a:r>
                <a:rPr lang="fr-FR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Séparation </a:t>
              </a:r>
              <a:r>
                <a:rPr lang="fr-FR" sz="1400" dirty="0" err="1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X_train</a:t>
              </a:r>
              <a:r>
                <a:rPr lang="fr-FR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en 4</a:t>
              </a:r>
            </a:p>
            <a:p>
              <a:r>
                <a:rPr lang="fr-F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fr-FR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pour Validation Croisée</a:t>
              </a:r>
              <a:endPara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01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3200" dirty="0" smtClean="0"/>
              <a:t>Modélisation</a:t>
            </a:r>
            <a:endParaRPr lang="fr-FR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6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395536" y="1537628"/>
            <a:ext cx="8379558" cy="3475548"/>
            <a:chOff x="395536" y="1537628"/>
            <a:chExt cx="8379558" cy="3651477"/>
          </a:xfrm>
        </p:grpSpPr>
        <p:grpSp>
          <p:nvGrpSpPr>
            <p:cNvPr id="17" name="Group 16"/>
            <p:cNvGrpSpPr/>
            <p:nvPr/>
          </p:nvGrpSpPr>
          <p:grpSpPr>
            <a:xfrm>
              <a:off x="395536" y="1753071"/>
              <a:ext cx="8379558" cy="3436034"/>
              <a:chOff x="395536" y="1753071"/>
              <a:chExt cx="8379558" cy="3436034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395536" y="2060848"/>
                <a:ext cx="8379558" cy="3128257"/>
                <a:chOff x="395536" y="2060848"/>
                <a:chExt cx="8379558" cy="3128257"/>
              </a:xfrm>
            </p:grpSpPr>
            <p:grpSp>
              <p:nvGrpSpPr>
                <p:cNvPr id="13" name="Group 12"/>
                <p:cNvGrpSpPr/>
                <p:nvPr/>
              </p:nvGrpSpPr>
              <p:grpSpPr>
                <a:xfrm>
                  <a:off x="395536" y="2060848"/>
                  <a:ext cx="8379558" cy="3128257"/>
                  <a:chOff x="395536" y="2060848"/>
                  <a:chExt cx="8379558" cy="3128257"/>
                </a:xfrm>
              </p:grpSpPr>
              <p:graphicFrame>
                <p:nvGraphicFramePr>
                  <p:cNvPr id="11" name="Diagram 10"/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4197287639"/>
                      </p:ext>
                    </p:extLst>
                  </p:nvPr>
                </p:nvGraphicFramePr>
                <p:xfrm>
                  <a:off x="395536" y="2204864"/>
                  <a:ext cx="8379558" cy="2984241"/>
                </p:xfrm>
                <a:graphic>
                  <a:graphicData uri="http://schemas.openxmlformats.org/drawingml/2006/diagram">
                    <dgm:relIds xmlns:dgm="http://schemas.openxmlformats.org/drawingml/2006/diagram" xmlns:r="http://schemas.openxmlformats.org/officeDocument/2006/relationships" r:dm="rId4" r:lo="rId5" r:qs="rId6" r:cs="rId7"/>
                  </a:graphicData>
                </a:graphic>
              </p:graphicFrame>
              <p:sp>
                <p:nvSpPr>
                  <p:cNvPr id="12" name="Right Bracket 11"/>
                  <p:cNvSpPr/>
                  <p:nvPr/>
                </p:nvSpPr>
                <p:spPr>
                  <a:xfrm rot="16200000">
                    <a:off x="3455876" y="-999492"/>
                    <a:ext cx="72008" cy="6192688"/>
                  </a:xfrm>
                  <a:prstGeom prst="rightBracket">
                    <a:avLst/>
                  </a:prstGeom>
                  <a:ln w="1905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4" name="Right Bracket 13"/>
                <p:cNvSpPr/>
                <p:nvPr/>
              </p:nvSpPr>
              <p:spPr>
                <a:xfrm rot="16200000">
                  <a:off x="7789671" y="1147433"/>
                  <a:ext cx="72008" cy="1898838"/>
                </a:xfrm>
                <a:prstGeom prst="rightBracket">
                  <a:avLst/>
                </a:prstGeom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6" name="TextBox 15"/>
              <p:cNvSpPr txBox="1"/>
              <p:nvPr/>
            </p:nvSpPr>
            <p:spPr>
              <a:xfrm>
                <a:off x="2462253" y="1753071"/>
                <a:ext cx="19657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smtClean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Classification supervisée</a:t>
                </a:r>
                <a:endParaRPr lang="fr-F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7177869" y="1537628"/>
              <a:ext cx="12956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Classification  </a:t>
              </a:r>
            </a:p>
            <a:p>
              <a:pPr algn="ctr"/>
              <a:r>
                <a:rPr lang="fr-FR" sz="14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non supervisée</a:t>
              </a:r>
              <a:endPara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1560" y="5013176"/>
            <a:ext cx="8163534" cy="1368152"/>
            <a:chOff x="611560" y="5013176"/>
            <a:chExt cx="8163534" cy="1368152"/>
          </a:xfrm>
        </p:grpSpPr>
        <p:graphicFrame>
          <p:nvGraphicFramePr>
            <p:cNvPr id="20" name="Diagram 19"/>
            <p:cNvGraphicFramePr/>
            <p:nvPr>
              <p:extLst>
                <p:ext uri="{D42A27DB-BD31-4B8C-83A1-F6EECF244321}">
                  <p14:modId xmlns:p14="http://schemas.microsoft.com/office/powerpoint/2010/main" val="1697704855"/>
                </p:ext>
              </p:extLst>
            </p:nvPr>
          </p:nvGraphicFramePr>
          <p:xfrm>
            <a:off x="1475656" y="5013176"/>
            <a:ext cx="7299438" cy="136815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21" name="TextBox 20"/>
            <p:cNvSpPr txBox="1"/>
            <p:nvPr/>
          </p:nvSpPr>
          <p:spPr>
            <a:xfrm>
              <a:off x="611560" y="5507940"/>
              <a:ext cx="921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u="sng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Etapes :</a:t>
              </a:r>
              <a:endParaRPr lang="fr-FR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00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3200" dirty="0" smtClean="0"/>
              <a:t>Modélisation</a:t>
            </a:r>
            <a:endParaRPr lang="fr-F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fr-FR" sz="18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Régression logistique</a:t>
            </a:r>
            <a:endParaRPr lang="fr-FR" sz="18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7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639490"/>
              </p:ext>
            </p:extLst>
          </p:nvPr>
        </p:nvGraphicFramePr>
        <p:xfrm>
          <a:off x="683568" y="1988840"/>
          <a:ext cx="2700000" cy="354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Paramètres réglés 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3200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class_weight = ‘</a:t>
                      </a: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balanced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’ 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rééquilibre classes car répartition légèrement déséquilibrée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(1000 V / 500 F)</a:t>
                      </a: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max_iter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10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nombre d’itération à effectuer pour optimiser modèle et raccourcir temps de calcul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(ajusté avec ‘</a:t>
                      </a:r>
                      <a:r>
                        <a:rPr kumimoji="0" lang="fr-FR" sz="11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regression.n_iter</a:t>
                      </a:r>
                      <a:r>
                        <a:rPr kumimoji="0" lang="fr-FR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_’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qui donne nombre d’itérations pour atteindre convergence)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random_state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42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contrôle le hasard pour rendre les résultats reproductibles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878" y="1916832"/>
            <a:ext cx="2267546" cy="2327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067933"/>
              </p:ext>
            </p:extLst>
          </p:nvPr>
        </p:nvGraphicFramePr>
        <p:xfrm>
          <a:off x="3491880" y="1988840"/>
          <a:ext cx="2268000" cy="127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Résultats</a:t>
                      </a:r>
                      <a:r>
                        <a:rPr lang="fr-FR" sz="1600" b="0" u="sng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 vrais billets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110 faux billets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Y_test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190 Vrais / 110 Faux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183718"/>
              </p:ext>
            </p:extLst>
          </p:nvPr>
        </p:nvGraphicFramePr>
        <p:xfrm>
          <a:off x="3491880" y="3403064"/>
          <a:ext cx="2268000" cy="213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Scores de performance 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72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Macro_avg</a:t>
                      </a:r>
                      <a:r>
                        <a:rPr kumimoji="0" lang="fr-FR" sz="1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weighted_avg</a:t>
                      </a:r>
                      <a:r>
                        <a:rPr kumimoji="0" lang="fr-FR" sz="1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</a:t>
                      </a:r>
                      <a:endParaRPr kumimoji="0" lang="fr-FR" sz="1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48413"/>
              </p:ext>
            </p:extLst>
          </p:nvPr>
        </p:nvGraphicFramePr>
        <p:xfrm>
          <a:off x="5940152" y="4332704"/>
          <a:ext cx="2664296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32148"/>
                <a:gridCol w="1332148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Matrice de confusion</a:t>
                      </a:r>
                      <a:endParaRPr lang="fr-FR" sz="16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TN = 109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FP = 1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FN = 1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 = 189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D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73433" y="5661248"/>
            <a:ext cx="780515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Symbol"/>
              <a:buChar char="Þ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Modèle robuste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(CV = 0,99)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performant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2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0,99)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Adapté pour identification correcte des faux billets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(max TN + précision)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évitant FP </a:t>
            </a:r>
            <a:r>
              <a:rPr lang="fr-FR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roc_auc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918296"/>
            <a:ext cx="2135857" cy="12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2206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3200" dirty="0" smtClean="0"/>
              <a:t>Modélisation</a:t>
            </a:r>
            <a:endParaRPr lang="fr-F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fr-FR" sz="1800" u="sng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fr-FR" sz="18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Forest</a:t>
            </a:r>
            <a:endParaRPr lang="fr-FR" sz="18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8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888463"/>
              </p:ext>
            </p:extLst>
          </p:nvPr>
        </p:nvGraphicFramePr>
        <p:xfrm>
          <a:off x="683568" y="1988840"/>
          <a:ext cx="2700000" cy="3547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Paramètres réglés 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3200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n_estimators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50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nombre d’arbre à créer et comparer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(score val. croisée max + temps calcul court)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max_depth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‘None’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algorithme décide du nombre de décisions </a:t>
                      </a:r>
                      <a:r>
                        <a:rPr kumimoji="0" lang="fr-FR" sz="105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(profondeur arbre) </a:t>
                      </a:r>
                      <a:endParaRPr kumimoji="0" lang="fr-FR" sz="1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min_samples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_</a:t>
                      </a: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leaf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2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nombre de groupe souhaité après séparation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(décision)</a:t>
                      </a: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class_weight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‘</a:t>
                      </a: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balanced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’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rééquilibre les classes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random_state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42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rend résultats reproductibles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endParaRPr kumimoji="0" lang="fr-F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185645"/>
              </p:ext>
            </p:extLst>
          </p:nvPr>
        </p:nvGraphicFramePr>
        <p:xfrm>
          <a:off x="3491880" y="1988840"/>
          <a:ext cx="2268000" cy="127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Résultats</a:t>
                      </a:r>
                      <a:r>
                        <a:rPr lang="fr-FR" sz="1600" b="0" u="sng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192 vrais billets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108 faux billets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Y_test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190 Vrais / 110 Faux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463564"/>
              </p:ext>
            </p:extLst>
          </p:nvPr>
        </p:nvGraphicFramePr>
        <p:xfrm>
          <a:off x="3491880" y="3403064"/>
          <a:ext cx="2268000" cy="213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Scores de performance 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72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Macro_avg</a:t>
                      </a:r>
                      <a:r>
                        <a:rPr kumimoji="0" lang="fr-FR" sz="1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weighted_avg</a:t>
                      </a:r>
                      <a:r>
                        <a:rPr kumimoji="0" lang="fr-FR" sz="1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</a:t>
                      </a:r>
                      <a:endParaRPr kumimoji="0" lang="fr-FR" sz="1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438503"/>
              </p:ext>
            </p:extLst>
          </p:nvPr>
        </p:nvGraphicFramePr>
        <p:xfrm>
          <a:off x="5940152" y="4332704"/>
          <a:ext cx="2664296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32148"/>
                <a:gridCol w="1332148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Matrice de confusion</a:t>
                      </a:r>
                      <a:endParaRPr lang="fr-FR" sz="16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TN = 108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FP = 2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FN = 0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 = 190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D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73433" y="5661248"/>
            <a:ext cx="7520264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Symbol"/>
              <a:buChar char="Þ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Modèle robuste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(CV = 0,99)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performant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2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0,99)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Adapté pour identification correcte des vrais billets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(max TP + </a:t>
            </a:r>
            <a:r>
              <a:rPr lang="fr-FR" sz="12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évitant FP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2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roc_auc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171" y="1916832"/>
            <a:ext cx="2278253" cy="23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699" y="3907950"/>
            <a:ext cx="1928413" cy="12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65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3200" dirty="0" smtClean="0"/>
              <a:t>Modélisation</a:t>
            </a:r>
            <a:endParaRPr lang="fr-F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fr-FR" sz="18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</a:t>
            </a:r>
            <a:endParaRPr lang="fr-FR" sz="18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9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374309"/>
              </p:ext>
            </p:extLst>
          </p:nvPr>
        </p:nvGraphicFramePr>
        <p:xfrm>
          <a:off x="683568" y="1988840"/>
          <a:ext cx="2700000" cy="354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Paramètres réglés 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3200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n_neighbors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15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nombre de voisins les plus proches </a:t>
                      </a:r>
                      <a:r>
                        <a:rPr kumimoji="0" lang="fr-FR" sz="11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(distance) 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à comparer pour attribuer l’individu à un groupe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 ~  </a:t>
                      </a:r>
                      <a:r>
                        <a:rPr kumimoji="0" lang="fr-F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√ </a:t>
                      </a:r>
                      <a:r>
                        <a:rPr kumimoji="0" lang="fr-F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 groupe de test)</a:t>
                      </a:r>
                      <a:endParaRPr kumimoji="0" lang="fr-FR" sz="11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weights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‘distance’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voisins les plus proches ont plus d’influence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(poids) 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dans choix du groupe à attribuer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algorithm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‘auto’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choisit l’algorithme le plus adapté pour trouver les plus proches voisins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885751"/>
              </p:ext>
            </p:extLst>
          </p:nvPr>
        </p:nvGraphicFramePr>
        <p:xfrm>
          <a:off x="3491880" y="1988840"/>
          <a:ext cx="2268000" cy="127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Résultats</a:t>
                      </a:r>
                      <a:r>
                        <a:rPr lang="fr-FR" sz="1600" b="0" u="sng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194 vrais billets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106 faux billets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Y_test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190 Vrais / 110 Faux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84820"/>
              </p:ext>
            </p:extLst>
          </p:nvPr>
        </p:nvGraphicFramePr>
        <p:xfrm>
          <a:off x="3491880" y="3403064"/>
          <a:ext cx="2268000" cy="213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Scores de performance 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72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Macro_avg</a:t>
                      </a:r>
                      <a:r>
                        <a:rPr kumimoji="0" lang="fr-FR" sz="1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weighted_avg</a:t>
                      </a:r>
                      <a:r>
                        <a:rPr kumimoji="0" lang="fr-FR" sz="1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</a:t>
                      </a:r>
                      <a:endParaRPr kumimoji="0" lang="fr-FR" sz="1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752537"/>
              </p:ext>
            </p:extLst>
          </p:nvPr>
        </p:nvGraphicFramePr>
        <p:xfrm>
          <a:off x="5940152" y="4332704"/>
          <a:ext cx="2664296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32148"/>
                <a:gridCol w="1332148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Matrice de confusion</a:t>
                      </a:r>
                      <a:endParaRPr lang="fr-FR" sz="16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TN = 106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FP = 4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FN = 0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 = 190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D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73433" y="5661248"/>
            <a:ext cx="7590796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Symbol"/>
              <a:buChar char="Þ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Modèle robuste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(CV = 0,99)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performant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2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0,99)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Adapté pour identification correcte des vrais billets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(max TP + </a:t>
            </a:r>
            <a:r>
              <a:rPr lang="fr-FR" sz="12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évitant </a:t>
            </a:r>
            <a:r>
              <a:rPr lang="fr-F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 </a:t>
            </a:r>
            <a:r>
              <a:rPr lang="fr-FR" sz="12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200" i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roc_auc</a:t>
            </a:r>
            <a:r>
              <a:rPr lang="fr-FR" sz="1200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r-F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916832"/>
            <a:ext cx="2253081" cy="23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892438"/>
            <a:ext cx="1692000" cy="1308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358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3200" dirty="0" smtClean="0"/>
              <a:t>Modélisation</a:t>
            </a:r>
            <a:endParaRPr lang="fr-F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fr-FR" sz="18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</a:t>
            </a:r>
            <a:r>
              <a:rPr lang="fr-FR" sz="1800" u="sng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</a:t>
            </a:r>
            <a:endParaRPr lang="fr-FR" sz="18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10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129168"/>
              </p:ext>
            </p:extLst>
          </p:nvPr>
        </p:nvGraphicFramePr>
        <p:xfrm>
          <a:off x="683568" y="1988840"/>
          <a:ext cx="2700000" cy="354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Paramètres réglés 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3200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n_clusters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2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nombre de groupes à séparer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(clusters à créer)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k-</a:t>
                      </a: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means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++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(par défaut)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méthode de placement de départ des </a:t>
                      </a: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centroïdes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(pour éviter mauvais départs)</a:t>
                      </a: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n_init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‘auto’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(par défaut = 300)</a:t>
                      </a: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Nombre d’itérations de l’algorithme avec placements </a:t>
                      </a: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centroïdes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différents 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</a:t>
                      </a:r>
                      <a:r>
                        <a:rPr kumimoji="0" lang="fr-F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(+ grand = algorithme stable)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random_state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42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Char char="Þ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rend résultats reproductibles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endParaRPr kumimoji="0" lang="fr-FR" sz="5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415500"/>
              </p:ext>
            </p:extLst>
          </p:nvPr>
        </p:nvGraphicFramePr>
        <p:xfrm>
          <a:off x="3491880" y="1988840"/>
          <a:ext cx="2268000" cy="127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Résultats</a:t>
                      </a:r>
                      <a:r>
                        <a:rPr lang="fr-FR" sz="1600" b="0" u="sng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188 vrais billets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112 faux billets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Char char="→"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Y_test</a:t>
                      </a:r>
                      <a:r>
                        <a:rPr kumimoji="0" lang="fr-F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190 Vrais / 110 Faux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09255"/>
              </p:ext>
            </p:extLst>
          </p:nvPr>
        </p:nvGraphicFramePr>
        <p:xfrm>
          <a:off x="3491880" y="3403064"/>
          <a:ext cx="2268000" cy="213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</a:tblGrid>
              <a:tr h="339395">
                <a:tc>
                  <a:txBody>
                    <a:bodyPr/>
                    <a:lstStyle/>
                    <a:p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Scores de performance :</a:t>
                      </a:r>
                    </a:p>
                    <a:p>
                      <a:endParaRPr lang="fr-FR" sz="5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72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Montserrat"/>
                        <a:buNone/>
                        <a:tabLst/>
                        <a:defRPr/>
                      </a:pP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Macro_avg</a:t>
                      </a:r>
                      <a:r>
                        <a:rPr kumimoji="0" lang="fr-FR" sz="1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weighted_avg</a:t>
                      </a:r>
                      <a:r>
                        <a:rPr kumimoji="0" lang="fr-FR" sz="1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</a:t>
                      </a:r>
                      <a:r>
                        <a:rPr kumimoji="0" lang="fr-FR" sz="1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accuracy</a:t>
                      </a:r>
                      <a:endParaRPr kumimoji="0" lang="fr-FR" sz="1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86468"/>
              </p:ext>
            </p:extLst>
          </p:nvPr>
        </p:nvGraphicFramePr>
        <p:xfrm>
          <a:off x="5940152" y="4332704"/>
          <a:ext cx="2664296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32148"/>
                <a:gridCol w="1332148"/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fr-FR" sz="1600" b="0" u="sng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Matrice de confusion</a:t>
                      </a:r>
                      <a:endParaRPr lang="fr-FR" sz="16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TN = 109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FP = 1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FN = 3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 = 187</a:t>
                      </a:r>
                      <a:endParaRPr lang="fr-FR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D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73433" y="5661248"/>
            <a:ext cx="7793928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Symbol"/>
              <a:buChar char="Þ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Modèle non robuste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(CV = 0,0016)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mais performant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2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0,99)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Adapté pour identification correcte des faux billets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(max TN + précision)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évitant FP </a:t>
            </a: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2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roc_auc</a:t>
            </a:r>
            <a:r>
              <a:rPr lang="fr-FR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80" y="2022560"/>
            <a:ext cx="3060000" cy="217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3933056"/>
            <a:ext cx="1728000" cy="1299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838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2800" dirty="0" smtClean="0"/>
              <a:t>Choix final</a:t>
            </a:r>
            <a:endParaRPr lang="fr-FR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11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585" y="5025208"/>
            <a:ext cx="6006871" cy="880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222000" y="1732142"/>
            <a:ext cx="2700000" cy="54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none" rtlCol="0" anchor="ctr">
            <a:spAutoFit/>
          </a:bodyPr>
          <a:lstStyle/>
          <a:p>
            <a:pPr marL="285750" indent="-285750" algn="ctr"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Régression Logistique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3754" y="2564904"/>
            <a:ext cx="8341340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identifier un maximum de faux billets (= vrais négatifs, TN) en évitant au maximum les erreurs de classement (= faux positifs, FP) </a:t>
            </a:r>
          </a:p>
          <a:p>
            <a:pPr marL="285750" indent="-285750">
              <a:buFont typeface="Symbol"/>
              <a:buChar char="Þ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modèle </a:t>
            </a:r>
            <a:r>
              <a:rPr lang="fr-FR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robuste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(CV stable + élevé)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</a:t>
            </a:r>
            <a:r>
              <a:rPr lang="fr-FR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performant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4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/précision/</a:t>
            </a:r>
            <a:r>
              <a:rPr lang="fr-FR" sz="14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roc_auc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élevés, max TN, min FP)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fr-FR" sz="14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Reg.logistique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	0.99			           0.99 – 1	                109          1</a:t>
            </a:r>
          </a:p>
          <a:p>
            <a:endPara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Symbol" panose="05050102010706020507" pitchFamily="18" charset="2"/>
              <a:buChar char="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</a:t>
            </a:r>
            <a:r>
              <a:rPr lang="fr-FR" sz="16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retenu car : non supervisé =&gt; peu adapté + non robuste 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(CV = 0.0016)</a:t>
            </a:r>
          </a:p>
          <a:p>
            <a:pPr marL="742950" lvl="1" indent="-285750">
              <a:spcAft>
                <a:spcPts val="600"/>
              </a:spcAft>
              <a:buFont typeface="Symbol" panose="05050102010706020507" pitchFamily="18" charset="2"/>
              <a:buChar char="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 non retenu car : meilleur pour identifié vrais billets 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(TP = 190 + </a:t>
            </a:r>
            <a:r>
              <a:rPr lang="fr-FR" sz="14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1)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+ 4 FP</a:t>
            </a:r>
            <a:endParaRPr lang="fr-FR" sz="1400" b="1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Symbol" panose="05050102010706020507" pitchFamily="18" charset="2"/>
              <a:buChar char=""/>
            </a:pPr>
            <a:r>
              <a:rPr lang="fr-FR" sz="16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Forest non retenu car : meilleur pour identifié vrais billets 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(TP = 190 + </a:t>
            </a:r>
            <a:r>
              <a:rPr lang="fr-FR" sz="1400" i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1)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endParaRPr lang="fr-FR" sz="14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961" b="99020" l="1961" r="97712">
                        <a14:foregroundMark x1="25817" y1="27941" x2="25817" y2="27941"/>
                        <a14:foregroundMark x1="16993" y1="36275" x2="16993" y2="36275"/>
                        <a14:foregroundMark x1="18954" y1="20588" x2="18954" y2="20588"/>
                        <a14:foregroundMark x1="26307" y1="16340" x2="26307" y2="16340"/>
                        <a14:foregroundMark x1="36438" y1="11438" x2="36438" y2="11438"/>
                        <a14:foregroundMark x1="37908" y1="19771" x2="37908" y2="19771"/>
                        <a14:foregroundMark x1="44281" y1="30392" x2="44281" y2="30392"/>
                        <a14:foregroundMark x1="40359" y1="41503" x2="40359" y2="41503"/>
                        <a14:foregroundMark x1="50980" y1="25490" x2="50980" y2="25490"/>
                        <a14:foregroundMark x1="49673" y1="46405" x2="49673" y2="46405"/>
                        <a14:foregroundMark x1="59804" y1="31863" x2="59804" y2="31863"/>
                        <a14:foregroundMark x1="72386" y1="39216" x2="72386" y2="39216"/>
                        <a14:foregroundMark x1="72876" y1="48366" x2="72876" y2="48366"/>
                        <a14:foregroundMark x1="77288" y1="32843" x2="77288" y2="32843"/>
                        <a14:foregroundMark x1="89052" y1="42484" x2="89052" y2="42484"/>
                        <a14:foregroundMark x1="63725" y1="62908" x2="63725" y2="62908"/>
                        <a14:foregroundMark x1="55882" y1="56209" x2="55882" y2="56209"/>
                      </a14:backgroundRemoval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7" y="1484785"/>
            <a:ext cx="836384" cy="83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3" name="Group 22"/>
          <p:cNvGrpSpPr/>
          <p:nvPr/>
        </p:nvGrpSpPr>
        <p:grpSpPr>
          <a:xfrm>
            <a:off x="505762" y="5047677"/>
            <a:ext cx="2122022" cy="830997"/>
            <a:chOff x="433754" y="5395685"/>
            <a:chExt cx="2122022" cy="830997"/>
          </a:xfrm>
        </p:grpSpPr>
        <p:sp>
          <p:nvSpPr>
            <p:cNvPr id="3" name="TextBox 2"/>
            <p:cNvSpPr txBox="1"/>
            <p:nvPr/>
          </p:nvSpPr>
          <p:spPr>
            <a:xfrm>
              <a:off x="433754" y="5395685"/>
              <a:ext cx="1800000" cy="83099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fr-FR" sz="16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Intégration pipeline</a:t>
              </a:r>
            </a:p>
            <a:p>
              <a:pPr algn="ctr"/>
              <a:r>
                <a:rPr lang="fr-FR" sz="1600" dirty="0" smtClean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 entrainement pour script</a:t>
              </a:r>
              <a:endPara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2123850" y="5761384"/>
              <a:ext cx="431926" cy="346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852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93784"/>
            <a:ext cx="8152584" cy="758952"/>
          </a:xfrm>
        </p:spPr>
        <p:txBody>
          <a:bodyPr>
            <a:normAutofit/>
          </a:bodyPr>
          <a:lstStyle/>
          <a:p>
            <a:pPr algn="l"/>
            <a:r>
              <a:rPr lang="fr-FR" sz="2800" dirty="0" smtClean="0"/>
              <a:t>Application</a:t>
            </a:r>
            <a:endParaRPr lang="fr-FR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F521A-33E4-4625-9A4F-A10B028EF195}" type="datetime2">
              <a:rPr lang="fr-FR" smtClean="0"/>
              <a:t>mercredi 6 mai 2026</a:t>
            </a:fld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EC3B-2194-45B3-9EE9-16B87C3D4898}" type="slidenum">
              <a:rPr lang="fr-FR" smtClean="0"/>
              <a:t>12</a:t>
            </a:fld>
            <a:endParaRPr lang="fr-FR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5" t="17838" r="9137" b="25820"/>
          <a:stretch/>
        </p:blipFill>
        <p:spPr bwMode="auto">
          <a:xfrm>
            <a:off x="7452320" y="616744"/>
            <a:ext cx="1322774" cy="363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359050" y="1671555"/>
            <a:ext cx="8460000" cy="4421741"/>
            <a:chOff x="359050" y="1671555"/>
            <a:chExt cx="8460000" cy="4421741"/>
          </a:xfrm>
        </p:grpSpPr>
        <p:grpSp>
          <p:nvGrpSpPr>
            <p:cNvPr id="3" name="Group 2"/>
            <p:cNvGrpSpPr/>
            <p:nvPr/>
          </p:nvGrpSpPr>
          <p:grpSpPr>
            <a:xfrm>
              <a:off x="359050" y="1671555"/>
              <a:ext cx="8460000" cy="4421741"/>
              <a:chOff x="359050" y="1671555"/>
              <a:chExt cx="8460000" cy="4421741"/>
            </a:xfrm>
          </p:grpSpPr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9050" y="1671555"/>
                <a:ext cx="8460000" cy="44217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1" name="Group 10"/>
              <p:cNvGrpSpPr/>
              <p:nvPr/>
            </p:nvGrpSpPr>
            <p:grpSpPr>
              <a:xfrm>
                <a:off x="755576" y="5553264"/>
                <a:ext cx="4412637" cy="468000"/>
                <a:chOff x="5362182" y="2056325"/>
                <a:chExt cx="4412637" cy="468000"/>
              </a:xfrm>
            </p:grpSpPr>
            <p:grpSp>
              <p:nvGrpSpPr>
                <p:cNvPr id="8" name="Group 7"/>
                <p:cNvGrpSpPr/>
                <p:nvPr/>
              </p:nvGrpSpPr>
              <p:grpSpPr>
                <a:xfrm>
                  <a:off x="5362182" y="2056325"/>
                  <a:ext cx="504000" cy="468000"/>
                  <a:chOff x="5362182" y="2056325"/>
                  <a:chExt cx="504000" cy="468000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>
                    <a:off x="5362182" y="2056325"/>
                    <a:ext cx="504000" cy="252000"/>
                  </a:xfrm>
                  <a:prstGeom prst="rect">
                    <a:avLst/>
                  </a:prstGeom>
                  <a:noFill/>
                  <a:ln w="19050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" name="Rectangle 9"/>
                  <p:cNvSpPr/>
                  <p:nvPr/>
                </p:nvSpPr>
                <p:spPr>
                  <a:xfrm>
                    <a:off x="5362182" y="2308325"/>
                    <a:ext cx="504000" cy="216000"/>
                  </a:xfrm>
                  <a:prstGeom prst="rect">
                    <a:avLst/>
                  </a:prstGeom>
                  <a:noFill/>
                  <a:ln w="1905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9" name="TextBox 8"/>
                <p:cNvSpPr txBox="1"/>
                <p:nvPr/>
              </p:nvSpPr>
              <p:spPr>
                <a:xfrm>
                  <a:off x="6930066" y="2122695"/>
                  <a:ext cx="2844753" cy="338554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Symbol"/>
                    <a:buChar char="Þ"/>
                  </a:pPr>
                  <a:r>
                    <a:rPr lang="fr-FR" sz="16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3 </a:t>
                  </a:r>
                  <a:r>
                    <a:rPr lang="fr-FR" sz="1600" dirty="0" smtClean="0">
                      <a:solidFill>
                        <a:srgbClr val="FF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Faux</a:t>
                  </a:r>
                  <a:r>
                    <a:rPr lang="fr-FR" sz="16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billets + 2 </a:t>
                  </a:r>
                  <a:r>
                    <a:rPr lang="fr-FR" sz="1600" dirty="0" smtClean="0">
                      <a:solidFill>
                        <a:srgbClr val="00B05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Vrais</a:t>
                  </a:r>
                  <a:r>
                    <a:rPr lang="fr-FR" sz="16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billets</a:t>
                  </a:r>
                </a:p>
              </p:txBody>
            </p:sp>
          </p:grpSp>
        </p:grp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2120" y="2886536"/>
              <a:ext cx="2927028" cy="2954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923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4400" dirty="0" smtClean="0">
                <a:solidFill>
                  <a:schemeClr val="tx2"/>
                </a:solidFill>
              </a:rPr>
              <a:t>Merci de votre attention</a:t>
            </a:r>
            <a:endParaRPr lang="fr-FR" sz="4400" dirty="0">
              <a:solidFill>
                <a:schemeClr val="tx2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6A6D-DDB9-48A1-8CC1-C565C919958E}" type="datetime2">
              <a:rPr lang="fr-FR" smtClean="0"/>
              <a:t>mercredi 6 mai 2026</a:t>
            </a:fld>
            <a:endParaRPr lang="fr-F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9" t="26626" r="20546" b="29791"/>
          <a:stretch/>
        </p:blipFill>
        <p:spPr bwMode="auto">
          <a:xfrm>
            <a:off x="2843808" y="3096559"/>
            <a:ext cx="3406583" cy="1124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902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915</TotalTime>
  <Words>1328</Words>
  <Application>Microsoft Office PowerPoint</Application>
  <PresentationFormat>On-screen Show (4:3)</PresentationFormat>
  <Paragraphs>280</Paragraphs>
  <Slides>13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Civic</vt:lpstr>
      <vt:lpstr>Application de détection des faux billets</vt:lpstr>
      <vt:lpstr>Contexte</vt:lpstr>
      <vt:lpstr>Méthodologie</vt:lpstr>
      <vt:lpstr>Nettoyage &amp; Analyse exploratoire</vt:lpstr>
      <vt:lpstr>Pré-traitement</vt:lpstr>
      <vt:lpstr>Modélisation</vt:lpstr>
      <vt:lpstr>Modélisation</vt:lpstr>
      <vt:lpstr>Modélisation</vt:lpstr>
      <vt:lpstr>Modélisation</vt:lpstr>
      <vt:lpstr>Modélisation</vt:lpstr>
      <vt:lpstr>Choix final</vt:lpstr>
      <vt:lpstr>Application</vt:lpstr>
      <vt:lpstr>Merci de votre attention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 Inc.</dc:creator>
  <cp:lastModifiedBy>HP Inc.</cp:lastModifiedBy>
  <cp:revision>85</cp:revision>
  <cp:lastPrinted>2026-05-04T09:09:30Z</cp:lastPrinted>
  <dcterms:created xsi:type="dcterms:W3CDTF">2026-05-02T08:30:13Z</dcterms:created>
  <dcterms:modified xsi:type="dcterms:W3CDTF">2026-05-06T07:44:43Z</dcterms:modified>
</cp:coreProperties>
</file>