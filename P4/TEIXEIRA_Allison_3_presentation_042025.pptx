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entury Gothic" panose="020B0502020202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rjfFyYNBG5sNntC35Cbhoqt17C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P Inc." initials="HI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3023" autoAdjust="0"/>
  </p:normalViewPr>
  <p:slideViewPr>
    <p:cSldViewPr>
      <p:cViewPr>
        <p:scale>
          <a:sx n="80" d="100"/>
          <a:sy n="80" d="100"/>
        </p:scale>
        <p:origin x="-1716" y="-6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customschemas.google.com/relationships/presentationmetadata" Target="metadata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D65158-874F-499F-AB4C-BD1B2561C4B3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842DAA77-5104-46FF-868D-8BE16B194842}">
      <dgm:prSet phldrT="[Text]" custT="1"/>
      <dgm:spPr/>
      <dgm:t>
        <a:bodyPr/>
        <a:lstStyle/>
        <a:p>
          <a:r>
            <a:rPr lang="fr-FR" sz="1400" dirty="0" smtClean="0">
              <a:latin typeface="Century Gothic" panose="020B0502020202020204" pitchFamily="34" charset="0"/>
            </a:rPr>
            <a:t>Insécurité alimentaire</a:t>
          </a:r>
          <a:endParaRPr lang="fr-FR" sz="1400" dirty="0">
            <a:latin typeface="Century Gothic" panose="020B0502020202020204" pitchFamily="34" charset="0"/>
          </a:endParaRPr>
        </a:p>
      </dgm:t>
    </dgm:pt>
    <dgm:pt modelId="{1BF90CE0-6746-4BCB-8DD2-B0109F623040}" type="parTrans" cxnId="{84AF505B-41F2-44E7-ABF3-3DCA8AE1A16A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07862618-C43F-495B-96EF-9FD639017977}" type="sibTrans" cxnId="{84AF505B-41F2-44E7-ABF3-3DCA8AE1A16A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5A1E5D56-41C5-4990-81B3-1421EFC34285}">
      <dgm:prSet phldrT="[Text]" custT="1"/>
      <dgm:spPr/>
      <dgm:t>
        <a:bodyPr/>
        <a:lstStyle/>
        <a:p>
          <a:r>
            <a:rPr lang="fr-FR" sz="1400" dirty="0" smtClean="0">
              <a:latin typeface="Century Gothic" panose="020B0502020202020204" pitchFamily="34" charset="0"/>
            </a:rPr>
            <a:t>Disponibilité alimentaire</a:t>
          </a:r>
          <a:endParaRPr lang="fr-FR" sz="1400" dirty="0">
            <a:latin typeface="Century Gothic" panose="020B0502020202020204" pitchFamily="34" charset="0"/>
          </a:endParaRPr>
        </a:p>
      </dgm:t>
    </dgm:pt>
    <dgm:pt modelId="{7117EDDE-F85D-48F2-A21F-DEF5AE56543F}" type="parTrans" cxnId="{65FBD28F-FFEE-4B95-99A7-A4059BDE6063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85C3A7E3-1074-4F9F-A556-41F3787A1A0E}" type="sibTrans" cxnId="{65FBD28F-FFEE-4B95-99A7-A4059BDE6063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6A2F1B8A-29F3-4949-9130-8FCF5C570FFE}">
      <dgm:prSet phldrT="[Text]" custT="1"/>
      <dgm:spPr/>
      <dgm:t>
        <a:bodyPr/>
        <a:lstStyle/>
        <a:p>
          <a:r>
            <a:rPr lang="fr-FR" sz="1400" dirty="0" smtClean="0">
              <a:latin typeface="Century Gothic" panose="020B0502020202020204" pitchFamily="34" charset="0"/>
            </a:rPr>
            <a:t>Aide alimentaire</a:t>
          </a:r>
          <a:endParaRPr lang="fr-FR" sz="1400" dirty="0">
            <a:latin typeface="Century Gothic" panose="020B0502020202020204" pitchFamily="34" charset="0"/>
          </a:endParaRPr>
        </a:p>
      </dgm:t>
    </dgm:pt>
    <dgm:pt modelId="{F51183A9-8034-4764-A9EB-909BEB0BCBA4}" type="parTrans" cxnId="{AE5024D4-ECC2-4A5D-829E-E1FC469CE08F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B9425DC1-2B91-446A-AF65-36BEF9A7482C}" type="sibTrans" cxnId="{AE5024D4-ECC2-4A5D-829E-E1FC469CE08F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FFBCC4C6-F390-4AAF-AD78-8EFE5A6E24AF}">
      <dgm:prSet custT="1"/>
      <dgm:spPr/>
      <dgm:t>
        <a:bodyPr/>
        <a:lstStyle/>
        <a:p>
          <a:r>
            <a:rPr lang="fr-FR" sz="1400" dirty="0" smtClean="0">
              <a:latin typeface="Century Gothic" panose="020B0502020202020204" pitchFamily="34" charset="0"/>
            </a:rPr>
            <a:t>Population</a:t>
          </a:r>
          <a:endParaRPr lang="fr-FR" sz="1400" dirty="0">
            <a:latin typeface="Century Gothic" panose="020B0502020202020204" pitchFamily="34" charset="0"/>
          </a:endParaRPr>
        </a:p>
      </dgm:t>
    </dgm:pt>
    <dgm:pt modelId="{CB619470-25BD-4DF2-B52D-6117D257C9A0}" type="parTrans" cxnId="{1B1FCB46-192A-4130-8756-ABCF5FD065A1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C030F5C0-DF98-440B-AD38-DF5EA1D04040}" type="sibTrans" cxnId="{1B1FCB46-192A-4130-8756-ABCF5FD065A1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6A7FBFDF-CCBC-4F7A-896C-1E9AA1CAB8BE}">
      <dgm:prSet custT="1"/>
      <dgm:spPr/>
      <dgm:t>
        <a:bodyPr/>
        <a:lstStyle/>
        <a:p>
          <a:r>
            <a:rPr lang="fr-FR" sz="1050" dirty="0" smtClean="0">
              <a:latin typeface="Century Gothic" panose="020B0502020202020204" pitchFamily="34" charset="0"/>
            </a:rPr>
            <a:t>Nombre d’habitants de chaque pays par année entre 2013 et 2018</a:t>
          </a:r>
          <a:endParaRPr lang="fr-FR" sz="1050" dirty="0">
            <a:latin typeface="Century Gothic" panose="020B0502020202020204" pitchFamily="34" charset="0"/>
          </a:endParaRPr>
        </a:p>
      </dgm:t>
    </dgm:pt>
    <dgm:pt modelId="{7A4F6F95-2171-41EC-AE7B-832B753CAA80}" type="parTrans" cxnId="{898B8E00-CD2B-4175-B3D6-FD8F64FE9862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C922AD90-4FE7-4A05-B692-0B93576A4E15}" type="sibTrans" cxnId="{898B8E00-CD2B-4175-B3D6-FD8F64FE9862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DF985295-3BB6-47B2-B6AA-75023863A621}">
      <dgm:prSet phldrT="[Text]" custT="1"/>
      <dgm:spPr/>
      <dgm:t>
        <a:bodyPr/>
        <a:lstStyle/>
        <a:p>
          <a:r>
            <a:rPr lang="fr-FR" sz="1050" dirty="0" smtClean="0">
              <a:latin typeface="Century Gothic" panose="020B0502020202020204" pitchFamily="34" charset="0"/>
            </a:rPr>
            <a:t>Données numériques de types entier (</a:t>
          </a:r>
          <a:r>
            <a:rPr lang="fr-FR" sz="1050" dirty="0" err="1" smtClean="0">
              <a:latin typeface="Century Gothic" panose="020B0502020202020204" pitchFamily="34" charset="0"/>
            </a:rPr>
            <a:t>int</a:t>
          </a:r>
          <a:r>
            <a:rPr lang="fr-FR" sz="1050" dirty="0" smtClean="0">
              <a:latin typeface="Century Gothic" panose="020B0502020202020204" pitchFamily="34" charset="0"/>
            </a:rPr>
            <a:t>), sauf « Pays, Produit »</a:t>
          </a:r>
          <a:endParaRPr lang="fr-FR" sz="1050" dirty="0">
            <a:latin typeface="Century Gothic" panose="020B0502020202020204" pitchFamily="34" charset="0"/>
          </a:endParaRPr>
        </a:p>
      </dgm:t>
    </dgm:pt>
    <dgm:pt modelId="{DC754C49-8E67-4410-8739-565A038861E8}" type="parTrans" cxnId="{A085775D-77FB-43A7-BC07-42AB9816F6F4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857DB1CF-9BEE-42D5-B34C-17B0D4BB6511}" type="sibTrans" cxnId="{A085775D-77FB-43A7-BC07-42AB9816F6F4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350FEBFD-C49B-42B5-A5C8-D570ED868067}">
      <dgm:prSet phldrT="[Text]" custT="1"/>
      <dgm:spPr/>
      <dgm:t>
        <a:bodyPr/>
        <a:lstStyle/>
        <a:p>
          <a:r>
            <a:rPr lang="fr-FR" sz="1050" dirty="0" smtClean="0">
              <a:latin typeface="Century Gothic" panose="020B0502020202020204" pitchFamily="34" charset="0"/>
            </a:rPr>
            <a:t>Données numériques de type décimal (</a:t>
          </a:r>
          <a:r>
            <a:rPr lang="fr-FR" sz="1050" dirty="0" err="1" smtClean="0">
              <a:latin typeface="Century Gothic" panose="020B0502020202020204" pitchFamily="34" charset="0"/>
            </a:rPr>
            <a:t>float</a:t>
          </a:r>
          <a:r>
            <a:rPr lang="fr-FR" sz="1050" dirty="0" smtClean="0">
              <a:latin typeface="Century Gothic" panose="020B0502020202020204" pitchFamily="34" charset="0"/>
            </a:rPr>
            <a:t>), sauf « Zone, Produit, Origine »</a:t>
          </a:r>
          <a:endParaRPr lang="fr-FR" sz="1050" dirty="0">
            <a:latin typeface="Century Gothic" panose="020B0502020202020204" pitchFamily="34" charset="0"/>
          </a:endParaRPr>
        </a:p>
      </dgm:t>
    </dgm:pt>
    <dgm:pt modelId="{BA77F384-C9F5-4443-BA94-89FCE41DF2AC}" type="parTrans" cxnId="{A30A181C-A20D-4AE9-AF9F-D113154B9016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C292B98B-D8FF-446E-9E03-41653130086B}" type="sibTrans" cxnId="{A30A181C-A20D-4AE9-AF9F-D113154B9016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A1DD6867-CFEE-4164-81C7-9F080BDD5F39}">
      <dgm:prSet phldrT="[Text]" custT="1"/>
      <dgm:spPr/>
      <dgm:t>
        <a:bodyPr/>
        <a:lstStyle/>
        <a:p>
          <a:r>
            <a:rPr lang="fr-FR" sz="1050" dirty="0" smtClean="0">
              <a:latin typeface="Century Gothic" panose="020B0502020202020204" pitchFamily="34" charset="0"/>
            </a:rPr>
            <a:t>Répartition de ces quantités en fonction de leur moyen d’acquisition (ex : production) et de leur utilisation (ex : alimentation)</a:t>
          </a:r>
          <a:endParaRPr lang="fr-FR" sz="1050" dirty="0">
            <a:latin typeface="Century Gothic" panose="020B0502020202020204" pitchFamily="34" charset="0"/>
          </a:endParaRPr>
        </a:p>
      </dgm:t>
    </dgm:pt>
    <dgm:pt modelId="{83F001F2-7ABA-4500-BAF0-2691880A7D43}" type="parTrans" cxnId="{F546502E-1209-4EA6-A905-422A32D04801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8091596A-BE2E-4108-A43B-72CFFFB70D21}" type="sibTrans" cxnId="{F546502E-1209-4EA6-A905-422A32D04801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AAFAB2FE-05F7-4706-8778-2692E3D105B5}">
      <dgm:prSet phldrT="[Text]" custT="1"/>
      <dgm:spPr/>
      <dgm:t>
        <a:bodyPr/>
        <a:lstStyle/>
        <a:p>
          <a:r>
            <a:rPr lang="fr-FR" sz="1050" dirty="0" smtClean="0">
              <a:latin typeface="Century Gothic" panose="020B0502020202020204" pitchFamily="34" charset="0"/>
            </a:rPr>
            <a:t>Nombre moyen de personnes en sous nutrition comptabilisé dans chaque pays entre 2013 et 2019, par intervalles de 3 ans</a:t>
          </a:r>
          <a:endParaRPr lang="fr-FR" sz="1050" dirty="0">
            <a:latin typeface="Century Gothic" panose="020B0502020202020204" pitchFamily="34" charset="0"/>
          </a:endParaRPr>
        </a:p>
      </dgm:t>
    </dgm:pt>
    <dgm:pt modelId="{B4349FA7-D0E0-4FFF-AA23-EA3DB02674C8}" type="parTrans" cxnId="{1FA14803-3E06-4C20-A8DA-F66F7DF6C1DC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0770B007-F5E7-4FDC-ADB6-90618EA8CD24}" type="sibTrans" cxnId="{1FA14803-3E06-4C20-A8DA-F66F7DF6C1DC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55F28A41-DF7F-496E-A875-595CB3B71AFB}">
      <dgm:prSet phldrT="[Text]" custT="1"/>
      <dgm:spPr/>
      <dgm:t>
        <a:bodyPr/>
        <a:lstStyle/>
        <a:p>
          <a:r>
            <a:rPr lang="fr-FR" sz="1050" dirty="0" smtClean="0">
              <a:latin typeface="Century Gothic" panose="020B0502020202020204" pitchFamily="34" charset="0"/>
            </a:rPr>
            <a:t>Données de type chaines de caractères, mais conversion de la Valeur en donnée numérique de type décimal (</a:t>
          </a:r>
          <a:r>
            <a:rPr lang="fr-FR" sz="1050" dirty="0" err="1" smtClean="0">
              <a:latin typeface="Century Gothic" panose="020B0502020202020204" pitchFamily="34" charset="0"/>
            </a:rPr>
            <a:t>float</a:t>
          </a:r>
          <a:r>
            <a:rPr lang="fr-FR" sz="1050" dirty="0" smtClean="0">
              <a:latin typeface="Century Gothic" panose="020B0502020202020204" pitchFamily="34" charset="0"/>
            </a:rPr>
            <a:t>)</a:t>
          </a:r>
          <a:endParaRPr lang="fr-FR" sz="1050" dirty="0">
            <a:latin typeface="Century Gothic" panose="020B0502020202020204" pitchFamily="34" charset="0"/>
          </a:endParaRPr>
        </a:p>
      </dgm:t>
    </dgm:pt>
    <dgm:pt modelId="{70A48F18-90C2-46CA-A10B-EA38D57648DC}" type="parTrans" cxnId="{76AAD257-1C29-498F-ADF2-00FDBC633498}">
      <dgm:prSet/>
      <dgm:spPr/>
      <dgm:t>
        <a:bodyPr/>
        <a:lstStyle/>
        <a:p>
          <a:endParaRPr lang="fr-FR"/>
        </a:p>
      </dgm:t>
    </dgm:pt>
    <dgm:pt modelId="{2007645C-B99D-4919-BAAA-94DE772BABEB}" type="sibTrans" cxnId="{76AAD257-1C29-498F-ADF2-00FDBC633498}">
      <dgm:prSet/>
      <dgm:spPr/>
      <dgm:t>
        <a:bodyPr/>
        <a:lstStyle/>
        <a:p>
          <a:endParaRPr lang="fr-FR"/>
        </a:p>
      </dgm:t>
    </dgm:pt>
    <dgm:pt modelId="{C9A2A777-D6FA-495A-9DA3-F85787E6BDB2}">
      <dgm:prSet custT="1"/>
      <dgm:spPr/>
      <dgm:t>
        <a:bodyPr/>
        <a:lstStyle/>
        <a:p>
          <a:r>
            <a:rPr lang="fr-FR" sz="1050" dirty="0" smtClean="0">
              <a:latin typeface="Century Gothic" panose="020B0502020202020204" pitchFamily="34" charset="0"/>
            </a:rPr>
            <a:t>Données numériques de type entier (Année, </a:t>
          </a:r>
          <a:r>
            <a:rPr lang="fr-FR" sz="1050" dirty="0" err="1" smtClean="0">
              <a:latin typeface="Century Gothic" panose="020B0502020202020204" pitchFamily="34" charset="0"/>
            </a:rPr>
            <a:t>int</a:t>
          </a:r>
          <a:r>
            <a:rPr lang="fr-FR" sz="1050" dirty="0" smtClean="0">
              <a:latin typeface="Century Gothic" panose="020B0502020202020204" pitchFamily="34" charset="0"/>
            </a:rPr>
            <a:t>) et décimal (Valeur, </a:t>
          </a:r>
          <a:r>
            <a:rPr lang="fr-FR" sz="1050" dirty="0" err="1" smtClean="0">
              <a:latin typeface="Century Gothic" panose="020B0502020202020204" pitchFamily="34" charset="0"/>
            </a:rPr>
            <a:t>float</a:t>
          </a:r>
          <a:r>
            <a:rPr lang="fr-FR" sz="1050" dirty="0" smtClean="0">
              <a:latin typeface="Century Gothic" panose="020B0502020202020204" pitchFamily="34" charset="0"/>
            </a:rPr>
            <a:t>)</a:t>
          </a:r>
          <a:endParaRPr lang="fr-FR" sz="1050" dirty="0">
            <a:latin typeface="Century Gothic" panose="020B0502020202020204" pitchFamily="34" charset="0"/>
          </a:endParaRPr>
        </a:p>
      </dgm:t>
    </dgm:pt>
    <dgm:pt modelId="{B2D1B7B7-272B-475C-9974-A2E102D22E1D}" type="parTrans" cxnId="{77C06BB3-35C4-4385-90E6-E17F9CDA7A17}">
      <dgm:prSet/>
      <dgm:spPr/>
      <dgm:t>
        <a:bodyPr/>
        <a:lstStyle/>
        <a:p>
          <a:endParaRPr lang="fr-FR"/>
        </a:p>
      </dgm:t>
    </dgm:pt>
    <dgm:pt modelId="{0D0452A7-8714-4C13-83A9-799D472BF93A}" type="sibTrans" cxnId="{77C06BB3-35C4-4385-90E6-E17F9CDA7A17}">
      <dgm:prSet/>
      <dgm:spPr/>
      <dgm:t>
        <a:bodyPr/>
        <a:lstStyle/>
        <a:p>
          <a:endParaRPr lang="fr-FR"/>
        </a:p>
      </dgm:t>
    </dgm:pt>
    <dgm:pt modelId="{6D875D8D-EFB9-4E0D-8EF0-95D602900D77}">
      <dgm:prSet phldrT="[Text]" custT="1"/>
      <dgm:spPr/>
      <dgm:t>
        <a:bodyPr/>
        <a:lstStyle/>
        <a:p>
          <a:r>
            <a:rPr lang="fr-FR" sz="1050" dirty="0" smtClean="0">
              <a:latin typeface="Century Gothic" panose="020B0502020202020204" pitchFamily="34" charset="0"/>
            </a:rPr>
            <a:t>Quantités disponibles de chaque ressource (animale ou végétale) dans chaque pays en 2017</a:t>
          </a:r>
          <a:endParaRPr lang="fr-FR" sz="1050" dirty="0">
            <a:latin typeface="Century Gothic" panose="020B0502020202020204" pitchFamily="34" charset="0"/>
          </a:endParaRPr>
        </a:p>
      </dgm:t>
    </dgm:pt>
    <dgm:pt modelId="{60BDB167-29A0-453F-8560-36652DD0C6A3}" type="parTrans" cxnId="{23884FBA-1730-4094-B939-BC635BB6FCAF}">
      <dgm:prSet/>
      <dgm:spPr/>
      <dgm:t>
        <a:bodyPr/>
        <a:lstStyle/>
        <a:p>
          <a:endParaRPr lang="fr-FR"/>
        </a:p>
      </dgm:t>
    </dgm:pt>
    <dgm:pt modelId="{2553A434-8D05-43F5-A55D-74F19DDA65C1}" type="sibTrans" cxnId="{23884FBA-1730-4094-B939-BC635BB6FCAF}">
      <dgm:prSet/>
      <dgm:spPr/>
      <dgm:t>
        <a:bodyPr/>
        <a:lstStyle/>
        <a:p>
          <a:endParaRPr lang="fr-FR"/>
        </a:p>
      </dgm:t>
    </dgm:pt>
    <dgm:pt modelId="{47F496A7-C702-44DB-BC14-B751FAE7FBAB}">
      <dgm:prSet phldrT="[Text]" custT="1"/>
      <dgm:spPr/>
      <dgm:t>
        <a:bodyPr/>
        <a:lstStyle/>
        <a:p>
          <a:r>
            <a:rPr lang="fr-FR" sz="1050" dirty="0" smtClean="0">
              <a:latin typeface="Century Gothic" panose="020B0502020202020204" pitchFamily="34" charset="0"/>
            </a:rPr>
            <a:t>Quantité d’aide alimentaire accordée à chaque pays pour chaque type de ressource disponible, par année entre 2013 et 2016</a:t>
          </a:r>
          <a:endParaRPr lang="fr-FR" sz="1050" dirty="0">
            <a:latin typeface="Century Gothic" panose="020B0502020202020204" pitchFamily="34" charset="0"/>
          </a:endParaRPr>
        </a:p>
      </dgm:t>
    </dgm:pt>
    <dgm:pt modelId="{117BE6B5-7364-4885-B86B-AFE3B61B888A}" type="parTrans" cxnId="{711270A6-9B9D-4856-ACBE-C60B1C76BA89}">
      <dgm:prSet/>
      <dgm:spPr/>
      <dgm:t>
        <a:bodyPr/>
        <a:lstStyle/>
        <a:p>
          <a:endParaRPr lang="fr-FR"/>
        </a:p>
      </dgm:t>
    </dgm:pt>
    <dgm:pt modelId="{356F508B-8E49-4675-9A7A-0BCCD1274F47}" type="sibTrans" cxnId="{711270A6-9B9D-4856-ACBE-C60B1C76BA89}">
      <dgm:prSet/>
      <dgm:spPr/>
      <dgm:t>
        <a:bodyPr/>
        <a:lstStyle/>
        <a:p>
          <a:endParaRPr lang="fr-FR"/>
        </a:p>
      </dgm:t>
    </dgm:pt>
    <dgm:pt modelId="{1A44FF70-BAB4-4B17-9255-282DB571E44C}">
      <dgm:prSet custT="1"/>
      <dgm:spPr/>
      <dgm:t>
        <a:bodyPr/>
        <a:lstStyle/>
        <a:p>
          <a:r>
            <a:rPr lang="fr-FR" sz="1050" dirty="0" smtClean="0">
              <a:latin typeface="Century Gothic" panose="020B0502020202020204" pitchFamily="34" charset="0"/>
            </a:rPr>
            <a:t>Zone = chaine de caractères</a:t>
          </a:r>
          <a:endParaRPr lang="fr-FR" sz="1050" dirty="0">
            <a:latin typeface="Century Gothic" panose="020B0502020202020204" pitchFamily="34" charset="0"/>
          </a:endParaRPr>
        </a:p>
      </dgm:t>
    </dgm:pt>
    <dgm:pt modelId="{A566ECD4-A3F3-407C-9EBF-140569307799}" type="parTrans" cxnId="{CEE72E52-4CF0-4702-9123-329F8242C001}">
      <dgm:prSet/>
      <dgm:spPr/>
      <dgm:t>
        <a:bodyPr/>
        <a:lstStyle/>
        <a:p>
          <a:endParaRPr lang="fr-FR"/>
        </a:p>
      </dgm:t>
    </dgm:pt>
    <dgm:pt modelId="{664EEE2A-7FDA-46D6-9C02-C26A2397B556}" type="sibTrans" cxnId="{CEE72E52-4CF0-4702-9123-329F8242C001}">
      <dgm:prSet/>
      <dgm:spPr/>
      <dgm:t>
        <a:bodyPr/>
        <a:lstStyle/>
        <a:p>
          <a:endParaRPr lang="fr-FR"/>
        </a:p>
      </dgm:t>
    </dgm:pt>
    <dgm:pt modelId="{8D87A4F0-819E-494D-8807-CD8ECE6C1C73}" type="pres">
      <dgm:prSet presAssocID="{AED65158-874F-499F-AB4C-BD1B2561C4B3}" presName="diagram" presStyleCnt="0">
        <dgm:presLayoutVars>
          <dgm:dir/>
          <dgm:animLvl val="lvl"/>
          <dgm:resizeHandles val="exact"/>
        </dgm:presLayoutVars>
      </dgm:prSet>
      <dgm:spPr/>
    </dgm:pt>
    <dgm:pt modelId="{0F56FE33-FC1F-45D7-B9E6-06C26A8DEF8D}" type="pres">
      <dgm:prSet presAssocID="{842DAA77-5104-46FF-868D-8BE16B194842}" presName="compNode" presStyleCnt="0"/>
      <dgm:spPr/>
    </dgm:pt>
    <dgm:pt modelId="{AC0CCA6F-BC50-471A-B813-04178398DBCD}" type="pres">
      <dgm:prSet presAssocID="{842DAA77-5104-46FF-868D-8BE16B194842}" presName="childRect" presStyleLbl="bgAcc1" presStyleIdx="0" presStyleCnt="4" custScaleX="12681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28D22D2-FBA8-4CA1-8D68-9A55D7FB7A36}" type="pres">
      <dgm:prSet presAssocID="{842DAA77-5104-46FF-868D-8BE16B194842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985E92A-DA76-442A-AAE0-42AABE091DA0}" type="pres">
      <dgm:prSet presAssocID="{842DAA77-5104-46FF-868D-8BE16B194842}" presName="parentRect" presStyleLbl="alignNode1" presStyleIdx="0" presStyleCnt="4" custScaleX="126816" custScaleY="78950" custLinFactNeighborY="-11703"/>
      <dgm:spPr/>
      <dgm:t>
        <a:bodyPr/>
        <a:lstStyle/>
        <a:p>
          <a:endParaRPr lang="fr-FR"/>
        </a:p>
      </dgm:t>
    </dgm:pt>
    <dgm:pt modelId="{41FF700D-7006-43CC-9F49-AC7906497672}" type="pres">
      <dgm:prSet presAssocID="{842DAA77-5104-46FF-868D-8BE16B194842}" presName="adorn" presStyleLbl="fgAccFollowNode1" presStyleIdx="0" presStyleCnt="4" custScaleX="91713" custScaleY="91713" custLinFactNeighborX="32850" custLinFactNeighborY="-9240"/>
      <dgm:spPr>
        <a:solidFill>
          <a:schemeClr val="accent1">
            <a:lumMod val="20000"/>
            <a:lumOff val="80000"/>
            <a:alpha val="90000"/>
          </a:schemeClr>
        </a:solidFill>
      </dgm:spPr>
    </dgm:pt>
    <dgm:pt modelId="{7FB31711-AA30-47E5-AC70-204EC7A2B460}" type="pres">
      <dgm:prSet presAssocID="{07862618-C43F-495B-96EF-9FD639017977}" presName="sibTrans" presStyleLbl="sibTrans2D1" presStyleIdx="0" presStyleCnt="0"/>
      <dgm:spPr/>
      <dgm:t>
        <a:bodyPr/>
        <a:lstStyle/>
        <a:p>
          <a:endParaRPr lang="fr-FR"/>
        </a:p>
      </dgm:t>
    </dgm:pt>
    <dgm:pt modelId="{0AD6CB3D-6B64-465D-B7FC-8512419C10E8}" type="pres">
      <dgm:prSet presAssocID="{5A1E5D56-41C5-4990-81B3-1421EFC34285}" presName="compNode" presStyleCnt="0"/>
      <dgm:spPr/>
    </dgm:pt>
    <dgm:pt modelId="{70A089A2-E902-44BD-BE89-0661B8BBAFB4}" type="pres">
      <dgm:prSet presAssocID="{5A1E5D56-41C5-4990-81B3-1421EFC34285}" presName="childRect" presStyleLbl="bgAcc1" presStyleIdx="1" presStyleCnt="4" custScaleX="126816" custLinFactNeighborX="1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D48CC47-DEFA-49AE-AEC5-74C5A719C051}" type="pres">
      <dgm:prSet presAssocID="{5A1E5D56-41C5-4990-81B3-1421EFC34285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0537F75-E64F-4638-9464-59A1954D950C}" type="pres">
      <dgm:prSet presAssocID="{5A1E5D56-41C5-4990-81B3-1421EFC34285}" presName="parentRect" presStyleLbl="alignNode1" presStyleIdx="1" presStyleCnt="4" custScaleX="126816" custScaleY="78950" custLinFactNeighborX="144" custLinFactNeighborY="-11703"/>
      <dgm:spPr/>
      <dgm:t>
        <a:bodyPr/>
        <a:lstStyle/>
        <a:p>
          <a:endParaRPr lang="fr-FR"/>
        </a:p>
      </dgm:t>
    </dgm:pt>
    <dgm:pt modelId="{F1793730-DAE2-4FBC-9E0A-BFB70C0E16B2}" type="pres">
      <dgm:prSet presAssocID="{5A1E5D56-41C5-4990-81B3-1421EFC34285}" presName="adorn" presStyleLbl="fgAccFollowNode1" presStyleIdx="1" presStyleCnt="4" custScaleX="91713" custScaleY="91713" custLinFactNeighborX="31948" custLinFactNeighborY="-9240"/>
      <dgm:spPr>
        <a:solidFill>
          <a:schemeClr val="accent1">
            <a:lumMod val="20000"/>
            <a:lumOff val="80000"/>
            <a:alpha val="90000"/>
          </a:schemeClr>
        </a:solidFill>
      </dgm:spPr>
    </dgm:pt>
    <dgm:pt modelId="{DF162795-120C-46C7-9249-608EDDF95236}" type="pres">
      <dgm:prSet presAssocID="{85C3A7E3-1074-4F9F-A556-41F3787A1A0E}" presName="sibTrans" presStyleLbl="sibTrans2D1" presStyleIdx="0" presStyleCnt="0"/>
      <dgm:spPr/>
      <dgm:t>
        <a:bodyPr/>
        <a:lstStyle/>
        <a:p>
          <a:endParaRPr lang="fr-FR"/>
        </a:p>
      </dgm:t>
    </dgm:pt>
    <dgm:pt modelId="{A200E2AF-5E2F-4BED-9C09-8FF11624CE55}" type="pres">
      <dgm:prSet presAssocID="{6A2F1B8A-29F3-4949-9130-8FCF5C570FFE}" presName="compNode" presStyleCnt="0"/>
      <dgm:spPr/>
    </dgm:pt>
    <dgm:pt modelId="{6A2E68A5-9CBF-491D-A145-5AD1B894C7A9}" type="pres">
      <dgm:prSet presAssocID="{6A2F1B8A-29F3-4949-9130-8FCF5C570FFE}" presName="childRect" presStyleLbl="bgAcc1" presStyleIdx="2" presStyleCnt="4" custScaleX="12681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948614B-117F-4B6C-98E4-38C972B850ED}" type="pres">
      <dgm:prSet presAssocID="{6A2F1B8A-29F3-4949-9130-8FCF5C570FFE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9DF4CEC-E20B-4EE8-B47D-C00DDABD8490}" type="pres">
      <dgm:prSet presAssocID="{6A2F1B8A-29F3-4949-9130-8FCF5C570FFE}" presName="parentRect" presStyleLbl="alignNode1" presStyleIdx="2" presStyleCnt="4" custScaleX="126816" custScaleY="78950" custLinFactNeighborY="-11703"/>
      <dgm:spPr/>
      <dgm:t>
        <a:bodyPr/>
        <a:lstStyle/>
        <a:p>
          <a:endParaRPr lang="fr-FR"/>
        </a:p>
      </dgm:t>
    </dgm:pt>
    <dgm:pt modelId="{B39A62A3-5936-43A2-9271-C5381F3114FB}" type="pres">
      <dgm:prSet presAssocID="{6A2F1B8A-29F3-4949-9130-8FCF5C570FFE}" presName="adorn" presStyleLbl="fgAccFollowNode1" presStyleIdx="2" presStyleCnt="4" custScaleX="91713" custScaleY="91713" custLinFactNeighborX="31046" custLinFactNeighborY="-9240"/>
      <dgm:spPr>
        <a:solidFill>
          <a:schemeClr val="accent1">
            <a:lumMod val="20000"/>
            <a:lumOff val="80000"/>
            <a:alpha val="90000"/>
          </a:schemeClr>
        </a:solidFill>
      </dgm:spPr>
    </dgm:pt>
    <dgm:pt modelId="{0ACD9ED0-DCEF-4035-918B-13D2455630F5}" type="pres">
      <dgm:prSet presAssocID="{B9425DC1-2B91-446A-AF65-36BEF9A7482C}" presName="sibTrans" presStyleLbl="sibTrans2D1" presStyleIdx="0" presStyleCnt="0"/>
      <dgm:spPr/>
      <dgm:t>
        <a:bodyPr/>
        <a:lstStyle/>
        <a:p>
          <a:endParaRPr lang="fr-FR"/>
        </a:p>
      </dgm:t>
    </dgm:pt>
    <dgm:pt modelId="{808FD71D-24A6-4FBE-A7F8-D48585235AD0}" type="pres">
      <dgm:prSet presAssocID="{FFBCC4C6-F390-4AAF-AD78-8EFE5A6E24AF}" presName="compNode" presStyleCnt="0"/>
      <dgm:spPr/>
    </dgm:pt>
    <dgm:pt modelId="{DB0F17B5-C4A9-4E3C-B2E9-6D55D610B8B8}" type="pres">
      <dgm:prSet presAssocID="{FFBCC4C6-F390-4AAF-AD78-8EFE5A6E24AF}" presName="childRect" presStyleLbl="bgAcc1" presStyleIdx="3" presStyleCnt="4" custScaleX="12681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9106A84-D021-40F1-A719-9326B6CD784C}" type="pres">
      <dgm:prSet presAssocID="{FFBCC4C6-F390-4AAF-AD78-8EFE5A6E24AF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DB7C8BD-ABC7-4434-88B4-959135B03719}" type="pres">
      <dgm:prSet presAssocID="{FFBCC4C6-F390-4AAF-AD78-8EFE5A6E24AF}" presName="parentRect" presStyleLbl="alignNode1" presStyleIdx="3" presStyleCnt="4" custScaleX="126816" custScaleY="78950" custLinFactNeighborY="-11703"/>
      <dgm:spPr/>
      <dgm:t>
        <a:bodyPr/>
        <a:lstStyle/>
        <a:p>
          <a:endParaRPr lang="fr-FR"/>
        </a:p>
      </dgm:t>
    </dgm:pt>
    <dgm:pt modelId="{D38EE9F6-4314-43A1-97BD-D68DF78DEBDF}" type="pres">
      <dgm:prSet presAssocID="{FFBCC4C6-F390-4AAF-AD78-8EFE5A6E24AF}" presName="adorn" presStyleLbl="fgAccFollowNode1" presStyleIdx="3" presStyleCnt="4" custScaleX="90603" custScaleY="90603" custLinFactNeighborX="25433" custLinFactNeighborY="-8963"/>
      <dgm:spPr>
        <a:solidFill>
          <a:schemeClr val="accent1">
            <a:lumMod val="20000"/>
            <a:lumOff val="80000"/>
            <a:alpha val="90000"/>
          </a:schemeClr>
        </a:solidFill>
      </dgm:spPr>
    </dgm:pt>
  </dgm:ptLst>
  <dgm:cxnLst>
    <dgm:cxn modelId="{6EA15775-EB8B-4774-B828-AE6251C4FE52}" type="presOf" srcId="{C9A2A777-D6FA-495A-9DA3-F85787E6BDB2}" destId="{DB0F17B5-C4A9-4E3C-B2E9-6D55D610B8B8}" srcOrd="0" destOrd="0" presId="urn:microsoft.com/office/officeart/2005/8/layout/bList2"/>
    <dgm:cxn modelId="{CEE72E52-4CF0-4702-9123-329F8242C001}" srcId="{FFBCC4C6-F390-4AAF-AD78-8EFE5A6E24AF}" destId="{1A44FF70-BAB4-4B17-9255-282DB571E44C}" srcOrd="1" destOrd="0" parTransId="{A566ECD4-A3F3-407C-9EBF-140569307799}" sibTransId="{664EEE2A-7FDA-46D6-9C02-C26A2397B556}"/>
    <dgm:cxn modelId="{B650C5C1-C232-4BEE-A7CD-1A5E955CA65F}" type="presOf" srcId="{5A1E5D56-41C5-4990-81B3-1421EFC34285}" destId="{50537F75-E64F-4638-9464-59A1954D950C}" srcOrd="1" destOrd="0" presId="urn:microsoft.com/office/officeart/2005/8/layout/bList2"/>
    <dgm:cxn modelId="{3D7A2DD0-3B9E-43AA-AC50-746237C84C8D}" type="presOf" srcId="{1A44FF70-BAB4-4B17-9255-282DB571E44C}" destId="{DB0F17B5-C4A9-4E3C-B2E9-6D55D610B8B8}" srcOrd="0" destOrd="1" presId="urn:microsoft.com/office/officeart/2005/8/layout/bList2"/>
    <dgm:cxn modelId="{F546502E-1209-4EA6-A905-422A32D04801}" srcId="{5A1E5D56-41C5-4990-81B3-1421EFC34285}" destId="{A1DD6867-CFEE-4164-81C7-9F080BDD5F39}" srcOrd="2" destOrd="0" parTransId="{83F001F2-7ABA-4500-BAF0-2691880A7D43}" sibTransId="{8091596A-BE2E-4108-A43B-72CFFFB70D21}"/>
    <dgm:cxn modelId="{676B9E83-14B2-43E8-B991-5AF72D40A1F5}" type="presOf" srcId="{DF985295-3BB6-47B2-B6AA-75023863A621}" destId="{6A2E68A5-9CBF-491D-A145-5AD1B894C7A9}" srcOrd="0" destOrd="0" presId="urn:microsoft.com/office/officeart/2005/8/layout/bList2"/>
    <dgm:cxn modelId="{A2181551-AC30-432D-B5DC-6AFBBFB31E4E}" type="presOf" srcId="{85C3A7E3-1074-4F9F-A556-41F3787A1A0E}" destId="{DF162795-120C-46C7-9249-608EDDF95236}" srcOrd="0" destOrd="0" presId="urn:microsoft.com/office/officeart/2005/8/layout/bList2"/>
    <dgm:cxn modelId="{711270A6-9B9D-4856-ACBE-C60B1C76BA89}" srcId="{6A2F1B8A-29F3-4949-9130-8FCF5C570FFE}" destId="{47F496A7-C702-44DB-BC14-B751FAE7FBAB}" srcOrd="1" destOrd="0" parTransId="{117BE6B5-7364-4885-B86B-AFE3B61B888A}" sibTransId="{356F508B-8E49-4675-9A7A-0BCCD1274F47}"/>
    <dgm:cxn modelId="{091CE61E-2B99-453A-A997-ABB66D986953}" type="presOf" srcId="{350FEBFD-C49B-42B5-A5C8-D570ED868067}" destId="{70A089A2-E902-44BD-BE89-0661B8BBAFB4}" srcOrd="0" destOrd="0" presId="urn:microsoft.com/office/officeart/2005/8/layout/bList2"/>
    <dgm:cxn modelId="{1B1FCB46-192A-4130-8756-ABCF5FD065A1}" srcId="{AED65158-874F-499F-AB4C-BD1B2561C4B3}" destId="{FFBCC4C6-F390-4AAF-AD78-8EFE5A6E24AF}" srcOrd="3" destOrd="0" parTransId="{CB619470-25BD-4DF2-B52D-6117D257C9A0}" sibTransId="{C030F5C0-DF98-440B-AD38-DF5EA1D04040}"/>
    <dgm:cxn modelId="{65FBD28F-FFEE-4B95-99A7-A4059BDE6063}" srcId="{AED65158-874F-499F-AB4C-BD1B2561C4B3}" destId="{5A1E5D56-41C5-4990-81B3-1421EFC34285}" srcOrd="1" destOrd="0" parTransId="{7117EDDE-F85D-48F2-A21F-DEF5AE56543F}" sibTransId="{85C3A7E3-1074-4F9F-A556-41F3787A1A0E}"/>
    <dgm:cxn modelId="{AE5024D4-ECC2-4A5D-829E-E1FC469CE08F}" srcId="{AED65158-874F-499F-AB4C-BD1B2561C4B3}" destId="{6A2F1B8A-29F3-4949-9130-8FCF5C570FFE}" srcOrd="2" destOrd="0" parTransId="{F51183A9-8034-4764-A9EB-909BEB0BCBA4}" sibTransId="{B9425DC1-2B91-446A-AF65-36BEF9A7482C}"/>
    <dgm:cxn modelId="{B7A880ED-716C-4C2C-92C4-ED649029BB2B}" type="presOf" srcId="{6A2F1B8A-29F3-4949-9130-8FCF5C570FFE}" destId="{B9DF4CEC-E20B-4EE8-B47D-C00DDABD8490}" srcOrd="1" destOrd="0" presId="urn:microsoft.com/office/officeart/2005/8/layout/bList2"/>
    <dgm:cxn modelId="{8EE605C0-03E6-4C50-8B75-B94841E8BABD}" type="presOf" srcId="{6D875D8D-EFB9-4E0D-8EF0-95D602900D77}" destId="{70A089A2-E902-44BD-BE89-0661B8BBAFB4}" srcOrd="0" destOrd="1" presId="urn:microsoft.com/office/officeart/2005/8/layout/bList2"/>
    <dgm:cxn modelId="{6A02505F-65B6-42D7-9086-AB5074D8460C}" type="presOf" srcId="{47F496A7-C702-44DB-BC14-B751FAE7FBAB}" destId="{6A2E68A5-9CBF-491D-A145-5AD1B894C7A9}" srcOrd="0" destOrd="1" presId="urn:microsoft.com/office/officeart/2005/8/layout/bList2"/>
    <dgm:cxn modelId="{4ECBD4C7-0D97-4748-9196-2DAC1F97DAF5}" type="presOf" srcId="{FFBCC4C6-F390-4AAF-AD78-8EFE5A6E24AF}" destId="{4DB7C8BD-ABC7-4434-88B4-959135B03719}" srcOrd="1" destOrd="0" presId="urn:microsoft.com/office/officeart/2005/8/layout/bList2"/>
    <dgm:cxn modelId="{A30A181C-A20D-4AE9-AF9F-D113154B9016}" srcId="{5A1E5D56-41C5-4990-81B3-1421EFC34285}" destId="{350FEBFD-C49B-42B5-A5C8-D570ED868067}" srcOrd="0" destOrd="0" parTransId="{BA77F384-C9F5-4443-BA94-89FCE41DF2AC}" sibTransId="{C292B98B-D8FF-446E-9E03-41653130086B}"/>
    <dgm:cxn modelId="{2A859328-8221-4547-BBAE-7577430F5120}" type="presOf" srcId="{842DAA77-5104-46FF-868D-8BE16B194842}" destId="{228D22D2-FBA8-4CA1-8D68-9A55D7FB7A36}" srcOrd="0" destOrd="0" presId="urn:microsoft.com/office/officeart/2005/8/layout/bList2"/>
    <dgm:cxn modelId="{77C06BB3-35C4-4385-90E6-E17F9CDA7A17}" srcId="{FFBCC4C6-F390-4AAF-AD78-8EFE5A6E24AF}" destId="{C9A2A777-D6FA-495A-9DA3-F85787E6BDB2}" srcOrd="0" destOrd="0" parTransId="{B2D1B7B7-272B-475C-9974-A2E102D22E1D}" sibTransId="{0D0452A7-8714-4C13-83A9-799D472BF93A}"/>
    <dgm:cxn modelId="{1D458C15-4E17-454D-9A30-82533321075D}" type="presOf" srcId="{6A7FBFDF-CCBC-4F7A-896C-1E9AA1CAB8BE}" destId="{DB0F17B5-C4A9-4E3C-B2E9-6D55D610B8B8}" srcOrd="0" destOrd="2" presId="urn:microsoft.com/office/officeart/2005/8/layout/bList2"/>
    <dgm:cxn modelId="{11DF4D7C-6A71-480E-B32C-EE6F7BB35314}" type="presOf" srcId="{FFBCC4C6-F390-4AAF-AD78-8EFE5A6E24AF}" destId="{89106A84-D021-40F1-A719-9326B6CD784C}" srcOrd="0" destOrd="0" presId="urn:microsoft.com/office/officeart/2005/8/layout/bList2"/>
    <dgm:cxn modelId="{A085775D-77FB-43A7-BC07-42AB9816F6F4}" srcId="{6A2F1B8A-29F3-4949-9130-8FCF5C570FFE}" destId="{DF985295-3BB6-47B2-B6AA-75023863A621}" srcOrd="0" destOrd="0" parTransId="{DC754C49-8E67-4410-8739-565A038861E8}" sibTransId="{857DB1CF-9BEE-42D5-B34C-17B0D4BB6511}"/>
    <dgm:cxn modelId="{CC0E56AC-F2D4-4D79-9D36-4562C4226578}" type="presOf" srcId="{07862618-C43F-495B-96EF-9FD639017977}" destId="{7FB31711-AA30-47E5-AC70-204EC7A2B460}" srcOrd="0" destOrd="0" presId="urn:microsoft.com/office/officeart/2005/8/layout/bList2"/>
    <dgm:cxn modelId="{1FA14803-3E06-4C20-A8DA-F66F7DF6C1DC}" srcId="{842DAA77-5104-46FF-868D-8BE16B194842}" destId="{AAFAB2FE-05F7-4706-8778-2692E3D105B5}" srcOrd="1" destOrd="0" parTransId="{B4349FA7-D0E0-4FFF-AA23-EA3DB02674C8}" sibTransId="{0770B007-F5E7-4FDC-ADB6-90618EA8CD24}"/>
    <dgm:cxn modelId="{898B8E00-CD2B-4175-B3D6-FD8F64FE9862}" srcId="{FFBCC4C6-F390-4AAF-AD78-8EFE5A6E24AF}" destId="{6A7FBFDF-CCBC-4F7A-896C-1E9AA1CAB8BE}" srcOrd="2" destOrd="0" parTransId="{7A4F6F95-2171-41EC-AE7B-832B753CAA80}" sibTransId="{C922AD90-4FE7-4A05-B692-0B93576A4E15}"/>
    <dgm:cxn modelId="{BAE73E26-6FC6-40FC-8C8B-76E84089A3F4}" type="presOf" srcId="{842DAA77-5104-46FF-868D-8BE16B194842}" destId="{9985E92A-DA76-442A-AAE0-42AABE091DA0}" srcOrd="1" destOrd="0" presId="urn:microsoft.com/office/officeart/2005/8/layout/bList2"/>
    <dgm:cxn modelId="{23884FBA-1730-4094-B939-BC635BB6FCAF}" srcId="{5A1E5D56-41C5-4990-81B3-1421EFC34285}" destId="{6D875D8D-EFB9-4E0D-8EF0-95D602900D77}" srcOrd="1" destOrd="0" parTransId="{60BDB167-29A0-453F-8560-36652DD0C6A3}" sibTransId="{2553A434-8D05-43F5-A55D-74F19DDA65C1}"/>
    <dgm:cxn modelId="{F937B6CC-2998-44DA-B4E2-F9FE44F9775A}" type="presOf" srcId="{AAFAB2FE-05F7-4706-8778-2692E3D105B5}" destId="{AC0CCA6F-BC50-471A-B813-04178398DBCD}" srcOrd="0" destOrd="1" presId="urn:microsoft.com/office/officeart/2005/8/layout/bList2"/>
    <dgm:cxn modelId="{9BB8D8BD-5DEB-4FC6-8809-A342A81E033D}" type="presOf" srcId="{6A2F1B8A-29F3-4949-9130-8FCF5C570FFE}" destId="{2948614B-117F-4B6C-98E4-38C972B850ED}" srcOrd="0" destOrd="0" presId="urn:microsoft.com/office/officeart/2005/8/layout/bList2"/>
    <dgm:cxn modelId="{1E7F0090-FDD1-450B-ACB6-BE728E44B28C}" type="presOf" srcId="{5A1E5D56-41C5-4990-81B3-1421EFC34285}" destId="{AD48CC47-DEFA-49AE-AEC5-74C5A719C051}" srcOrd="0" destOrd="0" presId="urn:microsoft.com/office/officeart/2005/8/layout/bList2"/>
    <dgm:cxn modelId="{FB3D02DB-A925-430E-AF18-087941008A00}" type="presOf" srcId="{AED65158-874F-499F-AB4C-BD1B2561C4B3}" destId="{8D87A4F0-819E-494D-8807-CD8ECE6C1C73}" srcOrd="0" destOrd="0" presId="urn:microsoft.com/office/officeart/2005/8/layout/bList2"/>
    <dgm:cxn modelId="{85AE5903-76F0-4D98-9FC8-E02D716FDE0C}" type="presOf" srcId="{A1DD6867-CFEE-4164-81C7-9F080BDD5F39}" destId="{70A089A2-E902-44BD-BE89-0661B8BBAFB4}" srcOrd="0" destOrd="2" presId="urn:microsoft.com/office/officeart/2005/8/layout/bList2"/>
    <dgm:cxn modelId="{84AF505B-41F2-44E7-ABF3-3DCA8AE1A16A}" srcId="{AED65158-874F-499F-AB4C-BD1B2561C4B3}" destId="{842DAA77-5104-46FF-868D-8BE16B194842}" srcOrd="0" destOrd="0" parTransId="{1BF90CE0-6746-4BCB-8DD2-B0109F623040}" sibTransId="{07862618-C43F-495B-96EF-9FD639017977}"/>
    <dgm:cxn modelId="{AC798463-664F-4722-AAB5-E1EE39F11DB5}" type="presOf" srcId="{55F28A41-DF7F-496E-A875-595CB3B71AFB}" destId="{AC0CCA6F-BC50-471A-B813-04178398DBCD}" srcOrd="0" destOrd="0" presId="urn:microsoft.com/office/officeart/2005/8/layout/bList2"/>
    <dgm:cxn modelId="{76AAD257-1C29-498F-ADF2-00FDBC633498}" srcId="{842DAA77-5104-46FF-868D-8BE16B194842}" destId="{55F28A41-DF7F-496E-A875-595CB3B71AFB}" srcOrd="0" destOrd="0" parTransId="{70A48F18-90C2-46CA-A10B-EA38D57648DC}" sibTransId="{2007645C-B99D-4919-BAAA-94DE772BABEB}"/>
    <dgm:cxn modelId="{D4A316FF-4E05-401A-8975-03729914AA35}" type="presOf" srcId="{B9425DC1-2B91-446A-AF65-36BEF9A7482C}" destId="{0ACD9ED0-DCEF-4035-918B-13D2455630F5}" srcOrd="0" destOrd="0" presId="urn:microsoft.com/office/officeart/2005/8/layout/bList2"/>
    <dgm:cxn modelId="{CEDEBEB9-F20B-4B44-930D-A30803CCBCCC}" type="presParOf" srcId="{8D87A4F0-819E-494D-8807-CD8ECE6C1C73}" destId="{0F56FE33-FC1F-45D7-B9E6-06C26A8DEF8D}" srcOrd="0" destOrd="0" presId="urn:microsoft.com/office/officeart/2005/8/layout/bList2"/>
    <dgm:cxn modelId="{F8842DD0-5EBC-4F1F-8919-628BD3C8D880}" type="presParOf" srcId="{0F56FE33-FC1F-45D7-B9E6-06C26A8DEF8D}" destId="{AC0CCA6F-BC50-471A-B813-04178398DBCD}" srcOrd="0" destOrd="0" presId="urn:microsoft.com/office/officeart/2005/8/layout/bList2"/>
    <dgm:cxn modelId="{AB66BEDD-B2ED-4440-A288-A1867B50F2F4}" type="presParOf" srcId="{0F56FE33-FC1F-45D7-B9E6-06C26A8DEF8D}" destId="{228D22D2-FBA8-4CA1-8D68-9A55D7FB7A36}" srcOrd="1" destOrd="0" presId="urn:microsoft.com/office/officeart/2005/8/layout/bList2"/>
    <dgm:cxn modelId="{B722E8C8-777F-46B4-B997-5FE19475C1AC}" type="presParOf" srcId="{0F56FE33-FC1F-45D7-B9E6-06C26A8DEF8D}" destId="{9985E92A-DA76-442A-AAE0-42AABE091DA0}" srcOrd="2" destOrd="0" presId="urn:microsoft.com/office/officeart/2005/8/layout/bList2"/>
    <dgm:cxn modelId="{26ACA52A-C2E5-4978-86D5-57A039979383}" type="presParOf" srcId="{0F56FE33-FC1F-45D7-B9E6-06C26A8DEF8D}" destId="{41FF700D-7006-43CC-9F49-AC7906497672}" srcOrd="3" destOrd="0" presId="urn:microsoft.com/office/officeart/2005/8/layout/bList2"/>
    <dgm:cxn modelId="{AC844FF7-732D-4A8B-95EC-CC9B5B8D582B}" type="presParOf" srcId="{8D87A4F0-819E-494D-8807-CD8ECE6C1C73}" destId="{7FB31711-AA30-47E5-AC70-204EC7A2B460}" srcOrd="1" destOrd="0" presId="urn:microsoft.com/office/officeart/2005/8/layout/bList2"/>
    <dgm:cxn modelId="{A4BD16D9-B1D0-4667-8ADC-F8088B671ED1}" type="presParOf" srcId="{8D87A4F0-819E-494D-8807-CD8ECE6C1C73}" destId="{0AD6CB3D-6B64-465D-B7FC-8512419C10E8}" srcOrd="2" destOrd="0" presId="urn:microsoft.com/office/officeart/2005/8/layout/bList2"/>
    <dgm:cxn modelId="{955FE398-9ADB-422A-B7DA-CAB53B5B2103}" type="presParOf" srcId="{0AD6CB3D-6B64-465D-B7FC-8512419C10E8}" destId="{70A089A2-E902-44BD-BE89-0661B8BBAFB4}" srcOrd="0" destOrd="0" presId="urn:microsoft.com/office/officeart/2005/8/layout/bList2"/>
    <dgm:cxn modelId="{F1D52836-6E59-4E85-A9F2-B406E3D7C492}" type="presParOf" srcId="{0AD6CB3D-6B64-465D-B7FC-8512419C10E8}" destId="{AD48CC47-DEFA-49AE-AEC5-74C5A719C051}" srcOrd="1" destOrd="0" presId="urn:microsoft.com/office/officeart/2005/8/layout/bList2"/>
    <dgm:cxn modelId="{7BC75B9C-E2F5-4665-8BDE-063434A097C6}" type="presParOf" srcId="{0AD6CB3D-6B64-465D-B7FC-8512419C10E8}" destId="{50537F75-E64F-4638-9464-59A1954D950C}" srcOrd="2" destOrd="0" presId="urn:microsoft.com/office/officeart/2005/8/layout/bList2"/>
    <dgm:cxn modelId="{7BC7C879-3F77-402F-9FA5-BE71F4038F86}" type="presParOf" srcId="{0AD6CB3D-6B64-465D-B7FC-8512419C10E8}" destId="{F1793730-DAE2-4FBC-9E0A-BFB70C0E16B2}" srcOrd="3" destOrd="0" presId="urn:microsoft.com/office/officeart/2005/8/layout/bList2"/>
    <dgm:cxn modelId="{2F25446B-B965-4CC2-A392-6C774BABF490}" type="presParOf" srcId="{8D87A4F0-819E-494D-8807-CD8ECE6C1C73}" destId="{DF162795-120C-46C7-9249-608EDDF95236}" srcOrd="3" destOrd="0" presId="urn:microsoft.com/office/officeart/2005/8/layout/bList2"/>
    <dgm:cxn modelId="{CB634BF5-D074-4E45-AEFC-8BEADBBC1DC6}" type="presParOf" srcId="{8D87A4F0-819E-494D-8807-CD8ECE6C1C73}" destId="{A200E2AF-5E2F-4BED-9C09-8FF11624CE55}" srcOrd="4" destOrd="0" presId="urn:microsoft.com/office/officeart/2005/8/layout/bList2"/>
    <dgm:cxn modelId="{B8F599AE-8D8B-4077-B874-6D7A72DCF2AB}" type="presParOf" srcId="{A200E2AF-5E2F-4BED-9C09-8FF11624CE55}" destId="{6A2E68A5-9CBF-491D-A145-5AD1B894C7A9}" srcOrd="0" destOrd="0" presId="urn:microsoft.com/office/officeart/2005/8/layout/bList2"/>
    <dgm:cxn modelId="{35BBC58D-A6BD-4F9E-BC4C-66BC6B2043BA}" type="presParOf" srcId="{A200E2AF-5E2F-4BED-9C09-8FF11624CE55}" destId="{2948614B-117F-4B6C-98E4-38C972B850ED}" srcOrd="1" destOrd="0" presId="urn:microsoft.com/office/officeart/2005/8/layout/bList2"/>
    <dgm:cxn modelId="{02B6CBE4-7BBF-4381-A4C5-72B01EC295E7}" type="presParOf" srcId="{A200E2AF-5E2F-4BED-9C09-8FF11624CE55}" destId="{B9DF4CEC-E20B-4EE8-B47D-C00DDABD8490}" srcOrd="2" destOrd="0" presId="urn:microsoft.com/office/officeart/2005/8/layout/bList2"/>
    <dgm:cxn modelId="{1CFBEC21-3F00-4091-9477-EE8F779A3465}" type="presParOf" srcId="{A200E2AF-5E2F-4BED-9C09-8FF11624CE55}" destId="{B39A62A3-5936-43A2-9271-C5381F3114FB}" srcOrd="3" destOrd="0" presId="urn:microsoft.com/office/officeart/2005/8/layout/bList2"/>
    <dgm:cxn modelId="{06B96E39-24AC-4059-B87E-19DA20F4568F}" type="presParOf" srcId="{8D87A4F0-819E-494D-8807-CD8ECE6C1C73}" destId="{0ACD9ED0-DCEF-4035-918B-13D2455630F5}" srcOrd="5" destOrd="0" presId="urn:microsoft.com/office/officeart/2005/8/layout/bList2"/>
    <dgm:cxn modelId="{9E473122-04E8-4E67-AE10-B3B07A348471}" type="presParOf" srcId="{8D87A4F0-819E-494D-8807-CD8ECE6C1C73}" destId="{808FD71D-24A6-4FBE-A7F8-D48585235AD0}" srcOrd="6" destOrd="0" presId="urn:microsoft.com/office/officeart/2005/8/layout/bList2"/>
    <dgm:cxn modelId="{C1431AE2-DF21-4C3F-96C9-4C121EA47A6D}" type="presParOf" srcId="{808FD71D-24A6-4FBE-A7F8-D48585235AD0}" destId="{DB0F17B5-C4A9-4E3C-B2E9-6D55D610B8B8}" srcOrd="0" destOrd="0" presId="urn:microsoft.com/office/officeart/2005/8/layout/bList2"/>
    <dgm:cxn modelId="{70E941DF-D3B0-4C16-8200-78DEB28FB288}" type="presParOf" srcId="{808FD71D-24A6-4FBE-A7F8-D48585235AD0}" destId="{89106A84-D021-40F1-A719-9326B6CD784C}" srcOrd="1" destOrd="0" presId="urn:microsoft.com/office/officeart/2005/8/layout/bList2"/>
    <dgm:cxn modelId="{C86AD584-EAFD-4F41-9972-0BBB4ED8F53D}" type="presParOf" srcId="{808FD71D-24A6-4FBE-A7F8-D48585235AD0}" destId="{4DB7C8BD-ABC7-4434-88B4-959135B03719}" srcOrd="2" destOrd="0" presId="urn:microsoft.com/office/officeart/2005/8/layout/bList2"/>
    <dgm:cxn modelId="{E70499F7-DA16-4DE6-B477-73AE3CDD2522}" type="presParOf" srcId="{808FD71D-24A6-4FBE-A7F8-D48585235AD0}" destId="{D38EE9F6-4314-43A1-97BD-D68DF78DEBDF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085072-E455-4C22-ADFA-DA1A4D8385D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7F4195F5-9F6B-445A-851C-5745FC809C67}">
      <dgm:prSet phldrT="[Text]" custT="1"/>
      <dgm:spPr/>
      <dgm:t>
        <a:bodyPr/>
        <a:lstStyle/>
        <a:p>
          <a:r>
            <a:rPr lang="fr-FR" sz="1400" dirty="0" smtClean="0">
              <a:solidFill>
                <a:schemeClr val="bg1"/>
              </a:solidFill>
              <a:latin typeface="Century Gothic" panose="020B0502020202020204" pitchFamily="34" charset="0"/>
            </a:rPr>
            <a:t>Importation des données dans des </a:t>
          </a:r>
          <a:r>
            <a:rPr lang="fr-FR" sz="1400" dirty="0" err="1" smtClean="0">
              <a:solidFill>
                <a:schemeClr val="bg1"/>
              </a:solidFill>
              <a:latin typeface="Century Gothic" panose="020B0502020202020204" pitchFamily="34" charset="0"/>
            </a:rPr>
            <a:t>dataframes</a:t>
          </a:r>
          <a:r>
            <a:rPr lang="fr-FR" sz="1400" dirty="0" smtClean="0">
              <a:solidFill>
                <a:schemeClr val="bg1"/>
              </a:solidFill>
              <a:latin typeface="Century Gothic" panose="020B0502020202020204" pitchFamily="34" charset="0"/>
            </a:rPr>
            <a:t>*</a:t>
          </a:r>
        </a:p>
        <a:p>
          <a:r>
            <a:rPr lang="fr-FR" sz="1200" i="0" dirty="0" smtClean="0">
              <a:solidFill>
                <a:schemeClr val="bg1"/>
              </a:solidFill>
              <a:latin typeface="Century Gothic" panose="020B0502020202020204" pitchFamily="34" charset="0"/>
            </a:rPr>
            <a:t>(</a:t>
          </a:r>
          <a:r>
            <a:rPr lang="fr-FR" sz="1200" i="0" dirty="0" err="1" smtClean="0">
              <a:solidFill>
                <a:schemeClr val="bg1"/>
              </a:solidFill>
              <a:latin typeface="Century Gothic" panose="020B0502020202020204" pitchFamily="34" charset="0"/>
            </a:rPr>
            <a:t>read_csv</a:t>
          </a:r>
          <a:r>
            <a:rPr lang="fr-FR" sz="1200" i="0" dirty="0" smtClean="0">
              <a:solidFill>
                <a:schemeClr val="bg1"/>
              </a:solidFill>
              <a:latin typeface="Century Gothic" panose="020B0502020202020204" pitchFamily="34" charset="0"/>
            </a:rPr>
            <a:t>() de Pandas*)</a:t>
          </a:r>
          <a:endParaRPr lang="fr-FR" sz="1200" i="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A03C3699-AF3E-4CAD-9433-4C25F8FEA489}" type="parTrans" cxnId="{7CC56D33-CB26-44E2-819F-902BA449814E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C3AF1FE9-7359-4EEA-A14D-21886C2AC98C}" type="sibTrans" cxnId="{7CC56D33-CB26-44E2-819F-902BA449814E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DAE0830B-B728-4BDD-9147-0051A804E72F}">
      <dgm:prSet phldrT="[Text]" custT="1"/>
      <dgm:spPr/>
      <dgm:t>
        <a:bodyPr/>
        <a:lstStyle/>
        <a:p>
          <a:r>
            <a:rPr lang="fr-FR" sz="1400" dirty="0" smtClean="0">
              <a:solidFill>
                <a:schemeClr val="bg1"/>
              </a:solidFill>
              <a:latin typeface="Century Gothic" panose="020B0502020202020204" pitchFamily="34" charset="0"/>
            </a:rPr>
            <a:t>Exploration des données</a:t>
          </a:r>
        </a:p>
        <a:p>
          <a:r>
            <a:rPr lang="fr-FR" sz="1200" dirty="0" smtClean="0">
              <a:solidFill>
                <a:schemeClr val="bg1"/>
              </a:solidFill>
              <a:latin typeface="Century Gothic" panose="020B0502020202020204" pitchFamily="34" charset="0"/>
            </a:rPr>
            <a:t>(identification des types de données et description + valeurs nulles )</a:t>
          </a:r>
          <a:endParaRPr lang="fr-FR" sz="12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32B70225-CE14-4F44-AF20-8DD52A88F464}" type="parTrans" cxnId="{273B1630-EF8A-4EE7-9BEC-EE842E8838B7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3B2B4B5F-E556-45D1-BD72-372B4A31EDA7}" type="sibTrans" cxnId="{273B1630-EF8A-4EE7-9BEC-EE842E8838B7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2C3570BD-8EC4-4A36-925E-EE39CE908167}">
      <dgm:prSet phldrT="[Text]" custT="1"/>
      <dgm:spPr/>
      <dgm:t>
        <a:bodyPr/>
        <a:lstStyle/>
        <a:p>
          <a:r>
            <a:rPr lang="fr-FR" sz="1400" dirty="0" smtClean="0">
              <a:solidFill>
                <a:schemeClr val="bg1"/>
              </a:solidFill>
              <a:latin typeface="Century Gothic" panose="020B0502020202020204" pitchFamily="34" charset="0"/>
            </a:rPr>
            <a:t>Analyse de la sous nutrition globale</a:t>
          </a:r>
        </a:p>
        <a:p>
          <a:r>
            <a:rPr lang="fr-FR" sz="1200" dirty="0" smtClean="0">
              <a:solidFill>
                <a:schemeClr val="bg1"/>
              </a:solidFill>
              <a:latin typeface="Century Gothic" panose="020B0502020202020204" pitchFamily="34" charset="0"/>
            </a:rPr>
            <a:t>(proportion de personnes en sous nutrition + nombre de personnes nourries)</a:t>
          </a:r>
          <a:endParaRPr lang="fr-FR" sz="12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AB30B124-87F7-4D15-8BDC-C3911D2AB734}" type="parTrans" cxnId="{6450D919-BA6E-48C7-9142-F09AEF7A54E0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ABB5265D-03BA-40C4-84C6-6FE8D6C18A0E}" type="sibTrans" cxnId="{6450D919-BA6E-48C7-9142-F09AEF7A54E0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5F5E3DC4-B372-446A-8AF5-2B2B7A443D63}">
      <dgm:prSet custT="1"/>
      <dgm:spPr/>
      <dgm:t>
        <a:bodyPr/>
        <a:lstStyle/>
        <a:p>
          <a:r>
            <a:rPr lang="fr-FR" sz="1400" dirty="0" smtClean="0">
              <a:solidFill>
                <a:schemeClr val="bg1"/>
              </a:solidFill>
              <a:latin typeface="Century Gothic" panose="020B0502020202020204" pitchFamily="34" charset="0"/>
            </a:rPr>
            <a:t>Analyse de l’utilisation des ressources disponibles</a:t>
          </a:r>
        </a:p>
        <a:p>
          <a:r>
            <a:rPr lang="fr-FR" sz="1200" dirty="0" smtClean="0">
              <a:solidFill>
                <a:schemeClr val="bg1"/>
              </a:solidFill>
              <a:latin typeface="Century Gothic" panose="020B0502020202020204" pitchFamily="34" charset="0"/>
            </a:rPr>
            <a:t>(incohérences ?)</a:t>
          </a:r>
          <a:endParaRPr lang="fr-FR" sz="12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BD0DD031-24BB-46CD-AD1C-CCA672CCDA7C}" type="parTrans" cxnId="{014F53CA-8761-44C4-8C8E-269BC27B3A32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E6152534-88E7-42CA-A668-F79A17EE476E}" type="sibTrans" cxnId="{014F53CA-8761-44C4-8C8E-269BC27B3A32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B95346E5-A461-477F-96FE-C83851F4F3BA}">
      <dgm:prSet custT="1"/>
      <dgm:spPr/>
      <dgm:t>
        <a:bodyPr/>
        <a:lstStyle/>
        <a:p>
          <a:r>
            <a:rPr lang="fr-FR" sz="1400" dirty="0" smtClean="0">
              <a:solidFill>
                <a:schemeClr val="bg1"/>
              </a:solidFill>
              <a:latin typeface="Century Gothic" panose="020B0502020202020204" pitchFamily="34" charset="0"/>
            </a:rPr>
            <a:t>Identification des pays en difficulté </a:t>
          </a:r>
        </a:p>
        <a:p>
          <a:r>
            <a:rPr lang="fr-FR" sz="1200" dirty="0" smtClean="0">
              <a:solidFill>
                <a:schemeClr val="bg1"/>
              </a:solidFill>
              <a:latin typeface="Century Gothic" panose="020B0502020202020204" pitchFamily="34" charset="0"/>
            </a:rPr>
            <a:t>(proportion de sous nutrition élevée, moins de ressources, plus d’aide)</a:t>
          </a:r>
          <a:endParaRPr lang="fr-FR" sz="12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DFC2A9EB-3BD2-4DA9-9D29-87146ACEC5D9}" type="parTrans" cxnId="{C39D3E7C-A55D-45BF-AFE4-27119B0244AE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6ADED191-FB44-4489-8DDB-FDADE4709604}" type="sibTrans" cxnId="{C39D3E7C-A55D-45BF-AFE4-27119B0244AE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E3FD7BC6-8532-4643-809B-2703A3D9436C}">
      <dgm:prSet custT="1"/>
      <dgm:spPr/>
      <dgm:t>
        <a:bodyPr/>
        <a:lstStyle/>
        <a:p>
          <a:r>
            <a:rPr lang="fr-FR" sz="1400" dirty="0" smtClean="0">
              <a:solidFill>
                <a:schemeClr val="bg1"/>
              </a:solidFill>
              <a:latin typeface="Century Gothic" panose="020B0502020202020204" pitchFamily="34" charset="0"/>
            </a:rPr>
            <a:t>Analyse plus détaillée d’un pays en difficulté (Haïti) + conclusion</a:t>
          </a:r>
          <a:endParaRPr lang="fr-FR" sz="14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3DEC5B4E-0E74-48C7-9846-68BAEDDE4745}" type="parTrans" cxnId="{13B0C99B-295C-4B51-9E4C-33AEC48B2C1B}">
      <dgm:prSet/>
      <dgm:spPr/>
      <dgm:t>
        <a:bodyPr/>
        <a:lstStyle/>
        <a:p>
          <a:endParaRPr lang="fr-FR"/>
        </a:p>
      </dgm:t>
    </dgm:pt>
    <dgm:pt modelId="{9FB31E6A-C1CC-4789-8250-EA6F145F6902}" type="sibTrans" cxnId="{13B0C99B-295C-4B51-9E4C-33AEC48B2C1B}">
      <dgm:prSet/>
      <dgm:spPr/>
      <dgm:t>
        <a:bodyPr/>
        <a:lstStyle/>
        <a:p>
          <a:endParaRPr lang="fr-FR"/>
        </a:p>
      </dgm:t>
    </dgm:pt>
    <dgm:pt modelId="{37BF0FB6-EC61-4B44-BE7C-EE37C5E03216}" type="pres">
      <dgm:prSet presAssocID="{10085072-E455-4C22-ADFA-DA1A4D8385D4}" presName="Name0" presStyleCnt="0">
        <dgm:presLayoutVars>
          <dgm:dir/>
          <dgm:resizeHandles val="exact"/>
        </dgm:presLayoutVars>
      </dgm:prSet>
      <dgm:spPr/>
    </dgm:pt>
    <dgm:pt modelId="{654FBCCC-B040-49A3-9F91-E3B2B79F7E24}" type="pres">
      <dgm:prSet presAssocID="{10085072-E455-4C22-ADFA-DA1A4D8385D4}" presName="arrow" presStyleLbl="bgShp" presStyleIdx="0" presStyleCnt="1"/>
      <dgm:spPr/>
    </dgm:pt>
    <dgm:pt modelId="{A11012CF-662D-41FB-A2C4-EE46077B1CF3}" type="pres">
      <dgm:prSet presAssocID="{10085072-E455-4C22-ADFA-DA1A4D8385D4}" presName="points" presStyleCnt="0"/>
      <dgm:spPr/>
    </dgm:pt>
    <dgm:pt modelId="{6575901C-D054-4E21-838E-22548010CCEC}" type="pres">
      <dgm:prSet presAssocID="{7F4195F5-9F6B-445A-851C-5745FC809C67}" presName="compositeA" presStyleCnt="0"/>
      <dgm:spPr/>
    </dgm:pt>
    <dgm:pt modelId="{488DCE87-8C49-4759-8FFC-B014E7469799}" type="pres">
      <dgm:prSet presAssocID="{7F4195F5-9F6B-445A-851C-5745FC809C67}" presName="textA" presStyleLbl="revTx" presStyleIdx="0" presStyleCnt="6" custScaleX="14923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87630E3-AB19-4B1D-BF52-872E4FAE6A65}" type="pres">
      <dgm:prSet presAssocID="{7F4195F5-9F6B-445A-851C-5745FC809C67}" presName="circleA" presStyleLbl="node1" presStyleIdx="0" presStyleCnt="6"/>
      <dgm:spPr/>
    </dgm:pt>
    <dgm:pt modelId="{1D90BF02-0FE4-4152-882F-5873F9306D82}" type="pres">
      <dgm:prSet presAssocID="{7F4195F5-9F6B-445A-851C-5745FC809C67}" presName="spaceA" presStyleCnt="0"/>
      <dgm:spPr/>
    </dgm:pt>
    <dgm:pt modelId="{2653C286-8803-4B28-BE76-D59CA838606B}" type="pres">
      <dgm:prSet presAssocID="{C3AF1FE9-7359-4EEA-A14D-21886C2AC98C}" presName="space" presStyleCnt="0"/>
      <dgm:spPr/>
    </dgm:pt>
    <dgm:pt modelId="{3221B03D-1F9E-4681-BE0A-EA3B5A648F95}" type="pres">
      <dgm:prSet presAssocID="{DAE0830B-B728-4BDD-9147-0051A804E72F}" presName="compositeB" presStyleCnt="0"/>
      <dgm:spPr/>
    </dgm:pt>
    <dgm:pt modelId="{9CB8B5AC-8CC2-458A-AB4E-E59A0EEBB328}" type="pres">
      <dgm:prSet presAssocID="{DAE0830B-B728-4BDD-9147-0051A804E72F}" presName="textB" presStyleLbl="revTx" presStyleIdx="1" presStyleCnt="6" custScaleX="15327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A510065-5B62-4EB5-B394-703A157AC81F}" type="pres">
      <dgm:prSet presAssocID="{DAE0830B-B728-4BDD-9147-0051A804E72F}" presName="circleB" presStyleLbl="node1" presStyleIdx="1" presStyleCnt="6"/>
      <dgm:spPr/>
    </dgm:pt>
    <dgm:pt modelId="{D1BF6D87-3DFA-407D-81AE-156E69CA4C9D}" type="pres">
      <dgm:prSet presAssocID="{DAE0830B-B728-4BDD-9147-0051A804E72F}" presName="spaceB" presStyleCnt="0"/>
      <dgm:spPr/>
    </dgm:pt>
    <dgm:pt modelId="{6D5A3F83-6F6E-4F1C-A57D-78DB25221A41}" type="pres">
      <dgm:prSet presAssocID="{3B2B4B5F-E556-45D1-BD72-372B4A31EDA7}" presName="space" presStyleCnt="0"/>
      <dgm:spPr/>
    </dgm:pt>
    <dgm:pt modelId="{21C47F35-C45D-43CE-BA75-21D49DA2BA8B}" type="pres">
      <dgm:prSet presAssocID="{2C3570BD-8EC4-4A36-925E-EE39CE908167}" presName="compositeA" presStyleCnt="0"/>
      <dgm:spPr/>
    </dgm:pt>
    <dgm:pt modelId="{D520FE03-C77F-45DD-AB3B-23CB9CA7976E}" type="pres">
      <dgm:prSet presAssocID="{2C3570BD-8EC4-4A36-925E-EE39CE908167}" presName="textA" presStyleLbl="revTx" presStyleIdx="2" presStyleCnt="6" custScaleX="15183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5CF48BD-7437-4ECB-AB52-7450A546C22B}" type="pres">
      <dgm:prSet presAssocID="{2C3570BD-8EC4-4A36-925E-EE39CE908167}" presName="circleA" presStyleLbl="node1" presStyleIdx="2" presStyleCnt="6"/>
      <dgm:spPr/>
    </dgm:pt>
    <dgm:pt modelId="{80019FCB-BE2B-4768-B403-8291B9B27A12}" type="pres">
      <dgm:prSet presAssocID="{2C3570BD-8EC4-4A36-925E-EE39CE908167}" presName="spaceA" presStyleCnt="0"/>
      <dgm:spPr/>
    </dgm:pt>
    <dgm:pt modelId="{21F183FF-EF4A-410F-A59E-5E5782D564D1}" type="pres">
      <dgm:prSet presAssocID="{ABB5265D-03BA-40C4-84C6-6FE8D6C18A0E}" presName="space" presStyleCnt="0"/>
      <dgm:spPr/>
    </dgm:pt>
    <dgm:pt modelId="{4CEDB213-74D3-449D-89CE-D02CB38809D2}" type="pres">
      <dgm:prSet presAssocID="{5F5E3DC4-B372-446A-8AF5-2B2B7A443D63}" presName="compositeB" presStyleCnt="0"/>
      <dgm:spPr/>
    </dgm:pt>
    <dgm:pt modelId="{8B5B62F0-3AF2-46BA-BDF2-311521606623}" type="pres">
      <dgm:prSet presAssocID="{5F5E3DC4-B372-446A-8AF5-2B2B7A443D63}" presName="textB" presStyleLbl="revTx" presStyleIdx="3" presStyleCnt="6" custScaleX="13935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C14649B-6AC1-4A82-AC0C-39934B2D42E3}" type="pres">
      <dgm:prSet presAssocID="{5F5E3DC4-B372-446A-8AF5-2B2B7A443D63}" presName="circleB" presStyleLbl="node1" presStyleIdx="3" presStyleCnt="6"/>
      <dgm:spPr/>
    </dgm:pt>
    <dgm:pt modelId="{6A850A77-076A-4BDA-929A-2ADBBE80BD03}" type="pres">
      <dgm:prSet presAssocID="{5F5E3DC4-B372-446A-8AF5-2B2B7A443D63}" presName="spaceB" presStyleCnt="0"/>
      <dgm:spPr/>
    </dgm:pt>
    <dgm:pt modelId="{FC9C14D5-2E3D-483D-A7E4-858625E7FD59}" type="pres">
      <dgm:prSet presAssocID="{E6152534-88E7-42CA-A668-F79A17EE476E}" presName="space" presStyleCnt="0"/>
      <dgm:spPr/>
    </dgm:pt>
    <dgm:pt modelId="{0E06F9E4-0520-4AA1-8A68-1DAE8DA9B932}" type="pres">
      <dgm:prSet presAssocID="{B95346E5-A461-477F-96FE-C83851F4F3BA}" presName="compositeA" presStyleCnt="0"/>
      <dgm:spPr/>
    </dgm:pt>
    <dgm:pt modelId="{AC052DA9-3532-42B4-8EEC-93987127DD8A}" type="pres">
      <dgm:prSet presAssocID="{B95346E5-A461-477F-96FE-C83851F4F3BA}" presName="textA" presStyleLbl="revTx" presStyleIdx="4" presStyleCnt="6" custScaleX="15054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CF0F473-F727-4CE3-BED3-F34B10D95676}" type="pres">
      <dgm:prSet presAssocID="{B95346E5-A461-477F-96FE-C83851F4F3BA}" presName="circleA" presStyleLbl="node1" presStyleIdx="4" presStyleCnt="6"/>
      <dgm:spPr/>
    </dgm:pt>
    <dgm:pt modelId="{DED78329-1F93-4FFD-A407-F1988E7521D4}" type="pres">
      <dgm:prSet presAssocID="{B95346E5-A461-477F-96FE-C83851F4F3BA}" presName="spaceA" presStyleCnt="0"/>
      <dgm:spPr/>
    </dgm:pt>
    <dgm:pt modelId="{BDE50C30-4B75-4DBB-B2CB-C2271FE84A9F}" type="pres">
      <dgm:prSet presAssocID="{6ADED191-FB44-4489-8DDB-FDADE4709604}" presName="space" presStyleCnt="0"/>
      <dgm:spPr/>
    </dgm:pt>
    <dgm:pt modelId="{4AF841BE-C779-4CAB-A5E1-BB49555A2134}" type="pres">
      <dgm:prSet presAssocID="{E3FD7BC6-8532-4643-809B-2703A3D9436C}" presName="compositeB" presStyleCnt="0"/>
      <dgm:spPr/>
    </dgm:pt>
    <dgm:pt modelId="{F59CD474-A934-47AA-9EC6-47BB06158774}" type="pres">
      <dgm:prSet presAssocID="{E3FD7BC6-8532-4643-809B-2703A3D9436C}" presName="textB" presStyleLbl="revTx" presStyleIdx="5" presStyleCnt="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5A3D7E7-6268-4F56-B5D9-50A630D2DDB7}" type="pres">
      <dgm:prSet presAssocID="{E3FD7BC6-8532-4643-809B-2703A3D9436C}" presName="circleB" presStyleLbl="node1" presStyleIdx="5" presStyleCnt="6"/>
      <dgm:spPr/>
    </dgm:pt>
    <dgm:pt modelId="{0FAA69F6-119D-47B6-982C-987B66471FED}" type="pres">
      <dgm:prSet presAssocID="{E3FD7BC6-8532-4643-809B-2703A3D9436C}" presName="spaceB" presStyleCnt="0"/>
      <dgm:spPr/>
    </dgm:pt>
  </dgm:ptLst>
  <dgm:cxnLst>
    <dgm:cxn modelId="{3E239F91-3D7B-4CFF-B31D-4BC2FB760D52}" type="presOf" srcId="{10085072-E455-4C22-ADFA-DA1A4D8385D4}" destId="{37BF0FB6-EC61-4B44-BE7C-EE37C5E03216}" srcOrd="0" destOrd="0" presId="urn:microsoft.com/office/officeart/2005/8/layout/hProcess11"/>
    <dgm:cxn modelId="{7CC56D33-CB26-44E2-819F-902BA449814E}" srcId="{10085072-E455-4C22-ADFA-DA1A4D8385D4}" destId="{7F4195F5-9F6B-445A-851C-5745FC809C67}" srcOrd="0" destOrd="0" parTransId="{A03C3699-AF3E-4CAD-9433-4C25F8FEA489}" sibTransId="{C3AF1FE9-7359-4EEA-A14D-21886C2AC98C}"/>
    <dgm:cxn modelId="{960C5524-AD23-4776-8C08-98DD29F869D1}" type="presOf" srcId="{DAE0830B-B728-4BDD-9147-0051A804E72F}" destId="{9CB8B5AC-8CC2-458A-AB4E-E59A0EEBB328}" srcOrd="0" destOrd="0" presId="urn:microsoft.com/office/officeart/2005/8/layout/hProcess11"/>
    <dgm:cxn modelId="{36129BAE-C2B4-4DE5-98B7-9B4DF99D1766}" type="presOf" srcId="{E3FD7BC6-8532-4643-809B-2703A3D9436C}" destId="{F59CD474-A934-47AA-9EC6-47BB06158774}" srcOrd="0" destOrd="0" presId="urn:microsoft.com/office/officeart/2005/8/layout/hProcess11"/>
    <dgm:cxn modelId="{13B0C99B-295C-4B51-9E4C-33AEC48B2C1B}" srcId="{10085072-E455-4C22-ADFA-DA1A4D8385D4}" destId="{E3FD7BC6-8532-4643-809B-2703A3D9436C}" srcOrd="5" destOrd="0" parTransId="{3DEC5B4E-0E74-48C7-9846-68BAEDDE4745}" sibTransId="{9FB31E6A-C1CC-4789-8250-EA6F145F6902}"/>
    <dgm:cxn modelId="{014F53CA-8761-44C4-8C8E-269BC27B3A32}" srcId="{10085072-E455-4C22-ADFA-DA1A4D8385D4}" destId="{5F5E3DC4-B372-446A-8AF5-2B2B7A443D63}" srcOrd="3" destOrd="0" parTransId="{BD0DD031-24BB-46CD-AD1C-CCA672CCDA7C}" sibTransId="{E6152534-88E7-42CA-A668-F79A17EE476E}"/>
    <dgm:cxn modelId="{6450D919-BA6E-48C7-9142-F09AEF7A54E0}" srcId="{10085072-E455-4C22-ADFA-DA1A4D8385D4}" destId="{2C3570BD-8EC4-4A36-925E-EE39CE908167}" srcOrd="2" destOrd="0" parTransId="{AB30B124-87F7-4D15-8BDC-C3911D2AB734}" sibTransId="{ABB5265D-03BA-40C4-84C6-6FE8D6C18A0E}"/>
    <dgm:cxn modelId="{C39D3E7C-A55D-45BF-AFE4-27119B0244AE}" srcId="{10085072-E455-4C22-ADFA-DA1A4D8385D4}" destId="{B95346E5-A461-477F-96FE-C83851F4F3BA}" srcOrd="4" destOrd="0" parTransId="{DFC2A9EB-3BD2-4DA9-9D29-87146ACEC5D9}" sibTransId="{6ADED191-FB44-4489-8DDB-FDADE4709604}"/>
    <dgm:cxn modelId="{CC99E0CD-8B93-4DF9-9AA9-E27681FFB555}" type="presOf" srcId="{5F5E3DC4-B372-446A-8AF5-2B2B7A443D63}" destId="{8B5B62F0-3AF2-46BA-BDF2-311521606623}" srcOrd="0" destOrd="0" presId="urn:microsoft.com/office/officeart/2005/8/layout/hProcess11"/>
    <dgm:cxn modelId="{273B1630-EF8A-4EE7-9BEC-EE842E8838B7}" srcId="{10085072-E455-4C22-ADFA-DA1A4D8385D4}" destId="{DAE0830B-B728-4BDD-9147-0051A804E72F}" srcOrd="1" destOrd="0" parTransId="{32B70225-CE14-4F44-AF20-8DD52A88F464}" sibTransId="{3B2B4B5F-E556-45D1-BD72-372B4A31EDA7}"/>
    <dgm:cxn modelId="{551ADCEC-A6AD-4887-816D-622FF6A611A9}" type="presOf" srcId="{2C3570BD-8EC4-4A36-925E-EE39CE908167}" destId="{D520FE03-C77F-45DD-AB3B-23CB9CA7976E}" srcOrd="0" destOrd="0" presId="urn:microsoft.com/office/officeart/2005/8/layout/hProcess11"/>
    <dgm:cxn modelId="{06B7D113-3A05-4CD7-BBB4-0404C1A13F12}" type="presOf" srcId="{7F4195F5-9F6B-445A-851C-5745FC809C67}" destId="{488DCE87-8C49-4759-8FFC-B014E7469799}" srcOrd="0" destOrd="0" presId="urn:microsoft.com/office/officeart/2005/8/layout/hProcess11"/>
    <dgm:cxn modelId="{6DF4B75F-FAF5-48F0-BC11-F063C91FE9E0}" type="presOf" srcId="{B95346E5-A461-477F-96FE-C83851F4F3BA}" destId="{AC052DA9-3532-42B4-8EEC-93987127DD8A}" srcOrd="0" destOrd="0" presId="urn:microsoft.com/office/officeart/2005/8/layout/hProcess11"/>
    <dgm:cxn modelId="{6C1B6F87-C47C-4271-82F6-2D5847DA419E}" type="presParOf" srcId="{37BF0FB6-EC61-4B44-BE7C-EE37C5E03216}" destId="{654FBCCC-B040-49A3-9F91-E3B2B79F7E24}" srcOrd="0" destOrd="0" presId="urn:microsoft.com/office/officeart/2005/8/layout/hProcess11"/>
    <dgm:cxn modelId="{8EBAA7BF-0E98-4D8F-9F80-1A560D36022C}" type="presParOf" srcId="{37BF0FB6-EC61-4B44-BE7C-EE37C5E03216}" destId="{A11012CF-662D-41FB-A2C4-EE46077B1CF3}" srcOrd="1" destOrd="0" presId="urn:microsoft.com/office/officeart/2005/8/layout/hProcess11"/>
    <dgm:cxn modelId="{0E93DBE7-9B3C-46CD-9AC3-BB5B668C3C39}" type="presParOf" srcId="{A11012CF-662D-41FB-A2C4-EE46077B1CF3}" destId="{6575901C-D054-4E21-838E-22548010CCEC}" srcOrd="0" destOrd="0" presId="urn:microsoft.com/office/officeart/2005/8/layout/hProcess11"/>
    <dgm:cxn modelId="{86ECCF51-49E4-4470-84D3-EEF6BB26EF53}" type="presParOf" srcId="{6575901C-D054-4E21-838E-22548010CCEC}" destId="{488DCE87-8C49-4759-8FFC-B014E7469799}" srcOrd="0" destOrd="0" presId="urn:microsoft.com/office/officeart/2005/8/layout/hProcess11"/>
    <dgm:cxn modelId="{3D340603-0093-4EB7-B20D-07A890296714}" type="presParOf" srcId="{6575901C-D054-4E21-838E-22548010CCEC}" destId="{587630E3-AB19-4B1D-BF52-872E4FAE6A65}" srcOrd="1" destOrd="0" presId="urn:microsoft.com/office/officeart/2005/8/layout/hProcess11"/>
    <dgm:cxn modelId="{8ED7DC04-9B9B-48D1-9FD6-FA575183D206}" type="presParOf" srcId="{6575901C-D054-4E21-838E-22548010CCEC}" destId="{1D90BF02-0FE4-4152-882F-5873F9306D82}" srcOrd="2" destOrd="0" presId="urn:microsoft.com/office/officeart/2005/8/layout/hProcess11"/>
    <dgm:cxn modelId="{511DC6B0-CCF2-444B-9789-0DBEAB505BDA}" type="presParOf" srcId="{A11012CF-662D-41FB-A2C4-EE46077B1CF3}" destId="{2653C286-8803-4B28-BE76-D59CA838606B}" srcOrd="1" destOrd="0" presId="urn:microsoft.com/office/officeart/2005/8/layout/hProcess11"/>
    <dgm:cxn modelId="{ECE5DE42-C1D4-4157-87C3-8EFE4FDC11AA}" type="presParOf" srcId="{A11012CF-662D-41FB-A2C4-EE46077B1CF3}" destId="{3221B03D-1F9E-4681-BE0A-EA3B5A648F95}" srcOrd="2" destOrd="0" presId="urn:microsoft.com/office/officeart/2005/8/layout/hProcess11"/>
    <dgm:cxn modelId="{8E6E920C-CB61-49CA-9943-A43922A32133}" type="presParOf" srcId="{3221B03D-1F9E-4681-BE0A-EA3B5A648F95}" destId="{9CB8B5AC-8CC2-458A-AB4E-E59A0EEBB328}" srcOrd="0" destOrd="0" presId="urn:microsoft.com/office/officeart/2005/8/layout/hProcess11"/>
    <dgm:cxn modelId="{A2F09BBF-4648-4425-923D-E8B3CE4B6C8E}" type="presParOf" srcId="{3221B03D-1F9E-4681-BE0A-EA3B5A648F95}" destId="{DA510065-5B62-4EB5-B394-703A157AC81F}" srcOrd="1" destOrd="0" presId="urn:microsoft.com/office/officeart/2005/8/layout/hProcess11"/>
    <dgm:cxn modelId="{002CA645-A79A-4B03-A9F1-22B5A0CD7366}" type="presParOf" srcId="{3221B03D-1F9E-4681-BE0A-EA3B5A648F95}" destId="{D1BF6D87-3DFA-407D-81AE-156E69CA4C9D}" srcOrd="2" destOrd="0" presId="urn:microsoft.com/office/officeart/2005/8/layout/hProcess11"/>
    <dgm:cxn modelId="{CC464AD1-97BF-4B9A-A0EC-B8F3945C746E}" type="presParOf" srcId="{A11012CF-662D-41FB-A2C4-EE46077B1CF3}" destId="{6D5A3F83-6F6E-4F1C-A57D-78DB25221A41}" srcOrd="3" destOrd="0" presId="urn:microsoft.com/office/officeart/2005/8/layout/hProcess11"/>
    <dgm:cxn modelId="{4F66403E-5494-40A2-AC36-F7D2384B3AED}" type="presParOf" srcId="{A11012CF-662D-41FB-A2C4-EE46077B1CF3}" destId="{21C47F35-C45D-43CE-BA75-21D49DA2BA8B}" srcOrd="4" destOrd="0" presId="urn:microsoft.com/office/officeart/2005/8/layout/hProcess11"/>
    <dgm:cxn modelId="{A5A9AE7F-3902-4A3D-8A4F-1C889068ADBB}" type="presParOf" srcId="{21C47F35-C45D-43CE-BA75-21D49DA2BA8B}" destId="{D520FE03-C77F-45DD-AB3B-23CB9CA7976E}" srcOrd="0" destOrd="0" presId="urn:microsoft.com/office/officeart/2005/8/layout/hProcess11"/>
    <dgm:cxn modelId="{6FC2A8E1-2EEE-495B-98FE-B6C301758B00}" type="presParOf" srcId="{21C47F35-C45D-43CE-BA75-21D49DA2BA8B}" destId="{C5CF48BD-7437-4ECB-AB52-7450A546C22B}" srcOrd="1" destOrd="0" presId="urn:microsoft.com/office/officeart/2005/8/layout/hProcess11"/>
    <dgm:cxn modelId="{535DD883-01DF-4E1C-A003-AFFC47F79453}" type="presParOf" srcId="{21C47F35-C45D-43CE-BA75-21D49DA2BA8B}" destId="{80019FCB-BE2B-4768-B403-8291B9B27A12}" srcOrd="2" destOrd="0" presId="urn:microsoft.com/office/officeart/2005/8/layout/hProcess11"/>
    <dgm:cxn modelId="{3406029F-4BBE-4009-8DAA-866A2D9E80C3}" type="presParOf" srcId="{A11012CF-662D-41FB-A2C4-EE46077B1CF3}" destId="{21F183FF-EF4A-410F-A59E-5E5782D564D1}" srcOrd="5" destOrd="0" presId="urn:microsoft.com/office/officeart/2005/8/layout/hProcess11"/>
    <dgm:cxn modelId="{B3631192-321B-4503-B8ED-A016F310A035}" type="presParOf" srcId="{A11012CF-662D-41FB-A2C4-EE46077B1CF3}" destId="{4CEDB213-74D3-449D-89CE-D02CB38809D2}" srcOrd="6" destOrd="0" presId="urn:microsoft.com/office/officeart/2005/8/layout/hProcess11"/>
    <dgm:cxn modelId="{EBB13C35-8B23-4306-9CE5-805A8ADF02F0}" type="presParOf" srcId="{4CEDB213-74D3-449D-89CE-D02CB38809D2}" destId="{8B5B62F0-3AF2-46BA-BDF2-311521606623}" srcOrd="0" destOrd="0" presId="urn:microsoft.com/office/officeart/2005/8/layout/hProcess11"/>
    <dgm:cxn modelId="{8249F8A1-049C-454E-8F71-4E15B35614A8}" type="presParOf" srcId="{4CEDB213-74D3-449D-89CE-D02CB38809D2}" destId="{6C14649B-6AC1-4A82-AC0C-39934B2D42E3}" srcOrd="1" destOrd="0" presId="urn:microsoft.com/office/officeart/2005/8/layout/hProcess11"/>
    <dgm:cxn modelId="{F941D2AC-2E08-4974-BB2D-A222DA6579E5}" type="presParOf" srcId="{4CEDB213-74D3-449D-89CE-D02CB38809D2}" destId="{6A850A77-076A-4BDA-929A-2ADBBE80BD03}" srcOrd="2" destOrd="0" presId="urn:microsoft.com/office/officeart/2005/8/layout/hProcess11"/>
    <dgm:cxn modelId="{7E6B4C38-0C27-4617-948A-3B42EFB1C1FD}" type="presParOf" srcId="{A11012CF-662D-41FB-A2C4-EE46077B1CF3}" destId="{FC9C14D5-2E3D-483D-A7E4-858625E7FD59}" srcOrd="7" destOrd="0" presId="urn:microsoft.com/office/officeart/2005/8/layout/hProcess11"/>
    <dgm:cxn modelId="{12E0A7BC-36DC-4A9C-B6E4-9C6E178F02AC}" type="presParOf" srcId="{A11012CF-662D-41FB-A2C4-EE46077B1CF3}" destId="{0E06F9E4-0520-4AA1-8A68-1DAE8DA9B932}" srcOrd="8" destOrd="0" presId="urn:microsoft.com/office/officeart/2005/8/layout/hProcess11"/>
    <dgm:cxn modelId="{85D88AB3-0038-459C-AD0A-39BC18E9AF35}" type="presParOf" srcId="{0E06F9E4-0520-4AA1-8A68-1DAE8DA9B932}" destId="{AC052DA9-3532-42B4-8EEC-93987127DD8A}" srcOrd="0" destOrd="0" presId="urn:microsoft.com/office/officeart/2005/8/layout/hProcess11"/>
    <dgm:cxn modelId="{1E236215-2500-4969-ACD4-C5FFFBA63931}" type="presParOf" srcId="{0E06F9E4-0520-4AA1-8A68-1DAE8DA9B932}" destId="{6CF0F473-F727-4CE3-BED3-F34B10D95676}" srcOrd="1" destOrd="0" presId="urn:microsoft.com/office/officeart/2005/8/layout/hProcess11"/>
    <dgm:cxn modelId="{4498CA6D-27DC-4922-8E49-9668A196909A}" type="presParOf" srcId="{0E06F9E4-0520-4AA1-8A68-1DAE8DA9B932}" destId="{DED78329-1F93-4FFD-A407-F1988E7521D4}" srcOrd="2" destOrd="0" presId="urn:microsoft.com/office/officeart/2005/8/layout/hProcess11"/>
    <dgm:cxn modelId="{7358B56C-3F4E-4968-B502-6C82927ED37B}" type="presParOf" srcId="{A11012CF-662D-41FB-A2C4-EE46077B1CF3}" destId="{BDE50C30-4B75-4DBB-B2CB-C2271FE84A9F}" srcOrd="9" destOrd="0" presId="urn:microsoft.com/office/officeart/2005/8/layout/hProcess11"/>
    <dgm:cxn modelId="{C3F85E3C-A65B-47DE-8946-FCE0B185970B}" type="presParOf" srcId="{A11012CF-662D-41FB-A2C4-EE46077B1CF3}" destId="{4AF841BE-C779-4CAB-A5E1-BB49555A2134}" srcOrd="10" destOrd="0" presId="urn:microsoft.com/office/officeart/2005/8/layout/hProcess11"/>
    <dgm:cxn modelId="{B0C1EBC4-50BF-49FC-9462-0E4B2301861E}" type="presParOf" srcId="{4AF841BE-C779-4CAB-A5E1-BB49555A2134}" destId="{F59CD474-A934-47AA-9EC6-47BB06158774}" srcOrd="0" destOrd="0" presId="urn:microsoft.com/office/officeart/2005/8/layout/hProcess11"/>
    <dgm:cxn modelId="{FBBFE9F5-FA54-4C72-B49F-B8847279C55D}" type="presParOf" srcId="{4AF841BE-C779-4CAB-A5E1-BB49555A2134}" destId="{E5A3D7E7-6268-4F56-B5D9-50A630D2DDB7}" srcOrd="1" destOrd="0" presId="urn:microsoft.com/office/officeart/2005/8/layout/hProcess11"/>
    <dgm:cxn modelId="{87DA7BF3-D427-4045-8CB6-44F88BBB602F}" type="presParOf" srcId="{4AF841BE-C779-4CAB-A5E1-BB49555A2134}" destId="{0FAA69F6-119D-47B6-982C-987B66471FE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6B74EA-F213-433A-A2FF-1EA854C469F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C65541F-DB6E-4ED4-8A24-66A6A946435B}">
      <dgm:prSet phldrT="[Text]" custT="1"/>
      <dgm:spPr>
        <a:solidFill>
          <a:schemeClr val="accent1"/>
        </a:solidFill>
      </dgm:spPr>
      <dgm:t>
        <a:bodyPr/>
        <a:lstStyle/>
        <a:p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Jointure des </a:t>
          </a:r>
          <a:r>
            <a:rPr lang="fr-FR" sz="1400" b="1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dataframes</a:t>
          </a:r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* population et </a:t>
          </a:r>
          <a:r>
            <a:rPr lang="fr-FR" sz="1400" b="1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sous_nutrition</a:t>
          </a:r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 + filtrage </a:t>
          </a:r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:</a:t>
          </a:r>
          <a:endParaRPr lang="fr-FR" sz="1400" b="1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77D37D73-BCFB-4DEB-A81D-1B9EA10F8BAC}" type="parTrans" cxnId="{9765C287-E36E-4941-8BB0-483DBD925CA0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0A9D1DE9-29D0-49A2-B2FE-FC6A966FE5B3}" type="sibTrans" cxnId="{9765C287-E36E-4941-8BB0-483DBD925CA0}">
      <dgm:prSet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55F17307-65AA-48DE-84CA-6255A806A1A9}">
      <dgm:prSet phldrT="[Text]" custT="1"/>
      <dgm:spPr>
        <a:solidFill>
          <a:schemeClr val="accent1"/>
        </a:solidFill>
      </dgm:spPr>
      <dgm:t>
        <a:bodyPr/>
        <a:lstStyle/>
        <a:p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Calcul </a:t>
          </a:r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de la population mondiale et du nombre total de personnes en sous nutrition en </a:t>
          </a:r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2017 :</a:t>
          </a:r>
          <a:endParaRPr lang="fr-FR" sz="1400" b="1" dirty="0" smtClean="0">
            <a:solidFill>
              <a:schemeClr val="tx1"/>
            </a:solidFill>
            <a:latin typeface="Century Gothic" panose="020B0502020202020204" pitchFamily="34" charset="0"/>
          </a:endParaRPr>
        </a:p>
        <a:p>
          <a:r>
            <a:rPr lang="fr-FR" sz="1200" dirty="0" smtClean="0">
              <a:latin typeface="Century Gothic" panose="020B0502020202020204" pitchFamily="34" charset="0"/>
            </a:rPr>
            <a:t>	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=&gt; .</a:t>
          </a:r>
          <a:r>
            <a:rPr lang="fr-FR" sz="1200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sum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() sur la colonne « Population » et sur la colonne « </a:t>
          </a:r>
          <a:r>
            <a:rPr lang="fr-FR" sz="1200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Sous_Nutrition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 »</a:t>
          </a:r>
          <a:endParaRPr lang="fr-FR" sz="105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71162BB1-8926-493F-ACF8-F2218AC51162}" type="parTrans" cxnId="{AFAAC125-2530-42DE-9906-D535C410864B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49B719A9-4BD0-4D23-AB32-8A9419A6C835}" type="sibTrans" cxnId="{AFAAC125-2530-42DE-9906-D535C410864B}">
      <dgm:prSet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1877C425-740F-448B-8C6B-A5EEBE0C9C79}">
      <dgm:prSet phldrT="[Text]" custT="1"/>
      <dgm:spPr>
        <a:solidFill>
          <a:schemeClr val="accent1"/>
        </a:solidFill>
      </dgm:spPr>
      <dgm:t>
        <a:bodyPr/>
        <a:lstStyle/>
        <a:p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Calcul </a:t>
          </a:r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de la proportion de personnes en sous nutrition dans le monde en 2017 :</a:t>
          </a:r>
        </a:p>
        <a:p>
          <a:r>
            <a:rPr lang="fr-FR" sz="1200" dirty="0" smtClean="0">
              <a:latin typeface="Century Gothic" panose="020B0502020202020204" pitchFamily="34" charset="0"/>
            </a:rPr>
            <a:t>	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=&gt; division du nombre de personnes en sous nutrition obtenu précédemment par la valeur de la 	     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	population 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mondiale en 2017, puis multiplication par 100 pour obtenir des %</a:t>
          </a:r>
          <a:endParaRPr lang="fr-FR" sz="16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0CC8691A-9ACA-4CD3-A910-1981A88CE66B}" type="parTrans" cxnId="{F34DCF18-E67A-41F5-A96E-A0AE7B926002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63460193-1FDE-4683-A081-0C5083DD122D}" type="sibTrans" cxnId="{F34DCF18-E67A-41F5-A96E-A0AE7B926002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6BFFC2CA-2CC8-4320-9FD8-8143606D1316}">
      <dgm:prSet/>
      <dgm:spPr>
        <a:solidFill>
          <a:schemeClr val="accent1"/>
        </a:solidFill>
      </dgm:spPr>
      <dgm:t>
        <a:bodyPr/>
        <a:lstStyle/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Jointure sur « Zone » 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: 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permet de regrouper les données par pays commun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E1E863BC-9AC6-4860-BF90-77952926DFE3}" type="parTrans" cxnId="{92EE269F-CB1E-4A41-ACA7-2220E297A588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466EB08B-4911-4BD5-9717-115E0788AE29}" type="sibTrans" cxnId="{92EE269F-CB1E-4A41-ACA7-2220E297A588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8EBEDA01-5338-4017-BC00-9F2238CE969E}">
      <dgm:prSet/>
      <dgm:spPr>
        <a:solidFill>
          <a:schemeClr val="accent1"/>
        </a:solidFill>
      </dgm:spPr>
      <dgm:t>
        <a:bodyPr/>
        <a:lstStyle/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Filtrage du nouveau tableau pour ne garder que les données concernant l’année 2017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E4C92E71-3539-4B0D-A9CC-98197FD65732}" type="parTrans" cxnId="{E149EED8-F7AE-4A25-8580-7889F378AAB2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516E15A9-73BA-4D9E-AB78-9C9ADE604800}" type="sibTrans" cxnId="{E149EED8-F7AE-4A25-8580-7889F378AAB2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4206A198-F83A-4045-8DB9-57D22269E799}">
      <dgm:prSet/>
      <dgm:spPr>
        <a:solidFill>
          <a:schemeClr val="accent1"/>
        </a:solidFill>
      </dgm:spPr>
      <dgm:t>
        <a:bodyPr/>
        <a:lstStyle/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Population et nombre de personnes en sous nutrition dans chaque pays en fonction des années</a:t>
          </a:r>
          <a:endParaRPr lang="fr-FR" sz="1400" b="1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CDD288BA-7D55-43C6-A359-64796E9CF87F}" type="parTrans" cxnId="{5A8A4514-1F88-4E1B-9D0E-78895EFB48F7}">
      <dgm:prSet/>
      <dgm:spPr/>
      <dgm:t>
        <a:bodyPr/>
        <a:lstStyle/>
        <a:p>
          <a:endParaRPr lang="fr-FR"/>
        </a:p>
      </dgm:t>
    </dgm:pt>
    <dgm:pt modelId="{379A619E-A3DA-4C0E-B928-4C4019390CD5}" type="sibTrans" cxnId="{5A8A4514-1F88-4E1B-9D0E-78895EFB48F7}">
      <dgm:prSet/>
      <dgm:spPr/>
      <dgm:t>
        <a:bodyPr/>
        <a:lstStyle/>
        <a:p>
          <a:endParaRPr lang="fr-FR"/>
        </a:p>
      </dgm:t>
    </dgm:pt>
    <dgm:pt modelId="{10C00629-8215-421A-9FBF-50FEF74D8220}" type="pres">
      <dgm:prSet presAssocID="{346B74EA-F213-433A-A2FF-1EA854C469F2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B1D0783-2FD8-414C-A9BA-79C90689D317}" type="pres">
      <dgm:prSet presAssocID="{346B74EA-F213-433A-A2FF-1EA854C469F2}" presName="dummyMaxCanvas" presStyleCnt="0">
        <dgm:presLayoutVars/>
      </dgm:prSet>
      <dgm:spPr/>
    </dgm:pt>
    <dgm:pt modelId="{4B9C6C57-2A4D-4D69-B9C8-5D293BEA73DD}" type="pres">
      <dgm:prSet presAssocID="{346B74EA-F213-433A-A2FF-1EA854C469F2}" presName="ThreeNodes_1" presStyleLbl="node1" presStyleIdx="0" presStyleCnt="3" custScaleY="134359" custLinFactNeighborY="-783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466B3C2-F7B2-4E0C-AEBD-86528B62AC74}" type="pres">
      <dgm:prSet presAssocID="{346B74EA-F213-433A-A2FF-1EA854C469F2}" presName="ThreeNodes_2" presStyleLbl="node1" presStyleIdx="1" presStyleCnt="3" custScaleY="94905" custLinFactNeighborY="724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0A9AB65-E0AA-4763-A769-88ACE6A92FC2}" type="pres">
      <dgm:prSet presAssocID="{346B74EA-F213-433A-A2FF-1EA854C469F2}" presName="ThreeNodes_3" presStyleLbl="node1" presStyleIdx="2" presStyleCnt="3" custLinFactNeighborY="-376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B154E97-7FE3-48A1-9F78-62DCFA14873A}" type="pres">
      <dgm:prSet presAssocID="{346B74EA-F213-433A-A2FF-1EA854C469F2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5BD11A4-3AB5-44FF-9BAB-1FE2F4307021}" type="pres">
      <dgm:prSet presAssocID="{346B74EA-F213-433A-A2FF-1EA854C469F2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BB5DFF1-7BAD-424E-8246-043E152A6EAB}" type="pres">
      <dgm:prSet presAssocID="{346B74EA-F213-433A-A2FF-1EA854C469F2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BA1B0F7-62EC-4FDE-972B-50B26C1A9606}" type="pres">
      <dgm:prSet presAssocID="{346B74EA-F213-433A-A2FF-1EA854C469F2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044EA9D-4F89-4034-9016-C30B00CC9AD0}" type="pres">
      <dgm:prSet presAssocID="{346B74EA-F213-433A-A2FF-1EA854C469F2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4284F76D-6506-447A-A521-333A881E4BE2}" type="presOf" srcId="{55F17307-65AA-48DE-84CA-6255A806A1A9}" destId="{4466B3C2-F7B2-4E0C-AEBD-86528B62AC74}" srcOrd="0" destOrd="0" presId="urn:microsoft.com/office/officeart/2005/8/layout/vProcess5"/>
    <dgm:cxn modelId="{6427A623-FEC6-4062-A8CA-093CCBAA5D49}" type="presOf" srcId="{FC65541F-DB6E-4ED4-8A24-66A6A946435B}" destId="{BBB5DFF1-7BAD-424E-8246-043E152A6EAB}" srcOrd="1" destOrd="0" presId="urn:microsoft.com/office/officeart/2005/8/layout/vProcess5"/>
    <dgm:cxn modelId="{AFAAC125-2530-42DE-9906-D535C410864B}" srcId="{346B74EA-F213-433A-A2FF-1EA854C469F2}" destId="{55F17307-65AA-48DE-84CA-6255A806A1A9}" srcOrd="1" destOrd="0" parTransId="{71162BB1-8926-493F-ACF8-F2218AC51162}" sibTransId="{49B719A9-4BD0-4D23-AB32-8A9419A6C835}"/>
    <dgm:cxn modelId="{70070518-7B08-4387-BF0C-65AC16840FAD}" type="presOf" srcId="{FC65541F-DB6E-4ED4-8A24-66A6A946435B}" destId="{4B9C6C57-2A4D-4D69-B9C8-5D293BEA73DD}" srcOrd="0" destOrd="0" presId="urn:microsoft.com/office/officeart/2005/8/layout/vProcess5"/>
    <dgm:cxn modelId="{5A8A4514-1F88-4E1B-9D0E-78895EFB48F7}" srcId="{FC65541F-DB6E-4ED4-8A24-66A6A946435B}" destId="{4206A198-F83A-4045-8DB9-57D22269E799}" srcOrd="0" destOrd="0" parTransId="{CDD288BA-7D55-43C6-A359-64796E9CF87F}" sibTransId="{379A619E-A3DA-4C0E-B928-4C4019390CD5}"/>
    <dgm:cxn modelId="{9765C287-E36E-4941-8BB0-483DBD925CA0}" srcId="{346B74EA-F213-433A-A2FF-1EA854C469F2}" destId="{FC65541F-DB6E-4ED4-8A24-66A6A946435B}" srcOrd="0" destOrd="0" parTransId="{77D37D73-BCFB-4DEB-A81D-1B9EA10F8BAC}" sibTransId="{0A9D1DE9-29D0-49A2-B2FE-FC6A966FE5B3}"/>
    <dgm:cxn modelId="{903DF0CB-3AFD-4416-AE72-88FC089C5848}" type="presOf" srcId="{0A9D1DE9-29D0-49A2-B2FE-FC6A966FE5B3}" destId="{6B154E97-7FE3-48A1-9F78-62DCFA14873A}" srcOrd="0" destOrd="0" presId="urn:microsoft.com/office/officeart/2005/8/layout/vProcess5"/>
    <dgm:cxn modelId="{2D5D1028-AA77-4F26-A841-44673C2FD8DE}" type="presOf" srcId="{55F17307-65AA-48DE-84CA-6255A806A1A9}" destId="{FBA1B0F7-62EC-4FDE-972B-50B26C1A9606}" srcOrd="1" destOrd="0" presId="urn:microsoft.com/office/officeart/2005/8/layout/vProcess5"/>
    <dgm:cxn modelId="{95467205-0607-40C1-B1E7-4BDB3F59EEBF}" type="presOf" srcId="{6BFFC2CA-2CC8-4320-9FD8-8143606D1316}" destId="{4B9C6C57-2A4D-4D69-B9C8-5D293BEA73DD}" srcOrd="0" destOrd="2" presId="urn:microsoft.com/office/officeart/2005/8/layout/vProcess5"/>
    <dgm:cxn modelId="{7B1E8984-4FA2-43C0-A9AC-9DF12481AD28}" type="presOf" srcId="{4206A198-F83A-4045-8DB9-57D22269E799}" destId="{BBB5DFF1-7BAD-424E-8246-043E152A6EAB}" srcOrd="1" destOrd="1" presId="urn:microsoft.com/office/officeart/2005/8/layout/vProcess5"/>
    <dgm:cxn modelId="{E9986FDA-BDC9-49F0-8A0D-CED34E234EF3}" type="presOf" srcId="{346B74EA-F213-433A-A2FF-1EA854C469F2}" destId="{10C00629-8215-421A-9FBF-50FEF74D8220}" srcOrd="0" destOrd="0" presId="urn:microsoft.com/office/officeart/2005/8/layout/vProcess5"/>
    <dgm:cxn modelId="{689A47AF-1A04-4446-A217-788BE75E0286}" type="presOf" srcId="{1877C425-740F-448B-8C6B-A5EEBE0C9C79}" destId="{E044EA9D-4F89-4034-9016-C30B00CC9AD0}" srcOrd="1" destOrd="0" presId="urn:microsoft.com/office/officeart/2005/8/layout/vProcess5"/>
    <dgm:cxn modelId="{DEDB778B-F7B8-4553-B2F3-CE10692D59A7}" type="presOf" srcId="{8EBEDA01-5338-4017-BC00-9F2238CE969E}" destId="{4B9C6C57-2A4D-4D69-B9C8-5D293BEA73DD}" srcOrd="0" destOrd="3" presId="urn:microsoft.com/office/officeart/2005/8/layout/vProcess5"/>
    <dgm:cxn modelId="{4C538668-12C9-4E33-A877-9A6A6D093ABF}" type="presOf" srcId="{6BFFC2CA-2CC8-4320-9FD8-8143606D1316}" destId="{BBB5DFF1-7BAD-424E-8246-043E152A6EAB}" srcOrd="1" destOrd="2" presId="urn:microsoft.com/office/officeart/2005/8/layout/vProcess5"/>
    <dgm:cxn modelId="{35BB777B-5EDD-480C-94CF-A2EEB848A98C}" type="presOf" srcId="{1877C425-740F-448B-8C6B-A5EEBE0C9C79}" destId="{A0A9AB65-E0AA-4763-A769-88ACE6A92FC2}" srcOrd="0" destOrd="0" presId="urn:microsoft.com/office/officeart/2005/8/layout/vProcess5"/>
    <dgm:cxn modelId="{F34DCF18-E67A-41F5-A96E-A0AE7B926002}" srcId="{346B74EA-F213-433A-A2FF-1EA854C469F2}" destId="{1877C425-740F-448B-8C6B-A5EEBE0C9C79}" srcOrd="2" destOrd="0" parTransId="{0CC8691A-9ACA-4CD3-A910-1981A88CE66B}" sibTransId="{63460193-1FDE-4683-A081-0C5083DD122D}"/>
    <dgm:cxn modelId="{E149EED8-F7AE-4A25-8580-7889F378AAB2}" srcId="{FC65541F-DB6E-4ED4-8A24-66A6A946435B}" destId="{8EBEDA01-5338-4017-BC00-9F2238CE969E}" srcOrd="2" destOrd="0" parTransId="{E4C92E71-3539-4B0D-A9CC-98197FD65732}" sibTransId="{516E15A9-73BA-4D9E-AB78-9C9ADE604800}"/>
    <dgm:cxn modelId="{92EE269F-CB1E-4A41-ACA7-2220E297A588}" srcId="{FC65541F-DB6E-4ED4-8A24-66A6A946435B}" destId="{6BFFC2CA-2CC8-4320-9FD8-8143606D1316}" srcOrd="1" destOrd="0" parTransId="{E1E863BC-9AC6-4860-BF90-77952926DFE3}" sibTransId="{466EB08B-4911-4BD5-9717-115E0788AE29}"/>
    <dgm:cxn modelId="{614DAD7C-6C04-4803-815F-2C8EB856564D}" type="presOf" srcId="{49B719A9-4BD0-4D23-AB32-8A9419A6C835}" destId="{55BD11A4-3AB5-44FF-9BAB-1FE2F4307021}" srcOrd="0" destOrd="0" presId="urn:microsoft.com/office/officeart/2005/8/layout/vProcess5"/>
    <dgm:cxn modelId="{338A40C5-E3EE-4463-A9DC-B4B4B340DAB4}" type="presOf" srcId="{4206A198-F83A-4045-8DB9-57D22269E799}" destId="{4B9C6C57-2A4D-4D69-B9C8-5D293BEA73DD}" srcOrd="0" destOrd="1" presId="urn:microsoft.com/office/officeart/2005/8/layout/vProcess5"/>
    <dgm:cxn modelId="{89AEB243-8F18-407B-AEB2-B432125CB14A}" type="presOf" srcId="{8EBEDA01-5338-4017-BC00-9F2238CE969E}" destId="{BBB5DFF1-7BAD-424E-8246-043E152A6EAB}" srcOrd="1" destOrd="3" presId="urn:microsoft.com/office/officeart/2005/8/layout/vProcess5"/>
    <dgm:cxn modelId="{A0E39B4B-D4BE-41E4-BC38-50A420B00393}" type="presParOf" srcId="{10C00629-8215-421A-9FBF-50FEF74D8220}" destId="{7B1D0783-2FD8-414C-A9BA-79C90689D317}" srcOrd="0" destOrd="0" presId="urn:microsoft.com/office/officeart/2005/8/layout/vProcess5"/>
    <dgm:cxn modelId="{1436B3F7-919F-475C-BA72-85B07ED886B0}" type="presParOf" srcId="{10C00629-8215-421A-9FBF-50FEF74D8220}" destId="{4B9C6C57-2A4D-4D69-B9C8-5D293BEA73DD}" srcOrd="1" destOrd="0" presId="urn:microsoft.com/office/officeart/2005/8/layout/vProcess5"/>
    <dgm:cxn modelId="{59C5C0C3-91B0-4CD1-A553-A4ABB4EF1C18}" type="presParOf" srcId="{10C00629-8215-421A-9FBF-50FEF74D8220}" destId="{4466B3C2-F7B2-4E0C-AEBD-86528B62AC74}" srcOrd="2" destOrd="0" presId="urn:microsoft.com/office/officeart/2005/8/layout/vProcess5"/>
    <dgm:cxn modelId="{186A00E1-DA43-493F-8196-A62D7D09F0BB}" type="presParOf" srcId="{10C00629-8215-421A-9FBF-50FEF74D8220}" destId="{A0A9AB65-E0AA-4763-A769-88ACE6A92FC2}" srcOrd="3" destOrd="0" presId="urn:microsoft.com/office/officeart/2005/8/layout/vProcess5"/>
    <dgm:cxn modelId="{6FAE577E-331F-4CCA-A6C5-689FC06179FA}" type="presParOf" srcId="{10C00629-8215-421A-9FBF-50FEF74D8220}" destId="{6B154E97-7FE3-48A1-9F78-62DCFA14873A}" srcOrd="4" destOrd="0" presId="urn:microsoft.com/office/officeart/2005/8/layout/vProcess5"/>
    <dgm:cxn modelId="{B419B591-ABA1-4865-BDB7-26A2DFB494A6}" type="presParOf" srcId="{10C00629-8215-421A-9FBF-50FEF74D8220}" destId="{55BD11A4-3AB5-44FF-9BAB-1FE2F4307021}" srcOrd="5" destOrd="0" presId="urn:microsoft.com/office/officeart/2005/8/layout/vProcess5"/>
    <dgm:cxn modelId="{187BEA3D-59FA-4B47-8304-B98837EF11B3}" type="presParOf" srcId="{10C00629-8215-421A-9FBF-50FEF74D8220}" destId="{BBB5DFF1-7BAD-424E-8246-043E152A6EAB}" srcOrd="6" destOrd="0" presId="urn:microsoft.com/office/officeart/2005/8/layout/vProcess5"/>
    <dgm:cxn modelId="{8BB0E56D-223C-40E6-B3E3-86232B0FDAB8}" type="presParOf" srcId="{10C00629-8215-421A-9FBF-50FEF74D8220}" destId="{FBA1B0F7-62EC-4FDE-972B-50B26C1A9606}" srcOrd="7" destOrd="0" presId="urn:microsoft.com/office/officeart/2005/8/layout/vProcess5"/>
    <dgm:cxn modelId="{09CE532D-6CD7-43DF-B851-98F6D70C4070}" type="presParOf" srcId="{10C00629-8215-421A-9FBF-50FEF74D8220}" destId="{E044EA9D-4F89-4034-9016-C30B00CC9AD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6B74EA-F213-433A-A2FF-1EA854C469F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C65541F-DB6E-4ED4-8A24-66A6A946435B}">
      <dgm:prSet phldrT="[Text]" custT="1"/>
      <dgm:spPr>
        <a:solidFill>
          <a:schemeClr val="accent1"/>
        </a:solidFill>
      </dgm:spPr>
      <dgm:t>
        <a:bodyPr/>
        <a:lstStyle/>
        <a:p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Calcul de la disponibilité alimentaire totale journalière (kcal/jour) pour chaque pays :</a:t>
          </a:r>
        </a:p>
        <a:p>
          <a:r>
            <a:rPr lang="fr-FR" sz="1200" smtClean="0">
              <a:solidFill>
                <a:schemeClr val="tx1"/>
              </a:solidFill>
              <a:latin typeface="Century Gothic" panose="020B0502020202020204" pitchFamily="34" charset="0"/>
            </a:rPr>
            <a:t>=&gt; 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Multiplication de la « Disponibilité alimentaire (Kcal/personne/jour 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) par sa 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« Population » en 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2017</a:t>
          </a:r>
        </a:p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=&gt; Stockage des résultats dans une nouvelle colonne « </a:t>
          </a:r>
          <a:r>
            <a:rPr lang="fr-FR" sz="1200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Dispo_kcal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 »</a:t>
          </a:r>
          <a:endParaRPr lang="fr-FR" sz="1200" dirty="0" smtClean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77D37D73-BCFB-4DEB-A81D-1B9EA10F8BAC}" type="parTrans" cxnId="{9765C287-E36E-4941-8BB0-483DBD925CA0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0A9D1DE9-29D0-49A2-B2FE-FC6A966FE5B3}" type="sibTrans" cxnId="{9765C287-E36E-4941-8BB0-483DBD925CA0}">
      <dgm:prSet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55F17307-65AA-48DE-84CA-6255A806A1A9}">
      <dgm:prSet phldrT="[Text]" custT="1"/>
      <dgm:spPr>
        <a:solidFill>
          <a:schemeClr val="accent1"/>
        </a:solidFill>
      </dgm:spPr>
      <dgm:t>
        <a:bodyPr/>
        <a:lstStyle/>
        <a:p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Calcul </a:t>
          </a:r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de la disponibilité alimentaire journalière totale pour le monde en </a:t>
          </a:r>
          <a:r>
            <a:rPr lang="fr-FR" sz="16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2017 :</a:t>
          </a:r>
        </a:p>
        <a:p>
          <a:r>
            <a:rPr lang="fr-FR" sz="1200" dirty="0" smtClean="0">
              <a:latin typeface="Century Gothic" panose="020B0502020202020204" pitchFamily="34" charset="0"/>
            </a:rPr>
            <a:t>	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=&gt; .</a:t>
          </a:r>
          <a:r>
            <a:rPr lang="fr-FR" sz="1200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sum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() sur la colonne « </a:t>
          </a:r>
          <a:r>
            <a:rPr lang="fr-FR" sz="1200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Dispo_kcal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 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 »</a:t>
          </a:r>
          <a:endParaRPr lang="fr-FR" sz="105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71162BB1-8926-493F-ACF8-F2218AC51162}" type="parTrans" cxnId="{AFAAC125-2530-42DE-9906-D535C410864B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49B719A9-4BD0-4D23-AB32-8A9419A6C835}" type="sibTrans" cxnId="{AFAAC125-2530-42DE-9906-D535C410864B}">
      <dgm:prSet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1877C425-740F-448B-8C6B-A5EEBE0C9C79}">
      <dgm:prSet phldrT="[Text]" custT="1"/>
      <dgm:spPr>
        <a:solidFill>
          <a:schemeClr val="accent1"/>
        </a:solidFill>
      </dgm:spPr>
      <dgm:t>
        <a:bodyPr/>
        <a:lstStyle/>
        <a:p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Calcul </a:t>
          </a:r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du nombre de personnes pouvant être nourries avec les ressources disponibles dans le monde en 2017 </a:t>
          </a:r>
          <a:r>
            <a:rPr lang="fr-FR" sz="16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:</a:t>
          </a:r>
        </a:p>
        <a:p>
          <a:r>
            <a:rPr lang="fr-FR" sz="1200" dirty="0" smtClean="0">
              <a:latin typeface="Century Gothic" panose="020B0502020202020204" pitchFamily="34" charset="0"/>
            </a:rPr>
            <a:t>	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=&gt; division de la disponibilité alimentaire totale journalière précédente par 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2250*</a:t>
          </a:r>
          <a:endParaRPr lang="fr-FR" sz="16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0CC8691A-9ACA-4CD3-A910-1981A88CE66B}" type="parTrans" cxnId="{F34DCF18-E67A-41F5-A96E-A0AE7B926002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63460193-1FDE-4683-A081-0C5083DD122D}" type="sibTrans" cxnId="{F34DCF18-E67A-41F5-A96E-A0AE7B926002}">
      <dgm:prSet/>
      <dgm:spPr/>
      <dgm:t>
        <a:bodyPr/>
        <a:lstStyle/>
        <a:p>
          <a:endParaRPr lang="fr-FR">
            <a:latin typeface="Century Gothic" panose="020B0502020202020204" pitchFamily="34" charset="0"/>
          </a:endParaRPr>
        </a:p>
      </dgm:t>
    </dgm:pt>
    <dgm:pt modelId="{10C00629-8215-421A-9FBF-50FEF74D8220}" type="pres">
      <dgm:prSet presAssocID="{346B74EA-F213-433A-A2FF-1EA854C469F2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B1D0783-2FD8-414C-A9BA-79C90689D317}" type="pres">
      <dgm:prSet presAssocID="{346B74EA-F213-433A-A2FF-1EA854C469F2}" presName="dummyMaxCanvas" presStyleCnt="0">
        <dgm:presLayoutVars/>
      </dgm:prSet>
      <dgm:spPr/>
    </dgm:pt>
    <dgm:pt modelId="{4B9C6C57-2A4D-4D69-B9C8-5D293BEA73DD}" type="pres">
      <dgm:prSet presAssocID="{346B74EA-F213-433A-A2FF-1EA854C469F2}" presName="ThreeNodes_1" presStyleLbl="node1" presStyleIdx="0" presStyleCnt="3" custScaleY="119068" custLinFactNeighborY="-220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466B3C2-F7B2-4E0C-AEBD-86528B62AC74}" type="pres">
      <dgm:prSet presAssocID="{346B74EA-F213-433A-A2FF-1EA854C469F2}" presName="ThreeNodes_2" presStyleLbl="node1" presStyleIdx="1" presStyleCnt="3" custScaleY="94905" custLinFactNeighborY="-198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0A9AB65-E0AA-4763-A769-88ACE6A92FC2}" type="pres">
      <dgm:prSet presAssocID="{346B74EA-F213-433A-A2FF-1EA854C469F2}" presName="ThreeNodes_3" presStyleLbl="node1" presStyleIdx="2" presStyleCnt="3" custScaleY="113524" custLinFactNeighborY="-477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B154E97-7FE3-48A1-9F78-62DCFA14873A}" type="pres">
      <dgm:prSet presAssocID="{346B74EA-F213-433A-A2FF-1EA854C469F2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5BD11A4-3AB5-44FF-9BAB-1FE2F4307021}" type="pres">
      <dgm:prSet presAssocID="{346B74EA-F213-433A-A2FF-1EA854C469F2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BB5DFF1-7BAD-424E-8246-043E152A6EAB}" type="pres">
      <dgm:prSet presAssocID="{346B74EA-F213-433A-A2FF-1EA854C469F2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BA1B0F7-62EC-4FDE-972B-50B26C1A9606}" type="pres">
      <dgm:prSet presAssocID="{346B74EA-F213-433A-A2FF-1EA854C469F2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044EA9D-4F89-4034-9016-C30B00CC9AD0}" type="pres">
      <dgm:prSet presAssocID="{346B74EA-F213-433A-A2FF-1EA854C469F2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4EA9208D-87E8-4CB8-B44B-6D759867F21E}" type="presOf" srcId="{1877C425-740F-448B-8C6B-A5EEBE0C9C79}" destId="{E044EA9D-4F89-4034-9016-C30B00CC9AD0}" srcOrd="1" destOrd="0" presId="urn:microsoft.com/office/officeart/2005/8/layout/vProcess5"/>
    <dgm:cxn modelId="{850C0425-0FA3-448D-BA00-D323399D749A}" type="presOf" srcId="{55F17307-65AA-48DE-84CA-6255A806A1A9}" destId="{FBA1B0F7-62EC-4FDE-972B-50B26C1A9606}" srcOrd="1" destOrd="0" presId="urn:microsoft.com/office/officeart/2005/8/layout/vProcess5"/>
    <dgm:cxn modelId="{295F7896-609F-4BB9-BDED-6B37B2B3829D}" type="presOf" srcId="{346B74EA-F213-433A-A2FF-1EA854C469F2}" destId="{10C00629-8215-421A-9FBF-50FEF74D8220}" srcOrd="0" destOrd="0" presId="urn:microsoft.com/office/officeart/2005/8/layout/vProcess5"/>
    <dgm:cxn modelId="{AFAAC125-2530-42DE-9906-D535C410864B}" srcId="{346B74EA-F213-433A-A2FF-1EA854C469F2}" destId="{55F17307-65AA-48DE-84CA-6255A806A1A9}" srcOrd="1" destOrd="0" parTransId="{71162BB1-8926-493F-ACF8-F2218AC51162}" sibTransId="{49B719A9-4BD0-4D23-AB32-8A9419A6C835}"/>
    <dgm:cxn modelId="{7252567A-B9A1-4E0C-B6B0-FC9A3AB175AD}" type="presOf" srcId="{49B719A9-4BD0-4D23-AB32-8A9419A6C835}" destId="{55BD11A4-3AB5-44FF-9BAB-1FE2F4307021}" srcOrd="0" destOrd="0" presId="urn:microsoft.com/office/officeart/2005/8/layout/vProcess5"/>
    <dgm:cxn modelId="{905C7FEE-E898-42D9-B30B-64ED7C0DFD53}" type="presOf" srcId="{0A9D1DE9-29D0-49A2-B2FE-FC6A966FE5B3}" destId="{6B154E97-7FE3-48A1-9F78-62DCFA14873A}" srcOrd="0" destOrd="0" presId="urn:microsoft.com/office/officeart/2005/8/layout/vProcess5"/>
    <dgm:cxn modelId="{18DD0A4C-1775-4F65-A9C1-6D70A5A2C927}" type="presOf" srcId="{55F17307-65AA-48DE-84CA-6255A806A1A9}" destId="{4466B3C2-F7B2-4E0C-AEBD-86528B62AC74}" srcOrd="0" destOrd="0" presId="urn:microsoft.com/office/officeart/2005/8/layout/vProcess5"/>
    <dgm:cxn modelId="{9765C287-E36E-4941-8BB0-483DBD925CA0}" srcId="{346B74EA-F213-433A-A2FF-1EA854C469F2}" destId="{FC65541F-DB6E-4ED4-8A24-66A6A946435B}" srcOrd="0" destOrd="0" parTransId="{77D37D73-BCFB-4DEB-A81D-1B9EA10F8BAC}" sibTransId="{0A9D1DE9-29D0-49A2-B2FE-FC6A966FE5B3}"/>
    <dgm:cxn modelId="{1FF91251-3F5B-41D7-8B48-F353E4B44AC1}" type="presOf" srcId="{FC65541F-DB6E-4ED4-8A24-66A6A946435B}" destId="{4B9C6C57-2A4D-4D69-B9C8-5D293BEA73DD}" srcOrd="0" destOrd="0" presId="urn:microsoft.com/office/officeart/2005/8/layout/vProcess5"/>
    <dgm:cxn modelId="{C9B01B58-8BE8-4C22-8374-0B3C06BB1379}" type="presOf" srcId="{FC65541F-DB6E-4ED4-8A24-66A6A946435B}" destId="{BBB5DFF1-7BAD-424E-8246-043E152A6EAB}" srcOrd="1" destOrd="0" presId="urn:microsoft.com/office/officeart/2005/8/layout/vProcess5"/>
    <dgm:cxn modelId="{B1E45847-0BA1-4A6D-BD0F-B6EE54300EDC}" type="presOf" srcId="{1877C425-740F-448B-8C6B-A5EEBE0C9C79}" destId="{A0A9AB65-E0AA-4763-A769-88ACE6A92FC2}" srcOrd="0" destOrd="0" presId="urn:microsoft.com/office/officeart/2005/8/layout/vProcess5"/>
    <dgm:cxn modelId="{F34DCF18-E67A-41F5-A96E-A0AE7B926002}" srcId="{346B74EA-F213-433A-A2FF-1EA854C469F2}" destId="{1877C425-740F-448B-8C6B-A5EEBE0C9C79}" srcOrd="2" destOrd="0" parTransId="{0CC8691A-9ACA-4CD3-A910-1981A88CE66B}" sibTransId="{63460193-1FDE-4683-A081-0C5083DD122D}"/>
    <dgm:cxn modelId="{20981D85-FE21-41D3-A168-9836BA4C1208}" type="presParOf" srcId="{10C00629-8215-421A-9FBF-50FEF74D8220}" destId="{7B1D0783-2FD8-414C-A9BA-79C90689D317}" srcOrd="0" destOrd="0" presId="urn:microsoft.com/office/officeart/2005/8/layout/vProcess5"/>
    <dgm:cxn modelId="{92EB3A1E-8DF9-466C-9D9A-70184C2ED4A0}" type="presParOf" srcId="{10C00629-8215-421A-9FBF-50FEF74D8220}" destId="{4B9C6C57-2A4D-4D69-B9C8-5D293BEA73DD}" srcOrd="1" destOrd="0" presId="urn:microsoft.com/office/officeart/2005/8/layout/vProcess5"/>
    <dgm:cxn modelId="{A973AE54-72C2-4109-B0A4-771E8D78C9C2}" type="presParOf" srcId="{10C00629-8215-421A-9FBF-50FEF74D8220}" destId="{4466B3C2-F7B2-4E0C-AEBD-86528B62AC74}" srcOrd="2" destOrd="0" presId="urn:microsoft.com/office/officeart/2005/8/layout/vProcess5"/>
    <dgm:cxn modelId="{B2CD5AE0-EAE0-4EAB-A1E1-6E043096AFC6}" type="presParOf" srcId="{10C00629-8215-421A-9FBF-50FEF74D8220}" destId="{A0A9AB65-E0AA-4763-A769-88ACE6A92FC2}" srcOrd="3" destOrd="0" presId="urn:microsoft.com/office/officeart/2005/8/layout/vProcess5"/>
    <dgm:cxn modelId="{862DFBBC-CBBF-4594-8C25-A440567C34DB}" type="presParOf" srcId="{10C00629-8215-421A-9FBF-50FEF74D8220}" destId="{6B154E97-7FE3-48A1-9F78-62DCFA14873A}" srcOrd="4" destOrd="0" presId="urn:microsoft.com/office/officeart/2005/8/layout/vProcess5"/>
    <dgm:cxn modelId="{F294AC7A-F15E-41C2-8AA1-B7E89805309A}" type="presParOf" srcId="{10C00629-8215-421A-9FBF-50FEF74D8220}" destId="{55BD11A4-3AB5-44FF-9BAB-1FE2F4307021}" srcOrd="5" destOrd="0" presId="urn:microsoft.com/office/officeart/2005/8/layout/vProcess5"/>
    <dgm:cxn modelId="{B2F566D8-1B46-4A01-AF83-442699CE74FD}" type="presParOf" srcId="{10C00629-8215-421A-9FBF-50FEF74D8220}" destId="{BBB5DFF1-7BAD-424E-8246-043E152A6EAB}" srcOrd="6" destOrd="0" presId="urn:microsoft.com/office/officeart/2005/8/layout/vProcess5"/>
    <dgm:cxn modelId="{A1EA98E1-52C0-4436-AFE3-26F1FD08F85B}" type="presParOf" srcId="{10C00629-8215-421A-9FBF-50FEF74D8220}" destId="{FBA1B0F7-62EC-4FDE-972B-50B26C1A9606}" srcOrd="7" destOrd="0" presId="urn:microsoft.com/office/officeart/2005/8/layout/vProcess5"/>
    <dgm:cxn modelId="{4030BE92-4E1C-403C-9D63-8AAE835E0C3F}" type="presParOf" srcId="{10C00629-8215-421A-9FBF-50FEF74D8220}" destId="{E044EA9D-4F89-4034-9016-C30B00CC9AD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50D9C97-141C-4AC7-8CEB-91DB41CA5D6B}" type="doc">
      <dgm:prSet loTypeId="urn:microsoft.com/office/officeart/2005/8/layout/chart3" loCatId="relationship" qsTypeId="urn:microsoft.com/office/officeart/2005/8/quickstyle/simple1" qsCatId="simple" csTypeId="urn:microsoft.com/office/officeart/2005/8/colors/colorful5" csCatId="colorful" phldr="1"/>
      <dgm:spPr/>
    </dgm:pt>
    <dgm:pt modelId="{E6652A3B-B8FB-4763-9922-AA75D31310C1}">
      <dgm:prSet phldrT="[Text]" custT="1"/>
      <dgm:spPr>
        <a:ln>
          <a:noFill/>
        </a:ln>
      </dgm:spPr>
      <dgm:t>
        <a:bodyPr/>
        <a:lstStyle/>
        <a:p>
          <a:pPr algn="ctr"/>
          <a:r>
            <a:rPr lang="fr-FR" sz="12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8,96 % 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en sous nutrition </a:t>
          </a:r>
        </a:p>
        <a:p>
          <a:pPr algn="ctr"/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(6,2 millions)</a:t>
          </a:r>
          <a:endParaRPr lang="fr-FR" sz="11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65E16F93-9F8D-4A82-B035-66D18E69A89D}" type="parTrans" cxnId="{8ACEACD3-AFD3-4DB1-8971-919786F0E5C8}">
      <dgm:prSet/>
      <dgm:spPr/>
      <dgm:t>
        <a:bodyPr/>
        <a:lstStyle/>
        <a:p>
          <a:endParaRPr lang="fr-FR" sz="120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46F1AC92-567C-4DF2-8C65-CD2BC55E5C0E}" type="sibTrans" cxnId="{8ACEACD3-AFD3-4DB1-8971-919786F0E5C8}">
      <dgm:prSet/>
      <dgm:spPr/>
      <dgm:t>
        <a:bodyPr/>
        <a:lstStyle/>
        <a:p>
          <a:endParaRPr lang="fr-FR" sz="120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54354C91-4A56-45F3-93BB-CBB844734436}">
      <dgm:prSet phldrT="[Text]" custT="1"/>
      <dgm:spPr>
        <a:solidFill>
          <a:schemeClr val="accent1"/>
        </a:solidFill>
        <a:ln>
          <a:noFill/>
        </a:ln>
      </dgm:spPr>
      <dgm:t>
        <a:bodyPr/>
        <a:lstStyle/>
        <a:p>
          <a:r>
            <a:rPr lang="fr-FR" sz="12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69,2 millions </a:t>
          </a:r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de personnes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0510FB34-FC69-4D5B-AB40-10475A4FD8FE}" type="parTrans" cxnId="{DF129B99-B8D6-426F-A3D7-B6D6742F90B7}">
      <dgm:prSet/>
      <dgm:spPr/>
      <dgm:t>
        <a:bodyPr/>
        <a:lstStyle/>
        <a:p>
          <a:endParaRPr lang="fr-FR" sz="120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7698A0CF-51BB-44BF-8953-C50561D2A1ED}" type="sibTrans" cxnId="{DF129B99-B8D6-426F-A3D7-B6D6742F90B7}">
      <dgm:prSet/>
      <dgm:spPr/>
      <dgm:t>
        <a:bodyPr/>
        <a:lstStyle/>
        <a:p>
          <a:endParaRPr lang="fr-FR" sz="120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84ED03E9-F100-4936-BD30-C47808074847}">
      <dgm:prSet phldrT="[Text]" custT="1"/>
      <dgm:spPr>
        <a:solidFill>
          <a:schemeClr val="accent1"/>
        </a:solidFill>
        <a:ln>
          <a:noFill/>
        </a:ln>
      </dgm:spPr>
      <dgm:t>
        <a:bodyPr/>
        <a:lstStyle/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Population Thaïlande :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84DE4097-AFE8-43FA-879E-36493D62B693}" type="sibTrans" cxnId="{1437105A-6098-44EE-B184-35A2E57E1D1E}">
      <dgm:prSet/>
      <dgm:spPr/>
      <dgm:t>
        <a:bodyPr/>
        <a:lstStyle/>
        <a:p>
          <a:endParaRPr lang="fr-FR" sz="120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F3FC408E-6A3A-4FA8-9809-469EC5F2BC9A}" type="parTrans" cxnId="{1437105A-6098-44EE-B184-35A2E57E1D1E}">
      <dgm:prSet/>
      <dgm:spPr/>
      <dgm:t>
        <a:bodyPr/>
        <a:lstStyle/>
        <a:p>
          <a:endParaRPr lang="fr-FR" sz="120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4E4ACF26-4D2A-435D-BCE6-9BCE42579AB5}" type="pres">
      <dgm:prSet presAssocID="{350D9C97-141C-4AC7-8CEB-91DB41CA5D6B}" presName="compositeShape" presStyleCnt="0">
        <dgm:presLayoutVars>
          <dgm:chMax val="7"/>
          <dgm:dir/>
          <dgm:resizeHandles val="exact"/>
        </dgm:presLayoutVars>
      </dgm:prSet>
      <dgm:spPr/>
    </dgm:pt>
    <dgm:pt modelId="{041705F0-833E-40FC-B3C9-F0CE50EEA2E7}" type="pres">
      <dgm:prSet presAssocID="{350D9C97-141C-4AC7-8CEB-91DB41CA5D6B}" presName="wedge1" presStyleLbl="node1" presStyleIdx="0" presStyleCnt="3" custLinFactNeighborY="468"/>
      <dgm:spPr/>
      <dgm:t>
        <a:bodyPr/>
        <a:lstStyle/>
        <a:p>
          <a:endParaRPr lang="fr-FR"/>
        </a:p>
      </dgm:t>
    </dgm:pt>
    <dgm:pt modelId="{D12C4395-39E4-4C2B-924A-8C9E9A94B175}" type="pres">
      <dgm:prSet presAssocID="{350D9C97-141C-4AC7-8CEB-91DB41CA5D6B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43246D3-94F5-434D-AB09-4A51966E86A7}" type="pres">
      <dgm:prSet presAssocID="{350D9C97-141C-4AC7-8CEB-91DB41CA5D6B}" presName="wedge2" presStyleLbl="node1" presStyleIdx="1" presStyleCnt="3"/>
      <dgm:spPr/>
      <dgm:t>
        <a:bodyPr/>
        <a:lstStyle/>
        <a:p>
          <a:endParaRPr lang="fr-FR"/>
        </a:p>
      </dgm:t>
    </dgm:pt>
    <dgm:pt modelId="{788F2656-0346-4F72-A7DB-F8EA26FEDCA3}" type="pres">
      <dgm:prSet presAssocID="{350D9C97-141C-4AC7-8CEB-91DB41CA5D6B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9FEE351-D1CA-40CB-8DDC-C9A3D03FA58F}" type="pres">
      <dgm:prSet presAssocID="{350D9C97-141C-4AC7-8CEB-91DB41CA5D6B}" presName="wedge3" presStyleLbl="node1" presStyleIdx="2" presStyleCnt="3"/>
      <dgm:spPr/>
      <dgm:t>
        <a:bodyPr/>
        <a:lstStyle/>
        <a:p>
          <a:endParaRPr lang="fr-FR"/>
        </a:p>
      </dgm:t>
    </dgm:pt>
    <dgm:pt modelId="{46D5C1A1-94F1-46ED-B174-AB1052A4BEB1}" type="pres">
      <dgm:prSet presAssocID="{350D9C97-141C-4AC7-8CEB-91DB41CA5D6B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EF759D6-5297-4480-BDF4-FF2AAE723AB7}" type="presOf" srcId="{E6652A3B-B8FB-4763-9922-AA75D31310C1}" destId="{041705F0-833E-40FC-B3C9-F0CE50EEA2E7}" srcOrd="0" destOrd="0" presId="urn:microsoft.com/office/officeart/2005/8/layout/chart3"/>
    <dgm:cxn modelId="{55CCAF6C-A56F-4DB2-BE29-E1EEE5F6301D}" type="presOf" srcId="{54354C91-4A56-45F3-93BB-CBB844734436}" destId="{A43246D3-94F5-434D-AB09-4A51966E86A7}" srcOrd="0" destOrd="0" presId="urn:microsoft.com/office/officeart/2005/8/layout/chart3"/>
    <dgm:cxn modelId="{8ACEACD3-AFD3-4DB1-8971-919786F0E5C8}" srcId="{350D9C97-141C-4AC7-8CEB-91DB41CA5D6B}" destId="{E6652A3B-B8FB-4763-9922-AA75D31310C1}" srcOrd="0" destOrd="0" parTransId="{65E16F93-9F8D-4A82-B035-66D18E69A89D}" sibTransId="{46F1AC92-567C-4DF2-8C65-CD2BC55E5C0E}"/>
    <dgm:cxn modelId="{19284998-3E3A-48B6-A60A-BD037C0760FF}" type="presOf" srcId="{54354C91-4A56-45F3-93BB-CBB844734436}" destId="{788F2656-0346-4F72-A7DB-F8EA26FEDCA3}" srcOrd="1" destOrd="0" presId="urn:microsoft.com/office/officeart/2005/8/layout/chart3"/>
    <dgm:cxn modelId="{263F8C1E-3FB7-4FFF-B889-65EA2CC319AF}" type="presOf" srcId="{E6652A3B-B8FB-4763-9922-AA75D31310C1}" destId="{D12C4395-39E4-4C2B-924A-8C9E9A94B175}" srcOrd="1" destOrd="0" presId="urn:microsoft.com/office/officeart/2005/8/layout/chart3"/>
    <dgm:cxn modelId="{62AC0A0C-9A27-44D2-A6CE-C3E3E838F9AA}" type="presOf" srcId="{84ED03E9-F100-4936-BD30-C47808074847}" destId="{46D5C1A1-94F1-46ED-B174-AB1052A4BEB1}" srcOrd="1" destOrd="0" presId="urn:microsoft.com/office/officeart/2005/8/layout/chart3"/>
    <dgm:cxn modelId="{1437105A-6098-44EE-B184-35A2E57E1D1E}" srcId="{350D9C97-141C-4AC7-8CEB-91DB41CA5D6B}" destId="{84ED03E9-F100-4936-BD30-C47808074847}" srcOrd="2" destOrd="0" parTransId="{F3FC408E-6A3A-4FA8-9809-469EC5F2BC9A}" sibTransId="{84DE4097-AFE8-43FA-879E-36493D62B693}"/>
    <dgm:cxn modelId="{089FD0AB-48A8-425B-877D-25F3F4CF1A6A}" type="presOf" srcId="{84ED03E9-F100-4936-BD30-C47808074847}" destId="{89FEE351-D1CA-40CB-8DDC-C9A3D03FA58F}" srcOrd="0" destOrd="0" presId="urn:microsoft.com/office/officeart/2005/8/layout/chart3"/>
    <dgm:cxn modelId="{FA67C59D-B96D-49AD-8F28-F9B9D25E06F2}" type="presOf" srcId="{350D9C97-141C-4AC7-8CEB-91DB41CA5D6B}" destId="{4E4ACF26-4D2A-435D-BCE6-9BCE42579AB5}" srcOrd="0" destOrd="0" presId="urn:microsoft.com/office/officeart/2005/8/layout/chart3"/>
    <dgm:cxn modelId="{DF129B99-B8D6-426F-A3D7-B6D6742F90B7}" srcId="{350D9C97-141C-4AC7-8CEB-91DB41CA5D6B}" destId="{54354C91-4A56-45F3-93BB-CBB844734436}" srcOrd="1" destOrd="0" parTransId="{0510FB34-FC69-4D5B-AB40-10475A4FD8FE}" sibTransId="{7698A0CF-51BB-44BF-8953-C50561D2A1ED}"/>
    <dgm:cxn modelId="{69ECF3E2-6D59-459B-ABC3-CA09CBA6401D}" type="presParOf" srcId="{4E4ACF26-4D2A-435D-BCE6-9BCE42579AB5}" destId="{041705F0-833E-40FC-B3C9-F0CE50EEA2E7}" srcOrd="0" destOrd="0" presId="urn:microsoft.com/office/officeart/2005/8/layout/chart3"/>
    <dgm:cxn modelId="{BD7F8C58-C946-4328-9B62-F1E2E5FF149F}" type="presParOf" srcId="{4E4ACF26-4D2A-435D-BCE6-9BCE42579AB5}" destId="{D12C4395-39E4-4C2B-924A-8C9E9A94B175}" srcOrd="1" destOrd="0" presId="urn:microsoft.com/office/officeart/2005/8/layout/chart3"/>
    <dgm:cxn modelId="{C59B5261-48E6-41DC-8261-FC7FE85CB7C9}" type="presParOf" srcId="{4E4ACF26-4D2A-435D-BCE6-9BCE42579AB5}" destId="{A43246D3-94F5-434D-AB09-4A51966E86A7}" srcOrd="2" destOrd="0" presId="urn:microsoft.com/office/officeart/2005/8/layout/chart3"/>
    <dgm:cxn modelId="{0560A9AB-1A27-48E7-8E0F-AFBEB8F041E2}" type="presParOf" srcId="{4E4ACF26-4D2A-435D-BCE6-9BCE42579AB5}" destId="{788F2656-0346-4F72-A7DB-F8EA26FEDCA3}" srcOrd="3" destOrd="0" presId="urn:microsoft.com/office/officeart/2005/8/layout/chart3"/>
    <dgm:cxn modelId="{8125838E-9065-4009-A91F-F07D9EF61B73}" type="presParOf" srcId="{4E4ACF26-4D2A-435D-BCE6-9BCE42579AB5}" destId="{89FEE351-D1CA-40CB-8DDC-C9A3D03FA58F}" srcOrd="4" destOrd="0" presId="urn:microsoft.com/office/officeart/2005/8/layout/chart3"/>
    <dgm:cxn modelId="{8599C662-3A9C-4A03-A55A-1A55F3125287}" type="presParOf" srcId="{4E4ACF26-4D2A-435D-BCE6-9BCE42579AB5}" destId="{46D5C1A1-94F1-46ED-B174-AB1052A4BEB1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CE394C-BBFF-40B4-9BD4-9B09AA385812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3ACE4EF-E1EB-4E58-BF41-1B8E10542D1E}">
      <dgm:prSet phldrT="[Text]" custT="1"/>
      <dgm:spPr/>
      <dgm:t>
        <a:bodyPr/>
        <a:lstStyle/>
        <a:p>
          <a:r>
            <a:rPr lang="fr-FR" sz="1400" dirty="0" smtClean="0">
              <a:solidFill>
                <a:schemeClr val="tx1"/>
              </a:solidFill>
              <a:latin typeface="Century Gothic" panose="020B0502020202020204" pitchFamily="34" charset="0"/>
            </a:rPr>
            <a:t>30,23 milliards de kg</a:t>
          </a:r>
          <a:endParaRPr lang="fr-FR" sz="14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B7E7FE10-B5B4-4126-BA36-D92774E59A06}" type="parTrans" cxnId="{E3B2DC9A-C2B2-427C-A417-62F4FD84768F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25BE43C0-AD6F-4ED8-B9FE-913D54A2AA94}" type="sibTrans" cxnId="{E3B2DC9A-C2B2-427C-A417-62F4FD84768F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87FC7847-EAA1-44BE-99C4-BD35BC5E2FD0}">
      <dgm:prSet phldrT="[Text]" custT="1"/>
      <dgm:spPr/>
      <dgm:t>
        <a:bodyPr/>
        <a:lstStyle/>
        <a:p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83,41 % exportés</a:t>
          </a:r>
        </a:p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(25,21 milliards de kg)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C8FA6F81-E9BA-4260-B43D-967D4613655A}" type="parTrans" cxnId="{40CCDD64-F2E6-4FC6-B9DB-1B96D7690443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0F3BD3C4-0473-4E4E-926A-DD3B2D6B1264}" type="sibTrans" cxnId="{40CCDD64-F2E6-4FC6-B9DB-1B96D7690443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F05CEF4B-FAA7-4A8F-9657-8F50027E859C}">
      <dgm:prSet phldrT="[Text]" custT="1"/>
      <dgm:spPr/>
      <dgm:t>
        <a:bodyPr/>
        <a:lstStyle/>
        <a:p>
          <a:r>
            <a:rPr lang="fr-FR" sz="1400" dirty="0" smtClean="0">
              <a:solidFill>
                <a:schemeClr val="tx1"/>
              </a:solidFill>
              <a:latin typeface="Century Gothic" panose="020B0502020202020204" pitchFamily="34" charset="0"/>
            </a:rPr>
            <a:t>Reste 36g, 40 kcal, /jour/personne</a:t>
          </a:r>
        </a:p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(inclus importations)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3C9BFC5B-AA3F-43F4-849B-17A43B81922D}" type="parTrans" cxnId="{BD1BCF0E-FD6C-43E3-BCF7-6AD91635FFEE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744F4801-0D69-4DA8-BDB2-BA416E02469C}" type="sibTrans" cxnId="{BD1BCF0E-FD6C-43E3-BCF7-6AD91635FFEE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5A0046FB-AD0E-4E5B-8EEB-14599E53EEC5}">
      <dgm:prSet phldrT="[Text]" custT="1"/>
      <dgm:spPr/>
      <dgm:t>
        <a:bodyPr/>
        <a:lstStyle/>
        <a:p>
          <a:r>
            <a:rPr lang="fr-FR" sz="1400" dirty="0" smtClean="0">
              <a:solidFill>
                <a:schemeClr val="tx1"/>
              </a:solidFill>
              <a:latin typeface="Century Gothic" panose="020B0502020202020204" pitchFamily="34" charset="0"/>
            </a:rPr>
            <a:t>2,88 % </a:t>
          </a:r>
        </a:p>
        <a:p>
          <a:r>
            <a:rPr lang="fr-FR" sz="1400" dirty="0" smtClean="0">
              <a:solidFill>
                <a:schemeClr val="tx1"/>
              </a:solidFill>
              <a:latin typeface="Century Gothic" panose="020B0502020202020204" pitchFamily="34" charset="0"/>
            </a:rPr>
            <a:t>Alimentation humaine</a:t>
          </a:r>
          <a:endParaRPr lang="fr-FR" sz="14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2A2FF98F-14DA-435F-B9B9-B03912098C97}" type="parTrans" cxnId="{AB0986F4-ECA9-4E52-BD7C-9FDA89D4F913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37BBA1C2-7D36-4C97-AB5D-98F5982665CE}" type="sibTrans" cxnId="{AB0986F4-ECA9-4E52-BD7C-9FDA89D4F913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D5A3508B-885A-4FC9-99EB-5FA862574B01}">
      <dgm:prSet phldrT="[Text]" custT="1"/>
      <dgm:spPr/>
      <dgm:t>
        <a:bodyPr/>
        <a:lstStyle/>
        <a:p>
          <a:r>
            <a:rPr lang="fr-FR" sz="1400" dirty="0" smtClean="0">
              <a:solidFill>
                <a:schemeClr val="tx1"/>
              </a:solidFill>
              <a:latin typeface="Century Gothic" panose="020B0502020202020204" pitchFamily="34" charset="0"/>
            </a:rPr>
            <a:t>5 % Perdus</a:t>
          </a:r>
        </a:p>
      </dgm:t>
    </dgm:pt>
    <dgm:pt modelId="{3003B652-7E4A-4EC9-88CC-145F3D1789DE}" type="parTrans" cxnId="{DEE2B4C4-4A7D-4466-BA8D-E3F28A25BA71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C0B30A3A-9A22-421B-8F57-2332FE8B0BE9}" type="sibTrans" cxnId="{DEE2B4C4-4A7D-4466-BA8D-E3F28A25BA71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203690BF-6CBF-46F9-9F19-1D6D5FFA49DF}" type="pres">
      <dgm:prSet presAssocID="{B7CE394C-BBFF-40B4-9BD4-9B09AA38581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F813FD8B-25DC-420D-BB78-8EB13F5DE92A}" type="pres">
      <dgm:prSet presAssocID="{93ACE4EF-E1EB-4E58-BF41-1B8E10542D1E}" presName="hierRoot1" presStyleCnt="0">
        <dgm:presLayoutVars>
          <dgm:hierBranch val="init"/>
        </dgm:presLayoutVars>
      </dgm:prSet>
      <dgm:spPr/>
    </dgm:pt>
    <dgm:pt modelId="{21306212-02CA-43F0-8B1F-AAE1041F6445}" type="pres">
      <dgm:prSet presAssocID="{93ACE4EF-E1EB-4E58-BF41-1B8E10542D1E}" presName="rootComposite1" presStyleCnt="0"/>
      <dgm:spPr/>
    </dgm:pt>
    <dgm:pt modelId="{07D38E7C-8EB5-405F-8A29-0C1A67AF1D2E}" type="pres">
      <dgm:prSet presAssocID="{93ACE4EF-E1EB-4E58-BF41-1B8E10542D1E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91D011F4-0D3E-43EF-A323-E1EFE883D4F2}" type="pres">
      <dgm:prSet presAssocID="{93ACE4EF-E1EB-4E58-BF41-1B8E10542D1E}" presName="rootConnector1" presStyleLbl="node1" presStyleIdx="0" presStyleCnt="0"/>
      <dgm:spPr/>
      <dgm:t>
        <a:bodyPr/>
        <a:lstStyle/>
        <a:p>
          <a:endParaRPr lang="fr-FR"/>
        </a:p>
      </dgm:t>
    </dgm:pt>
    <dgm:pt modelId="{7F41063E-2A95-42D4-8649-91A252B33C42}" type="pres">
      <dgm:prSet presAssocID="{93ACE4EF-E1EB-4E58-BF41-1B8E10542D1E}" presName="hierChild2" presStyleCnt="0"/>
      <dgm:spPr/>
    </dgm:pt>
    <dgm:pt modelId="{E0CF03B1-03C2-48AE-AB4A-C750543278B6}" type="pres">
      <dgm:prSet presAssocID="{C8FA6F81-E9BA-4260-B43D-967D4613655A}" presName="Name64" presStyleLbl="parChTrans1D2" presStyleIdx="0" presStyleCnt="2"/>
      <dgm:spPr/>
      <dgm:t>
        <a:bodyPr/>
        <a:lstStyle/>
        <a:p>
          <a:endParaRPr lang="fr-FR"/>
        </a:p>
      </dgm:t>
    </dgm:pt>
    <dgm:pt modelId="{55AC1101-EA58-4E6F-BEAC-5DE19FB1E954}" type="pres">
      <dgm:prSet presAssocID="{87FC7847-EAA1-44BE-99C4-BD35BC5E2FD0}" presName="hierRoot2" presStyleCnt="0">
        <dgm:presLayoutVars>
          <dgm:hierBranch val="init"/>
        </dgm:presLayoutVars>
      </dgm:prSet>
      <dgm:spPr/>
    </dgm:pt>
    <dgm:pt modelId="{DF23C245-8502-4D48-9797-B34D85B217F8}" type="pres">
      <dgm:prSet presAssocID="{87FC7847-EAA1-44BE-99C4-BD35BC5E2FD0}" presName="rootComposite" presStyleCnt="0"/>
      <dgm:spPr/>
    </dgm:pt>
    <dgm:pt modelId="{873832E5-0057-4627-97EC-C9BE52C4647A}" type="pres">
      <dgm:prSet presAssocID="{87FC7847-EAA1-44BE-99C4-BD35BC5E2FD0}" presName="rootText" presStyleLbl="node2" presStyleIdx="0" presStyleCnt="2" custLinFactNeighborY="-62873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F777BBD7-4010-42BA-8A84-020333BD3431}" type="pres">
      <dgm:prSet presAssocID="{87FC7847-EAA1-44BE-99C4-BD35BC5E2FD0}" presName="rootConnector" presStyleLbl="node2" presStyleIdx="0" presStyleCnt="2"/>
      <dgm:spPr/>
      <dgm:t>
        <a:bodyPr/>
        <a:lstStyle/>
        <a:p>
          <a:endParaRPr lang="fr-FR"/>
        </a:p>
      </dgm:t>
    </dgm:pt>
    <dgm:pt modelId="{D53FFCFD-9BBB-43E9-8F76-6BD9EC03826F}" type="pres">
      <dgm:prSet presAssocID="{87FC7847-EAA1-44BE-99C4-BD35BC5E2FD0}" presName="hierChild4" presStyleCnt="0"/>
      <dgm:spPr/>
    </dgm:pt>
    <dgm:pt modelId="{2F51B380-9554-4705-914F-37E0F0057868}" type="pres">
      <dgm:prSet presAssocID="{87FC7847-EAA1-44BE-99C4-BD35BC5E2FD0}" presName="hierChild5" presStyleCnt="0"/>
      <dgm:spPr/>
    </dgm:pt>
    <dgm:pt modelId="{E7869B39-51E4-47AA-BD45-880C588F0557}" type="pres">
      <dgm:prSet presAssocID="{3C9BFC5B-AA3F-43F4-849B-17A43B81922D}" presName="Name64" presStyleLbl="parChTrans1D2" presStyleIdx="1" presStyleCnt="2"/>
      <dgm:spPr/>
      <dgm:t>
        <a:bodyPr/>
        <a:lstStyle/>
        <a:p>
          <a:endParaRPr lang="fr-FR"/>
        </a:p>
      </dgm:t>
    </dgm:pt>
    <dgm:pt modelId="{BE00F09F-702C-4049-B274-531F71EF89D5}" type="pres">
      <dgm:prSet presAssocID="{F05CEF4B-FAA7-4A8F-9657-8F50027E859C}" presName="hierRoot2" presStyleCnt="0">
        <dgm:presLayoutVars>
          <dgm:hierBranch val="init"/>
        </dgm:presLayoutVars>
      </dgm:prSet>
      <dgm:spPr/>
    </dgm:pt>
    <dgm:pt modelId="{3625D8D4-79F3-4F0B-B36D-06CB84BB0409}" type="pres">
      <dgm:prSet presAssocID="{F05CEF4B-FAA7-4A8F-9657-8F50027E859C}" presName="rootComposite" presStyleCnt="0"/>
      <dgm:spPr/>
    </dgm:pt>
    <dgm:pt modelId="{377C8F6E-C9F3-40E5-B764-C9B866AB7F60}" type="pres">
      <dgm:prSet presAssocID="{F05CEF4B-FAA7-4A8F-9657-8F50027E859C}" presName="rootText" presStyleLbl="node2" presStyleIdx="1" presStyleCnt="2" custScaleY="122728" custLinFactNeighborY="625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58A97258-ED1C-4731-8CCB-7603C6661E5D}" type="pres">
      <dgm:prSet presAssocID="{F05CEF4B-FAA7-4A8F-9657-8F50027E859C}" presName="rootConnector" presStyleLbl="node2" presStyleIdx="1" presStyleCnt="2"/>
      <dgm:spPr/>
      <dgm:t>
        <a:bodyPr/>
        <a:lstStyle/>
        <a:p>
          <a:endParaRPr lang="fr-FR"/>
        </a:p>
      </dgm:t>
    </dgm:pt>
    <dgm:pt modelId="{14D79A49-2BC1-42B3-B8B4-4C1CCF0B0253}" type="pres">
      <dgm:prSet presAssocID="{F05CEF4B-FAA7-4A8F-9657-8F50027E859C}" presName="hierChild4" presStyleCnt="0"/>
      <dgm:spPr/>
    </dgm:pt>
    <dgm:pt modelId="{75AC4832-51B3-4CE8-96D6-BEC0B3E1CE0A}" type="pres">
      <dgm:prSet presAssocID="{2A2FF98F-14DA-435F-B9B9-B03912098C97}" presName="Name64" presStyleLbl="parChTrans1D3" presStyleIdx="0" presStyleCnt="2"/>
      <dgm:spPr/>
      <dgm:t>
        <a:bodyPr/>
        <a:lstStyle/>
        <a:p>
          <a:endParaRPr lang="fr-FR"/>
        </a:p>
      </dgm:t>
    </dgm:pt>
    <dgm:pt modelId="{D96E3C76-883A-4645-81C8-605CC9B64DFB}" type="pres">
      <dgm:prSet presAssocID="{5A0046FB-AD0E-4E5B-8EEB-14599E53EEC5}" presName="hierRoot2" presStyleCnt="0">
        <dgm:presLayoutVars>
          <dgm:hierBranch val="init"/>
        </dgm:presLayoutVars>
      </dgm:prSet>
      <dgm:spPr/>
    </dgm:pt>
    <dgm:pt modelId="{AE50789C-D2F2-4143-AA79-09F0E3D74AE7}" type="pres">
      <dgm:prSet presAssocID="{5A0046FB-AD0E-4E5B-8EEB-14599E53EEC5}" presName="rootComposite" presStyleCnt="0"/>
      <dgm:spPr/>
    </dgm:pt>
    <dgm:pt modelId="{EAC0CEC9-206A-4C58-B336-1BAB8A844328}" type="pres">
      <dgm:prSet presAssocID="{5A0046FB-AD0E-4E5B-8EEB-14599E53EEC5}" presName="rootText" presStyleLbl="node3" presStyleIdx="0" presStyleCnt="2" custLinFactNeighborY="74180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1FACE1CF-9BAF-4FD8-953F-95C0C99E932A}" type="pres">
      <dgm:prSet presAssocID="{5A0046FB-AD0E-4E5B-8EEB-14599E53EEC5}" presName="rootConnector" presStyleLbl="node3" presStyleIdx="0" presStyleCnt="2"/>
      <dgm:spPr/>
      <dgm:t>
        <a:bodyPr/>
        <a:lstStyle/>
        <a:p>
          <a:endParaRPr lang="fr-FR"/>
        </a:p>
      </dgm:t>
    </dgm:pt>
    <dgm:pt modelId="{10268CF7-1180-4565-BF68-2FFA6B080CB4}" type="pres">
      <dgm:prSet presAssocID="{5A0046FB-AD0E-4E5B-8EEB-14599E53EEC5}" presName="hierChild4" presStyleCnt="0"/>
      <dgm:spPr/>
    </dgm:pt>
    <dgm:pt modelId="{96D3B366-3A8C-44F9-A7E4-BE2CFF9ED17A}" type="pres">
      <dgm:prSet presAssocID="{5A0046FB-AD0E-4E5B-8EEB-14599E53EEC5}" presName="hierChild5" presStyleCnt="0"/>
      <dgm:spPr/>
    </dgm:pt>
    <dgm:pt modelId="{9A80F5DE-CEAE-4824-ACC2-E8AA23E98D0B}" type="pres">
      <dgm:prSet presAssocID="{3003B652-7E4A-4EC9-88CC-145F3D1789DE}" presName="Name64" presStyleLbl="parChTrans1D3" presStyleIdx="1" presStyleCnt="2"/>
      <dgm:spPr/>
      <dgm:t>
        <a:bodyPr/>
        <a:lstStyle/>
        <a:p>
          <a:endParaRPr lang="fr-FR"/>
        </a:p>
      </dgm:t>
    </dgm:pt>
    <dgm:pt modelId="{AB1D4ED3-F949-4C63-B092-D55408EB3140}" type="pres">
      <dgm:prSet presAssocID="{D5A3508B-885A-4FC9-99EB-5FA862574B01}" presName="hierRoot2" presStyleCnt="0">
        <dgm:presLayoutVars>
          <dgm:hierBranch val="init"/>
        </dgm:presLayoutVars>
      </dgm:prSet>
      <dgm:spPr/>
    </dgm:pt>
    <dgm:pt modelId="{FCA11253-9F05-4812-8ABA-81E50D7A2C40}" type="pres">
      <dgm:prSet presAssocID="{D5A3508B-885A-4FC9-99EB-5FA862574B01}" presName="rootComposite" presStyleCnt="0"/>
      <dgm:spPr/>
    </dgm:pt>
    <dgm:pt modelId="{45AD15B7-9AA4-4719-AF79-63A5DBD8907D}" type="pres">
      <dgm:prSet presAssocID="{D5A3508B-885A-4FC9-99EB-5FA862574B01}" presName="rootText" presStyleLbl="node3" presStyleIdx="1" presStyleCnt="2" custLinFactNeighborY="50801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713ED2D7-6AE1-400B-8D98-9905E1CC0618}" type="pres">
      <dgm:prSet presAssocID="{D5A3508B-885A-4FC9-99EB-5FA862574B01}" presName="rootConnector" presStyleLbl="node3" presStyleIdx="1" presStyleCnt="2"/>
      <dgm:spPr/>
      <dgm:t>
        <a:bodyPr/>
        <a:lstStyle/>
        <a:p>
          <a:endParaRPr lang="fr-FR"/>
        </a:p>
      </dgm:t>
    </dgm:pt>
    <dgm:pt modelId="{DB852EA6-1F35-4913-99E5-F5662607DE1F}" type="pres">
      <dgm:prSet presAssocID="{D5A3508B-885A-4FC9-99EB-5FA862574B01}" presName="hierChild4" presStyleCnt="0"/>
      <dgm:spPr/>
    </dgm:pt>
    <dgm:pt modelId="{C64E6763-417D-4DC8-BDBA-808F974DCBF8}" type="pres">
      <dgm:prSet presAssocID="{D5A3508B-885A-4FC9-99EB-5FA862574B01}" presName="hierChild5" presStyleCnt="0"/>
      <dgm:spPr/>
    </dgm:pt>
    <dgm:pt modelId="{7179DC34-D24D-4F57-A878-3D539C369215}" type="pres">
      <dgm:prSet presAssocID="{F05CEF4B-FAA7-4A8F-9657-8F50027E859C}" presName="hierChild5" presStyleCnt="0"/>
      <dgm:spPr/>
    </dgm:pt>
    <dgm:pt modelId="{8EB837AD-C0CB-48D2-9C95-EC907DCE9DCF}" type="pres">
      <dgm:prSet presAssocID="{93ACE4EF-E1EB-4E58-BF41-1B8E10542D1E}" presName="hierChild3" presStyleCnt="0"/>
      <dgm:spPr/>
    </dgm:pt>
  </dgm:ptLst>
  <dgm:cxnLst>
    <dgm:cxn modelId="{9E8ABDBC-7698-42E2-B7B5-31508EA2FDCA}" type="presOf" srcId="{93ACE4EF-E1EB-4E58-BF41-1B8E10542D1E}" destId="{07D38E7C-8EB5-405F-8A29-0C1A67AF1D2E}" srcOrd="0" destOrd="0" presId="urn:microsoft.com/office/officeart/2009/3/layout/HorizontalOrganizationChart"/>
    <dgm:cxn modelId="{5A79981B-68B5-4BC7-99BE-7851BC3BDF54}" type="presOf" srcId="{3003B652-7E4A-4EC9-88CC-145F3D1789DE}" destId="{9A80F5DE-CEAE-4824-ACC2-E8AA23E98D0B}" srcOrd="0" destOrd="0" presId="urn:microsoft.com/office/officeart/2009/3/layout/HorizontalOrganizationChart"/>
    <dgm:cxn modelId="{BD1BCF0E-FD6C-43E3-BCF7-6AD91635FFEE}" srcId="{93ACE4EF-E1EB-4E58-BF41-1B8E10542D1E}" destId="{F05CEF4B-FAA7-4A8F-9657-8F50027E859C}" srcOrd="1" destOrd="0" parTransId="{3C9BFC5B-AA3F-43F4-849B-17A43B81922D}" sibTransId="{744F4801-0D69-4DA8-BDB2-BA416E02469C}"/>
    <dgm:cxn modelId="{E17E55F8-D166-4C71-9B4F-887CA73D706C}" type="presOf" srcId="{5A0046FB-AD0E-4E5B-8EEB-14599E53EEC5}" destId="{1FACE1CF-9BAF-4FD8-953F-95C0C99E932A}" srcOrd="1" destOrd="0" presId="urn:microsoft.com/office/officeart/2009/3/layout/HorizontalOrganizationChart"/>
    <dgm:cxn modelId="{40CCDD64-F2E6-4FC6-B9DB-1B96D7690443}" srcId="{93ACE4EF-E1EB-4E58-BF41-1B8E10542D1E}" destId="{87FC7847-EAA1-44BE-99C4-BD35BC5E2FD0}" srcOrd="0" destOrd="0" parTransId="{C8FA6F81-E9BA-4260-B43D-967D4613655A}" sibTransId="{0F3BD3C4-0473-4E4E-926A-DD3B2D6B1264}"/>
    <dgm:cxn modelId="{DD37B26F-EA8F-4635-A85F-C932CC5F8D47}" type="presOf" srcId="{3C9BFC5B-AA3F-43F4-849B-17A43B81922D}" destId="{E7869B39-51E4-47AA-BD45-880C588F0557}" srcOrd="0" destOrd="0" presId="urn:microsoft.com/office/officeart/2009/3/layout/HorizontalOrganizationChart"/>
    <dgm:cxn modelId="{1527EF37-A6E3-4A50-B0C3-95393E51BDB1}" type="presOf" srcId="{93ACE4EF-E1EB-4E58-BF41-1B8E10542D1E}" destId="{91D011F4-0D3E-43EF-A323-E1EFE883D4F2}" srcOrd="1" destOrd="0" presId="urn:microsoft.com/office/officeart/2009/3/layout/HorizontalOrganizationChart"/>
    <dgm:cxn modelId="{524D43B3-AC63-4FAE-8C00-1AA552F046FD}" type="presOf" srcId="{F05CEF4B-FAA7-4A8F-9657-8F50027E859C}" destId="{58A97258-ED1C-4731-8CCB-7603C6661E5D}" srcOrd="1" destOrd="0" presId="urn:microsoft.com/office/officeart/2009/3/layout/HorizontalOrganizationChart"/>
    <dgm:cxn modelId="{E3B2DC9A-C2B2-427C-A417-62F4FD84768F}" srcId="{B7CE394C-BBFF-40B4-9BD4-9B09AA385812}" destId="{93ACE4EF-E1EB-4E58-BF41-1B8E10542D1E}" srcOrd="0" destOrd="0" parTransId="{B7E7FE10-B5B4-4126-BA36-D92774E59A06}" sibTransId="{25BE43C0-AD6F-4ED8-B9FE-913D54A2AA94}"/>
    <dgm:cxn modelId="{70D2F9EC-6DAD-488D-A37D-CE0E47409A19}" type="presOf" srcId="{87FC7847-EAA1-44BE-99C4-BD35BC5E2FD0}" destId="{873832E5-0057-4627-97EC-C9BE52C4647A}" srcOrd="0" destOrd="0" presId="urn:microsoft.com/office/officeart/2009/3/layout/HorizontalOrganizationChart"/>
    <dgm:cxn modelId="{F8AE9ECD-7967-4428-A476-1DB7ED1D532C}" type="presOf" srcId="{B7CE394C-BBFF-40B4-9BD4-9B09AA385812}" destId="{203690BF-6CBF-46F9-9F19-1D6D5FFA49DF}" srcOrd="0" destOrd="0" presId="urn:microsoft.com/office/officeart/2009/3/layout/HorizontalOrganizationChart"/>
    <dgm:cxn modelId="{ED7738D7-62A0-4806-A59F-F138D545F8A6}" type="presOf" srcId="{F05CEF4B-FAA7-4A8F-9657-8F50027E859C}" destId="{377C8F6E-C9F3-40E5-B764-C9B866AB7F60}" srcOrd="0" destOrd="0" presId="urn:microsoft.com/office/officeart/2009/3/layout/HorizontalOrganizationChart"/>
    <dgm:cxn modelId="{7CD430A2-540C-4CC4-A0D4-C09D925477B6}" type="presOf" srcId="{87FC7847-EAA1-44BE-99C4-BD35BC5E2FD0}" destId="{F777BBD7-4010-42BA-8A84-020333BD3431}" srcOrd="1" destOrd="0" presId="urn:microsoft.com/office/officeart/2009/3/layout/HorizontalOrganizationChart"/>
    <dgm:cxn modelId="{1B6D6E18-D47C-4028-BBB1-6C0A7E2611E2}" type="presOf" srcId="{D5A3508B-885A-4FC9-99EB-5FA862574B01}" destId="{713ED2D7-6AE1-400B-8D98-9905E1CC0618}" srcOrd="1" destOrd="0" presId="urn:microsoft.com/office/officeart/2009/3/layout/HorizontalOrganizationChart"/>
    <dgm:cxn modelId="{AB0986F4-ECA9-4E52-BD7C-9FDA89D4F913}" srcId="{F05CEF4B-FAA7-4A8F-9657-8F50027E859C}" destId="{5A0046FB-AD0E-4E5B-8EEB-14599E53EEC5}" srcOrd="0" destOrd="0" parTransId="{2A2FF98F-14DA-435F-B9B9-B03912098C97}" sibTransId="{37BBA1C2-7D36-4C97-AB5D-98F5982665CE}"/>
    <dgm:cxn modelId="{DEE2B4C4-4A7D-4466-BA8D-E3F28A25BA71}" srcId="{F05CEF4B-FAA7-4A8F-9657-8F50027E859C}" destId="{D5A3508B-885A-4FC9-99EB-5FA862574B01}" srcOrd="1" destOrd="0" parTransId="{3003B652-7E4A-4EC9-88CC-145F3D1789DE}" sibTransId="{C0B30A3A-9A22-421B-8F57-2332FE8B0BE9}"/>
    <dgm:cxn modelId="{08D4DDA6-7858-4AD7-B343-51D44BD7C861}" type="presOf" srcId="{C8FA6F81-E9BA-4260-B43D-967D4613655A}" destId="{E0CF03B1-03C2-48AE-AB4A-C750543278B6}" srcOrd="0" destOrd="0" presId="urn:microsoft.com/office/officeart/2009/3/layout/HorizontalOrganizationChart"/>
    <dgm:cxn modelId="{5A6C0B43-0A35-4BC1-B637-B81FA8A70F67}" type="presOf" srcId="{D5A3508B-885A-4FC9-99EB-5FA862574B01}" destId="{45AD15B7-9AA4-4719-AF79-63A5DBD8907D}" srcOrd="0" destOrd="0" presId="urn:microsoft.com/office/officeart/2009/3/layout/HorizontalOrganizationChart"/>
    <dgm:cxn modelId="{CDBA0994-DF45-4EF4-8277-6E80DED7F0CA}" type="presOf" srcId="{2A2FF98F-14DA-435F-B9B9-B03912098C97}" destId="{75AC4832-51B3-4CE8-96D6-BEC0B3E1CE0A}" srcOrd="0" destOrd="0" presId="urn:microsoft.com/office/officeart/2009/3/layout/HorizontalOrganizationChart"/>
    <dgm:cxn modelId="{5C29BF15-A882-4D76-97CD-7CAB35204C2A}" type="presOf" srcId="{5A0046FB-AD0E-4E5B-8EEB-14599E53EEC5}" destId="{EAC0CEC9-206A-4C58-B336-1BAB8A844328}" srcOrd="0" destOrd="0" presId="urn:microsoft.com/office/officeart/2009/3/layout/HorizontalOrganizationChart"/>
    <dgm:cxn modelId="{251E10FB-9250-495F-AFA0-7C014227C3FF}" type="presParOf" srcId="{203690BF-6CBF-46F9-9F19-1D6D5FFA49DF}" destId="{F813FD8B-25DC-420D-BB78-8EB13F5DE92A}" srcOrd="0" destOrd="0" presId="urn:microsoft.com/office/officeart/2009/3/layout/HorizontalOrganizationChart"/>
    <dgm:cxn modelId="{2536F4AF-6494-4F2C-A4FF-4303AD6F7D7B}" type="presParOf" srcId="{F813FD8B-25DC-420D-BB78-8EB13F5DE92A}" destId="{21306212-02CA-43F0-8B1F-AAE1041F6445}" srcOrd="0" destOrd="0" presId="urn:microsoft.com/office/officeart/2009/3/layout/HorizontalOrganizationChart"/>
    <dgm:cxn modelId="{A61F9B54-8AD2-49D3-987A-68942D821616}" type="presParOf" srcId="{21306212-02CA-43F0-8B1F-AAE1041F6445}" destId="{07D38E7C-8EB5-405F-8A29-0C1A67AF1D2E}" srcOrd="0" destOrd="0" presId="urn:microsoft.com/office/officeart/2009/3/layout/HorizontalOrganizationChart"/>
    <dgm:cxn modelId="{C5CCF350-0E53-40D1-A91B-F9BC68B2B047}" type="presParOf" srcId="{21306212-02CA-43F0-8B1F-AAE1041F6445}" destId="{91D011F4-0D3E-43EF-A323-E1EFE883D4F2}" srcOrd="1" destOrd="0" presId="urn:microsoft.com/office/officeart/2009/3/layout/HorizontalOrganizationChart"/>
    <dgm:cxn modelId="{E606E09D-B6AF-4E13-A20A-1CDA5523FF5C}" type="presParOf" srcId="{F813FD8B-25DC-420D-BB78-8EB13F5DE92A}" destId="{7F41063E-2A95-42D4-8649-91A252B33C42}" srcOrd="1" destOrd="0" presId="urn:microsoft.com/office/officeart/2009/3/layout/HorizontalOrganizationChart"/>
    <dgm:cxn modelId="{5B7A6678-719C-429B-8F00-F7014F9D1DA2}" type="presParOf" srcId="{7F41063E-2A95-42D4-8649-91A252B33C42}" destId="{E0CF03B1-03C2-48AE-AB4A-C750543278B6}" srcOrd="0" destOrd="0" presId="urn:microsoft.com/office/officeart/2009/3/layout/HorizontalOrganizationChart"/>
    <dgm:cxn modelId="{8764091A-85C9-47EF-B1D2-CE6BB60719E8}" type="presParOf" srcId="{7F41063E-2A95-42D4-8649-91A252B33C42}" destId="{55AC1101-EA58-4E6F-BEAC-5DE19FB1E954}" srcOrd="1" destOrd="0" presId="urn:microsoft.com/office/officeart/2009/3/layout/HorizontalOrganizationChart"/>
    <dgm:cxn modelId="{EB031CE4-566A-476C-8797-374255B50E4F}" type="presParOf" srcId="{55AC1101-EA58-4E6F-BEAC-5DE19FB1E954}" destId="{DF23C245-8502-4D48-9797-B34D85B217F8}" srcOrd="0" destOrd="0" presId="urn:microsoft.com/office/officeart/2009/3/layout/HorizontalOrganizationChart"/>
    <dgm:cxn modelId="{819DD440-D879-483A-9C20-182F204C8B8C}" type="presParOf" srcId="{DF23C245-8502-4D48-9797-B34D85B217F8}" destId="{873832E5-0057-4627-97EC-C9BE52C4647A}" srcOrd="0" destOrd="0" presId="urn:microsoft.com/office/officeart/2009/3/layout/HorizontalOrganizationChart"/>
    <dgm:cxn modelId="{6CF0CA66-FA7B-4A1F-B8F7-D22058B47080}" type="presParOf" srcId="{DF23C245-8502-4D48-9797-B34D85B217F8}" destId="{F777BBD7-4010-42BA-8A84-020333BD3431}" srcOrd="1" destOrd="0" presId="urn:microsoft.com/office/officeart/2009/3/layout/HorizontalOrganizationChart"/>
    <dgm:cxn modelId="{85A60F62-81EB-471C-A1BE-9D5911E1912E}" type="presParOf" srcId="{55AC1101-EA58-4E6F-BEAC-5DE19FB1E954}" destId="{D53FFCFD-9BBB-43E9-8F76-6BD9EC03826F}" srcOrd="1" destOrd="0" presId="urn:microsoft.com/office/officeart/2009/3/layout/HorizontalOrganizationChart"/>
    <dgm:cxn modelId="{1BBDA496-5334-45F7-A39E-15D44B51EF2E}" type="presParOf" srcId="{55AC1101-EA58-4E6F-BEAC-5DE19FB1E954}" destId="{2F51B380-9554-4705-914F-37E0F0057868}" srcOrd="2" destOrd="0" presId="urn:microsoft.com/office/officeart/2009/3/layout/HorizontalOrganizationChart"/>
    <dgm:cxn modelId="{6409A5E7-CEB0-4A0D-92F2-A84285A5F0A4}" type="presParOf" srcId="{7F41063E-2A95-42D4-8649-91A252B33C42}" destId="{E7869B39-51E4-47AA-BD45-880C588F0557}" srcOrd="2" destOrd="0" presId="urn:microsoft.com/office/officeart/2009/3/layout/HorizontalOrganizationChart"/>
    <dgm:cxn modelId="{DC05D9F2-FE8A-4BB5-863C-3ED7D0D35C7A}" type="presParOf" srcId="{7F41063E-2A95-42D4-8649-91A252B33C42}" destId="{BE00F09F-702C-4049-B274-531F71EF89D5}" srcOrd="3" destOrd="0" presId="urn:microsoft.com/office/officeart/2009/3/layout/HorizontalOrganizationChart"/>
    <dgm:cxn modelId="{F8B4652C-F232-4EE7-A914-69AD21E4B6AA}" type="presParOf" srcId="{BE00F09F-702C-4049-B274-531F71EF89D5}" destId="{3625D8D4-79F3-4F0B-B36D-06CB84BB0409}" srcOrd="0" destOrd="0" presId="urn:microsoft.com/office/officeart/2009/3/layout/HorizontalOrganizationChart"/>
    <dgm:cxn modelId="{DD03679A-4D88-411E-B664-08017D544DF2}" type="presParOf" srcId="{3625D8D4-79F3-4F0B-B36D-06CB84BB0409}" destId="{377C8F6E-C9F3-40E5-B764-C9B866AB7F60}" srcOrd="0" destOrd="0" presId="urn:microsoft.com/office/officeart/2009/3/layout/HorizontalOrganizationChart"/>
    <dgm:cxn modelId="{3E74774B-260F-4531-A731-8FE4A018D693}" type="presParOf" srcId="{3625D8D4-79F3-4F0B-B36D-06CB84BB0409}" destId="{58A97258-ED1C-4731-8CCB-7603C6661E5D}" srcOrd="1" destOrd="0" presId="urn:microsoft.com/office/officeart/2009/3/layout/HorizontalOrganizationChart"/>
    <dgm:cxn modelId="{913AE775-4FF5-4F09-B698-E827F06D785D}" type="presParOf" srcId="{BE00F09F-702C-4049-B274-531F71EF89D5}" destId="{14D79A49-2BC1-42B3-B8B4-4C1CCF0B0253}" srcOrd="1" destOrd="0" presId="urn:microsoft.com/office/officeart/2009/3/layout/HorizontalOrganizationChart"/>
    <dgm:cxn modelId="{C7E50442-892B-4442-BFD3-475AC19A9122}" type="presParOf" srcId="{14D79A49-2BC1-42B3-B8B4-4C1CCF0B0253}" destId="{75AC4832-51B3-4CE8-96D6-BEC0B3E1CE0A}" srcOrd="0" destOrd="0" presId="urn:microsoft.com/office/officeart/2009/3/layout/HorizontalOrganizationChart"/>
    <dgm:cxn modelId="{537D888E-7B51-4020-911C-D2E12C51BC1B}" type="presParOf" srcId="{14D79A49-2BC1-42B3-B8B4-4C1CCF0B0253}" destId="{D96E3C76-883A-4645-81C8-605CC9B64DFB}" srcOrd="1" destOrd="0" presId="urn:microsoft.com/office/officeart/2009/3/layout/HorizontalOrganizationChart"/>
    <dgm:cxn modelId="{C273F225-6262-4AB9-95ED-63D3691009E1}" type="presParOf" srcId="{D96E3C76-883A-4645-81C8-605CC9B64DFB}" destId="{AE50789C-D2F2-4143-AA79-09F0E3D74AE7}" srcOrd="0" destOrd="0" presId="urn:microsoft.com/office/officeart/2009/3/layout/HorizontalOrganizationChart"/>
    <dgm:cxn modelId="{BA47AABE-16D8-40AF-AA89-B2C7E9ABB8F3}" type="presParOf" srcId="{AE50789C-D2F2-4143-AA79-09F0E3D74AE7}" destId="{EAC0CEC9-206A-4C58-B336-1BAB8A844328}" srcOrd="0" destOrd="0" presId="urn:microsoft.com/office/officeart/2009/3/layout/HorizontalOrganizationChart"/>
    <dgm:cxn modelId="{56744209-0D5E-488A-A787-345CA899F8CC}" type="presParOf" srcId="{AE50789C-D2F2-4143-AA79-09F0E3D74AE7}" destId="{1FACE1CF-9BAF-4FD8-953F-95C0C99E932A}" srcOrd="1" destOrd="0" presId="urn:microsoft.com/office/officeart/2009/3/layout/HorizontalOrganizationChart"/>
    <dgm:cxn modelId="{7525D7BF-68EE-432D-9477-25D1D8D9C4ED}" type="presParOf" srcId="{D96E3C76-883A-4645-81C8-605CC9B64DFB}" destId="{10268CF7-1180-4565-BF68-2FFA6B080CB4}" srcOrd="1" destOrd="0" presId="urn:microsoft.com/office/officeart/2009/3/layout/HorizontalOrganizationChart"/>
    <dgm:cxn modelId="{A2494E46-4B55-4AB7-A00F-AEBC27270A2A}" type="presParOf" srcId="{D96E3C76-883A-4645-81C8-605CC9B64DFB}" destId="{96D3B366-3A8C-44F9-A7E4-BE2CFF9ED17A}" srcOrd="2" destOrd="0" presId="urn:microsoft.com/office/officeart/2009/3/layout/HorizontalOrganizationChart"/>
    <dgm:cxn modelId="{23BE05D0-CE0A-4998-91B5-2C3F623E8D91}" type="presParOf" srcId="{14D79A49-2BC1-42B3-B8B4-4C1CCF0B0253}" destId="{9A80F5DE-CEAE-4824-ACC2-E8AA23E98D0B}" srcOrd="2" destOrd="0" presId="urn:microsoft.com/office/officeart/2009/3/layout/HorizontalOrganizationChart"/>
    <dgm:cxn modelId="{798DF5E9-4949-4D83-9812-0A05C211FD28}" type="presParOf" srcId="{14D79A49-2BC1-42B3-B8B4-4C1CCF0B0253}" destId="{AB1D4ED3-F949-4C63-B092-D55408EB3140}" srcOrd="3" destOrd="0" presId="urn:microsoft.com/office/officeart/2009/3/layout/HorizontalOrganizationChart"/>
    <dgm:cxn modelId="{2B08BF1F-7C5D-4689-B969-6475DA5686A3}" type="presParOf" srcId="{AB1D4ED3-F949-4C63-B092-D55408EB3140}" destId="{FCA11253-9F05-4812-8ABA-81E50D7A2C40}" srcOrd="0" destOrd="0" presId="urn:microsoft.com/office/officeart/2009/3/layout/HorizontalOrganizationChart"/>
    <dgm:cxn modelId="{69EE9285-3B1C-4141-8C7C-63E44BBD2CEF}" type="presParOf" srcId="{FCA11253-9F05-4812-8ABA-81E50D7A2C40}" destId="{45AD15B7-9AA4-4719-AF79-63A5DBD8907D}" srcOrd="0" destOrd="0" presId="urn:microsoft.com/office/officeart/2009/3/layout/HorizontalOrganizationChart"/>
    <dgm:cxn modelId="{DD7E63C3-F24A-4093-8B3C-D5F6ECE3DBCC}" type="presParOf" srcId="{FCA11253-9F05-4812-8ABA-81E50D7A2C40}" destId="{713ED2D7-6AE1-400B-8D98-9905E1CC0618}" srcOrd="1" destOrd="0" presId="urn:microsoft.com/office/officeart/2009/3/layout/HorizontalOrganizationChart"/>
    <dgm:cxn modelId="{0F3824AC-39C1-470C-B365-B2E09D404812}" type="presParOf" srcId="{AB1D4ED3-F949-4C63-B092-D55408EB3140}" destId="{DB852EA6-1F35-4913-99E5-F5662607DE1F}" srcOrd="1" destOrd="0" presId="urn:microsoft.com/office/officeart/2009/3/layout/HorizontalOrganizationChart"/>
    <dgm:cxn modelId="{1CB914F3-8FB3-4A1A-B906-CA355138B93B}" type="presParOf" srcId="{AB1D4ED3-F949-4C63-B092-D55408EB3140}" destId="{C64E6763-417D-4DC8-BDBA-808F974DCBF8}" srcOrd="2" destOrd="0" presId="urn:microsoft.com/office/officeart/2009/3/layout/HorizontalOrganizationChart"/>
    <dgm:cxn modelId="{93EA819E-707A-4B01-8713-E3762B337B73}" type="presParOf" srcId="{BE00F09F-702C-4049-B274-531F71EF89D5}" destId="{7179DC34-D24D-4F57-A878-3D539C369215}" srcOrd="2" destOrd="0" presId="urn:microsoft.com/office/officeart/2009/3/layout/HorizontalOrganizationChart"/>
    <dgm:cxn modelId="{1978EE6C-6296-48E0-BEBE-37D26D4D50A8}" type="presParOf" srcId="{F813FD8B-25DC-420D-BB78-8EB13F5DE92A}" destId="{8EB837AD-C0CB-48D2-9C95-EC907DCE9DC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540E1FF-2DA5-42A7-817E-AEB7517B10DE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FBA89ED-6AD5-47BA-939A-C31ABE5CDD45}">
      <dgm:prSet phldrT="[Text]" custT="1"/>
      <dgm:spPr/>
      <dgm:t>
        <a:bodyPr anchor="ctr"/>
        <a:lstStyle/>
        <a:p>
          <a:r>
            <a:rPr lang="fr-FR" sz="1400" dirty="0" smtClean="0">
              <a:solidFill>
                <a:schemeClr val="tx1"/>
              </a:solidFill>
              <a:latin typeface="Century Gothic" panose="020B0502020202020204" pitchFamily="34" charset="0"/>
            </a:rPr>
            <a:t>Ressources disponibles</a:t>
          </a:r>
        </a:p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(82,14 % Production)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D5BC8A13-1492-48AA-8AA1-62C6A5F3BC87}" type="parTrans" cxnId="{41DB9A8F-0A7A-4A80-B53C-BB5ACEDF2328}">
      <dgm:prSet/>
      <dgm:spPr/>
      <dgm:t>
        <a:bodyPr/>
        <a:lstStyle/>
        <a:p>
          <a:endParaRPr lang="fr-FR" sz="1400">
            <a:latin typeface="Century Gothic" panose="020B0502020202020204" pitchFamily="34" charset="0"/>
          </a:endParaRPr>
        </a:p>
      </dgm:t>
    </dgm:pt>
    <dgm:pt modelId="{4AD93B3A-6019-46FD-A123-251FA380E126}" type="sibTrans" cxnId="{41DB9A8F-0A7A-4A80-B53C-BB5ACEDF2328}">
      <dgm:prSet custT="1"/>
      <dgm:spPr/>
      <dgm:t>
        <a:bodyPr/>
        <a:lstStyle/>
        <a:p>
          <a:pPr algn="ctr"/>
          <a:r>
            <a:rPr lang="fr-FR" sz="1200" dirty="0" smtClean="0">
              <a:latin typeface="Century Gothic" panose="020B0502020202020204" pitchFamily="34" charset="0"/>
            </a:rPr>
            <a:t>10,19 millions de personnes nourries</a:t>
          </a:r>
          <a:endParaRPr lang="fr-FR" sz="1200" dirty="0">
            <a:latin typeface="Century Gothic" panose="020B0502020202020204" pitchFamily="34" charset="0"/>
          </a:endParaRPr>
        </a:p>
      </dgm:t>
    </dgm:pt>
    <dgm:pt modelId="{665D2EDE-713F-41AA-B5B1-A4547934F958}">
      <dgm:prSet phldrT="[Text]" custT="1"/>
      <dgm:spPr/>
      <dgm:t>
        <a:bodyPr/>
        <a:lstStyle/>
        <a:p>
          <a:r>
            <a:rPr lang="fr-FR" sz="1400" dirty="0" smtClean="0">
              <a:solidFill>
                <a:schemeClr val="tx1"/>
              </a:solidFill>
              <a:latin typeface="Century Gothic" panose="020B0502020202020204" pitchFamily="34" charset="0"/>
            </a:rPr>
            <a:t>0,24 % Exportées</a:t>
          </a:r>
          <a:endParaRPr lang="fr-FR" sz="14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05CF1002-DABF-4A2D-92A3-4B3B8F72ED4D}" type="parTrans" cxnId="{7B374EB2-37F6-44CD-A049-490E48FAB906}">
      <dgm:prSet/>
      <dgm:spPr/>
      <dgm:t>
        <a:bodyPr/>
        <a:lstStyle/>
        <a:p>
          <a:endParaRPr lang="fr-FR" sz="1400">
            <a:latin typeface="Century Gothic" panose="020B0502020202020204" pitchFamily="34" charset="0"/>
          </a:endParaRPr>
        </a:p>
      </dgm:t>
    </dgm:pt>
    <dgm:pt modelId="{96CBFEF1-FF3C-48F7-949B-1D2B17B882B4}" type="sibTrans" cxnId="{7B374EB2-37F6-44CD-A049-490E48FAB906}">
      <dgm:prSet custT="1"/>
      <dgm:spPr/>
      <dgm:t>
        <a:bodyPr/>
        <a:lstStyle/>
        <a:p>
          <a:endParaRPr lang="fr-FR" sz="1400">
            <a:latin typeface="Century Gothic" panose="020B0502020202020204" pitchFamily="34" charset="0"/>
          </a:endParaRPr>
        </a:p>
      </dgm:t>
    </dgm:pt>
    <dgm:pt modelId="{047B96AA-FC53-4DBD-9AD8-490B43C9958A}">
      <dgm:prSet phldrT="[Text]" custT="1"/>
      <dgm:spPr/>
      <dgm:t>
        <a:bodyPr/>
        <a:lstStyle/>
        <a:p>
          <a:r>
            <a:rPr lang="fr-FR" sz="1400" dirty="0" smtClean="0">
              <a:solidFill>
                <a:schemeClr val="tx1"/>
              </a:solidFill>
              <a:latin typeface="Century Gothic" panose="020B0502020202020204" pitchFamily="34" charset="0"/>
            </a:rPr>
            <a:t>66,41 % </a:t>
          </a:r>
        </a:p>
        <a:p>
          <a:r>
            <a:rPr lang="fr-FR" sz="1400" dirty="0" smtClean="0">
              <a:solidFill>
                <a:schemeClr val="tx1"/>
              </a:solidFill>
              <a:latin typeface="Century Gothic" panose="020B0502020202020204" pitchFamily="34" charset="0"/>
            </a:rPr>
            <a:t>Alimentation humaine</a:t>
          </a:r>
          <a:endParaRPr lang="fr-FR" sz="14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DCE173BD-0078-4887-8A68-D1548013274F}" type="parTrans" cxnId="{06F7953B-B7CE-41F6-8708-5E5D17F4D3AB}">
      <dgm:prSet/>
      <dgm:spPr/>
      <dgm:t>
        <a:bodyPr/>
        <a:lstStyle/>
        <a:p>
          <a:endParaRPr lang="fr-FR" sz="1400">
            <a:latin typeface="Century Gothic" panose="020B0502020202020204" pitchFamily="34" charset="0"/>
          </a:endParaRPr>
        </a:p>
      </dgm:t>
    </dgm:pt>
    <dgm:pt modelId="{45B6DD1D-9CB6-456F-8E98-183F6B3708E1}" type="sibTrans" cxnId="{06F7953B-B7CE-41F6-8708-5E5D17F4D3AB}">
      <dgm:prSet custT="1"/>
      <dgm:spPr/>
      <dgm:t>
        <a:bodyPr/>
        <a:lstStyle/>
        <a:p>
          <a:pPr algn="ctr"/>
          <a:r>
            <a:rPr lang="fr-FR" sz="1200" dirty="0" smtClean="0">
              <a:latin typeface="Century Gothic" panose="020B0502020202020204" pitchFamily="34" charset="0"/>
            </a:rPr>
            <a:t>6,73 millions de personnes nourries</a:t>
          </a:r>
          <a:endParaRPr lang="fr-FR" sz="1200" dirty="0">
            <a:latin typeface="Century Gothic" panose="020B0502020202020204" pitchFamily="34" charset="0"/>
          </a:endParaRPr>
        </a:p>
      </dgm:t>
    </dgm:pt>
    <dgm:pt modelId="{62732BB7-9596-4EB3-A9F4-D49997536B9A}">
      <dgm:prSet phldrT="[Text]" custT="1"/>
      <dgm:spPr/>
      <dgm:t>
        <a:bodyPr/>
        <a:lstStyle/>
        <a:p>
          <a:r>
            <a:rPr lang="fr-FR" sz="1400" dirty="0" smtClean="0">
              <a:solidFill>
                <a:schemeClr val="tx1"/>
              </a:solidFill>
              <a:latin typeface="Century Gothic" panose="020B0502020202020204" pitchFamily="34" charset="0"/>
            </a:rPr>
            <a:t>11 % Perdues</a:t>
          </a:r>
          <a:endParaRPr lang="fr-FR" sz="14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7E3ED41F-F84A-41A0-8482-1D2B8B5B3B56}" type="parTrans" cxnId="{4348C714-4594-4F2F-9361-CCA94D130390}">
      <dgm:prSet/>
      <dgm:spPr/>
      <dgm:t>
        <a:bodyPr/>
        <a:lstStyle/>
        <a:p>
          <a:endParaRPr lang="fr-FR" sz="1400">
            <a:latin typeface="Century Gothic" panose="020B0502020202020204" pitchFamily="34" charset="0"/>
          </a:endParaRPr>
        </a:p>
      </dgm:t>
    </dgm:pt>
    <dgm:pt modelId="{96858545-AC43-4F46-AFF7-137FF44067F6}" type="sibTrans" cxnId="{4348C714-4594-4F2F-9361-CCA94D130390}">
      <dgm:prSet custT="1"/>
      <dgm:spPr/>
      <dgm:t>
        <a:bodyPr/>
        <a:lstStyle/>
        <a:p>
          <a:pPr algn="ctr"/>
          <a:r>
            <a:rPr lang="fr-FR" sz="1200" dirty="0" smtClean="0">
              <a:latin typeface="Century Gothic" panose="020B0502020202020204" pitchFamily="34" charset="0"/>
            </a:rPr>
            <a:t>1,12 millions de personnes nourries</a:t>
          </a:r>
          <a:endParaRPr lang="fr-FR" sz="1200" dirty="0">
            <a:latin typeface="Century Gothic" panose="020B0502020202020204" pitchFamily="34" charset="0"/>
          </a:endParaRPr>
        </a:p>
      </dgm:t>
    </dgm:pt>
    <dgm:pt modelId="{3D337A89-B48F-4115-B472-6261BDE6B793}" type="pres">
      <dgm:prSet presAssocID="{4540E1FF-2DA5-42A7-817E-AEB7517B10D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BF4C894D-C3EE-4608-A2B5-A85629F432C4}" type="pres">
      <dgm:prSet presAssocID="{BFBA89ED-6AD5-47BA-939A-C31ABE5CDD45}" presName="hierRoot1" presStyleCnt="0">
        <dgm:presLayoutVars>
          <dgm:hierBranch val="init"/>
        </dgm:presLayoutVars>
      </dgm:prSet>
      <dgm:spPr/>
    </dgm:pt>
    <dgm:pt modelId="{2BA57D6A-D36D-43F7-930A-71125F00311D}" type="pres">
      <dgm:prSet presAssocID="{BFBA89ED-6AD5-47BA-939A-C31ABE5CDD45}" presName="rootComposite1" presStyleCnt="0"/>
      <dgm:spPr/>
    </dgm:pt>
    <dgm:pt modelId="{D0026361-F0E7-4EB8-A65F-FD8292CD26FF}" type="pres">
      <dgm:prSet presAssocID="{BFBA89ED-6AD5-47BA-939A-C31ABE5CDD45}" presName="rootText1" presStyleLbl="node0" presStyleIdx="0" presStyleCnt="1" custScaleX="115534" custScaleY="118505" custLinFactNeighborX="1900">
        <dgm:presLayoutVars>
          <dgm:chMax/>
          <dgm:chPref val="3"/>
        </dgm:presLayoutVars>
      </dgm:prSet>
      <dgm:spPr/>
      <dgm:t>
        <a:bodyPr/>
        <a:lstStyle/>
        <a:p>
          <a:endParaRPr lang="fr-FR"/>
        </a:p>
      </dgm:t>
    </dgm:pt>
    <dgm:pt modelId="{BA3434CC-2D8B-4DB0-B054-7814D0658659}" type="pres">
      <dgm:prSet presAssocID="{BFBA89ED-6AD5-47BA-939A-C31ABE5CDD45}" presName="titleText1" presStyleLbl="fgAcc0" presStyleIdx="0" presStyleCnt="1" custScaleX="108180" custScaleY="141203">
        <dgm:presLayoutVars>
          <dgm:chMax val="0"/>
          <dgm:chPref val="0"/>
        </dgm:presLayoutVars>
      </dgm:prSet>
      <dgm:spPr/>
      <dgm:t>
        <a:bodyPr/>
        <a:lstStyle/>
        <a:p>
          <a:endParaRPr lang="fr-FR"/>
        </a:p>
      </dgm:t>
    </dgm:pt>
    <dgm:pt modelId="{5B2DD9BB-1457-47E3-A388-971689788C40}" type="pres">
      <dgm:prSet presAssocID="{BFBA89ED-6AD5-47BA-939A-C31ABE5CDD45}" presName="rootConnector1" presStyleLbl="node1" presStyleIdx="0" presStyleCnt="3"/>
      <dgm:spPr/>
      <dgm:t>
        <a:bodyPr/>
        <a:lstStyle/>
        <a:p>
          <a:endParaRPr lang="fr-FR"/>
        </a:p>
      </dgm:t>
    </dgm:pt>
    <dgm:pt modelId="{605A07AE-6B45-435E-995A-F610995157BD}" type="pres">
      <dgm:prSet presAssocID="{BFBA89ED-6AD5-47BA-939A-C31ABE5CDD45}" presName="hierChild2" presStyleCnt="0"/>
      <dgm:spPr/>
    </dgm:pt>
    <dgm:pt modelId="{F09AFC0D-A201-43B9-8A94-BBAA897F5E7E}" type="pres">
      <dgm:prSet presAssocID="{05CF1002-DABF-4A2D-92A3-4B3B8F72ED4D}" presName="Name37" presStyleLbl="parChTrans1D2" presStyleIdx="0" presStyleCnt="3"/>
      <dgm:spPr/>
      <dgm:t>
        <a:bodyPr/>
        <a:lstStyle/>
        <a:p>
          <a:endParaRPr lang="fr-FR"/>
        </a:p>
      </dgm:t>
    </dgm:pt>
    <dgm:pt modelId="{CF18DCE4-43EA-45C6-910E-E71EC8297B02}" type="pres">
      <dgm:prSet presAssocID="{665D2EDE-713F-41AA-B5B1-A4547934F958}" presName="hierRoot2" presStyleCnt="0">
        <dgm:presLayoutVars>
          <dgm:hierBranch val="init"/>
        </dgm:presLayoutVars>
      </dgm:prSet>
      <dgm:spPr/>
    </dgm:pt>
    <dgm:pt modelId="{46BA02DE-61CD-42AE-8D92-F50016776FB7}" type="pres">
      <dgm:prSet presAssocID="{665D2EDE-713F-41AA-B5B1-A4547934F958}" presName="rootComposite" presStyleCnt="0"/>
      <dgm:spPr/>
    </dgm:pt>
    <dgm:pt modelId="{05C18EE1-B1D7-41A4-A79E-0EE50F958E65}" type="pres">
      <dgm:prSet presAssocID="{665D2EDE-713F-41AA-B5B1-A4547934F958}" presName="rootText" presStyleLbl="node1" presStyleIdx="0" presStyleCnt="3" custScaleX="88492" custLinFactNeighborX="19954">
        <dgm:presLayoutVars>
          <dgm:chMax/>
          <dgm:chPref val="3"/>
        </dgm:presLayoutVars>
      </dgm:prSet>
      <dgm:spPr/>
      <dgm:t>
        <a:bodyPr/>
        <a:lstStyle/>
        <a:p>
          <a:endParaRPr lang="fr-FR"/>
        </a:p>
      </dgm:t>
    </dgm:pt>
    <dgm:pt modelId="{227910B3-B47E-4F71-A2DE-F80C07634AB1}" type="pres">
      <dgm:prSet presAssocID="{665D2EDE-713F-41AA-B5B1-A4547934F958}" presName="titleText2" presStyleLbl="fgAcc1" presStyleIdx="0" presStyleCnt="3" custScaleY="141795" custLinFactNeighborX="14585">
        <dgm:presLayoutVars>
          <dgm:chMax val="0"/>
          <dgm:chPref val="0"/>
        </dgm:presLayoutVars>
      </dgm:prSet>
      <dgm:spPr/>
      <dgm:t>
        <a:bodyPr/>
        <a:lstStyle/>
        <a:p>
          <a:endParaRPr lang="fr-FR"/>
        </a:p>
      </dgm:t>
    </dgm:pt>
    <dgm:pt modelId="{B658C461-6E99-4C27-960E-120C2E26E4F5}" type="pres">
      <dgm:prSet presAssocID="{665D2EDE-713F-41AA-B5B1-A4547934F958}" presName="rootConnector" presStyleLbl="node2" presStyleIdx="0" presStyleCnt="0"/>
      <dgm:spPr/>
      <dgm:t>
        <a:bodyPr/>
        <a:lstStyle/>
        <a:p>
          <a:endParaRPr lang="fr-FR"/>
        </a:p>
      </dgm:t>
    </dgm:pt>
    <dgm:pt modelId="{A5AA5990-CD2F-49A4-B027-7E28C2C55A1C}" type="pres">
      <dgm:prSet presAssocID="{665D2EDE-713F-41AA-B5B1-A4547934F958}" presName="hierChild4" presStyleCnt="0"/>
      <dgm:spPr/>
    </dgm:pt>
    <dgm:pt modelId="{23817C0E-1C66-416A-8755-5AA5D407D33B}" type="pres">
      <dgm:prSet presAssocID="{665D2EDE-713F-41AA-B5B1-A4547934F958}" presName="hierChild5" presStyleCnt="0"/>
      <dgm:spPr/>
    </dgm:pt>
    <dgm:pt modelId="{83BC60D2-C3BE-4ACD-B6F7-C21C15382DB9}" type="pres">
      <dgm:prSet presAssocID="{DCE173BD-0078-4887-8A68-D1548013274F}" presName="Name37" presStyleLbl="parChTrans1D2" presStyleIdx="1" presStyleCnt="3"/>
      <dgm:spPr/>
      <dgm:t>
        <a:bodyPr/>
        <a:lstStyle/>
        <a:p>
          <a:endParaRPr lang="fr-FR"/>
        </a:p>
      </dgm:t>
    </dgm:pt>
    <dgm:pt modelId="{7B0138B2-9A82-42FC-8EAA-FD829B04E3F0}" type="pres">
      <dgm:prSet presAssocID="{047B96AA-FC53-4DBD-9AD8-490B43C9958A}" presName="hierRoot2" presStyleCnt="0">
        <dgm:presLayoutVars>
          <dgm:hierBranch val="init"/>
        </dgm:presLayoutVars>
      </dgm:prSet>
      <dgm:spPr/>
    </dgm:pt>
    <dgm:pt modelId="{86765107-4D41-4C71-A963-C6A3376855C8}" type="pres">
      <dgm:prSet presAssocID="{047B96AA-FC53-4DBD-9AD8-490B43C9958A}" presName="rootComposite" presStyleCnt="0"/>
      <dgm:spPr/>
    </dgm:pt>
    <dgm:pt modelId="{D05E501F-4C06-4FD8-A091-1893F3BFBE7B}" type="pres">
      <dgm:prSet presAssocID="{047B96AA-FC53-4DBD-9AD8-490B43C9958A}" presName="rootText" presStyleLbl="node1" presStyleIdx="1" presStyleCnt="3" custScaleX="113206" custLinFactNeighborX="1237">
        <dgm:presLayoutVars>
          <dgm:chMax/>
          <dgm:chPref val="3"/>
        </dgm:presLayoutVars>
      </dgm:prSet>
      <dgm:spPr/>
      <dgm:t>
        <a:bodyPr/>
        <a:lstStyle/>
        <a:p>
          <a:endParaRPr lang="fr-FR"/>
        </a:p>
      </dgm:t>
    </dgm:pt>
    <dgm:pt modelId="{A49303CA-996C-4479-9934-9C43557A1B99}" type="pres">
      <dgm:prSet presAssocID="{047B96AA-FC53-4DBD-9AD8-490B43C9958A}" presName="titleText2" presStyleLbl="fgAcc1" presStyleIdx="1" presStyleCnt="3" custScaleX="109043" custScaleY="141795" custLinFactNeighborX="1770">
        <dgm:presLayoutVars>
          <dgm:chMax val="0"/>
          <dgm:chPref val="0"/>
        </dgm:presLayoutVars>
      </dgm:prSet>
      <dgm:spPr/>
      <dgm:t>
        <a:bodyPr/>
        <a:lstStyle/>
        <a:p>
          <a:endParaRPr lang="fr-FR"/>
        </a:p>
      </dgm:t>
    </dgm:pt>
    <dgm:pt modelId="{2DA2DB2E-7AF3-44B6-982F-5CB2F7DD510B}" type="pres">
      <dgm:prSet presAssocID="{047B96AA-FC53-4DBD-9AD8-490B43C9958A}" presName="rootConnector" presStyleLbl="node2" presStyleIdx="0" presStyleCnt="0"/>
      <dgm:spPr/>
      <dgm:t>
        <a:bodyPr/>
        <a:lstStyle/>
        <a:p>
          <a:endParaRPr lang="fr-FR"/>
        </a:p>
      </dgm:t>
    </dgm:pt>
    <dgm:pt modelId="{B4ABE49C-6C22-4CA7-8342-F04B2C5895A3}" type="pres">
      <dgm:prSet presAssocID="{047B96AA-FC53-4DBD-9AD8-490B43C9958A}" presName="hierChild4" presStyleCnt="0"/>
      <dgm:spPr/>
    </dgm:pt>
    <dgm:pt modelId="{18BA9A29-8777-426B-BD36-76A15DC8CFDC}" type="pres">
      <dgm:prSet presAssocID="{047B96AA-FC53-4DBD-9AD8-490B43C9958A}" presName="hierChild5" presStyleCnt="0"/>
      <dgm:spPr/>
    </dgm:pt>
    <dgm:pt modelId="{327B9D84-609E-4A2F-9E42-7B11249BD566}" type="pres">
      <dgm:prSet presAssocID="{7E3ED41F-F84A-41A0-8482-1D2B8B5B3B56}" presName="Name37" presStyleLbl="parChTrans1D2" presStyleIdx="2" presStyleCnt="3"/>
      <dgm:spPr/>
      <dgm:t>
        <a:bodyPr/>
        <a:lstStyle/>
        <a:p>
          <a:endParaRPr lang="fr-FR"/>
        </a:p>
      </dgm:t>
    </dgm:pt>
    <dgm:pt modelId="{589CDAF8-A156-41A9-95DA-4982C8B4AF19}" type="pres">
      <dgm:prSet presAssocID="{62732BB7-9596-4EB3-A9F4-D49997536B9A}" presName="hierRoot2" presStyleCnt="0">
        <dgm:presLayoutVars>
          <dgm:hierBranch val="init"/>
        </dgm:presLayoutVars>
      </dgm:prSet>
      <dgm:spPr/>
    </dgm:pt>
    <dgm:pt modelId="{11109CC6-3C41-4519-AF1C-F6652A066DE7}" type="pres">
      <dgm:prSet presAssocID="{62732BB7-9596-4EB3-A9F4-D49997536B9A}" presName="rootComposite" presStyleCnt="0"/>
      <dgm:spPr/>
    </dgm:pt>
    <dgm:pt modelId="{05840C7B-AD36-4F29-BCC2-01CED2BE8F86}" type="pres">
      <dgm:prSet presAssocID="{62732BB7-9596-4EB3-A9F4-D49997536B9A}" presName="rootText" presStyleLbl="node1" presStyleIdx="2" presStyleCnt="3" custScaleX="79363" custLinFactNeighborX="-9791">
        <dgm:presLayoutVars>
          <dgm:chMax/>
          <dgm:chPref val="3"/>
        </dgm:presLayoutVars>
      </dgm:prSet>
      <dgm:spPr/>
      <dgm:t>
        <a:bodyPr/>
        <a:lstStyle/>
        <a:p>
          <a:endParaRPr lang="fr-FR"/>
        </a:p>
      </dgm:t>
    </dgm:pt>
    <dgm:pt modelId="{DFB59CDC-A4D9-4DD6-9846-DE499623E66C}" type="pres">
      <dgm:prSet presAssocID="{62732BB7-9596-4EB3-A9F4-D49997536B9A}" presName="titleText2" presStyleLbl="fgAcc1" presStyleIdx="2" presStyleCnt="3" custScaleY="141795" custLinFactNeighborX="-14452">
        <dgm:presLayoutVars>
          <dgm:chMax val="0"/>
          <dgm:chPref val="0"/>
        </dgm:presLayoutVars>
      </dgm:prSet>
      <dgm:spPr/>
      <dgm:t>
        <a:bodyPr/>
        <a:lstStyle/>
        <a:p>
          <a:endParaRPr lang="fr-FR"/>
        </a:p>
      </dgm:t>
    </dgm:pt>
    <dgm:pt modelId="{5AB07492-1AF6-48E7-A718-E35B9585F20E}" type="pres">
      <dgm:prSet presAssocID="{62732BB7-9596-4EB3-A9F4-D49997536B9A}" presName="rootConnector" presStyleLbl="node2" presStyleIdx="0" presStyleCnt="0"/>
      <dgm:spPr/>
      <dgm:t>
        <a:bodyPr/>
        <a:lstStyle/>
        <a:p>
          <a:endParaRPr lang="fr-FR"/>
        </a:p>
      </dgm:t>
    </dgm:pt>
    <dgm:pt modelId="{06195522-5D66-429B-A129-BBB1C5C8EB77}" type="pres">
      <dgm:prSet presAssocID="{62732BB7-9596-4EB3-A9F4-D49997536B9A}" presName="hierChild4" presStyleCnt="0"/>
      <dgm:spPr/>
    </dgm:pt>
    <dgm:pt modelId="{5EAED937-8EF5-4589-B7DD-3F896C940B09}" type="pres">
      <dgm:prSet presAssocID="{62732BB7-9596-4EB3-A9F4-D49997536B9A}" presName="hierChild5" presStyleCnt="0"/>
      <dgm:spPr/>
    </dgm:pt>
    <dgm:pt modelId="{9E1CEF2F-E26C-4AB1-A255-AD2B47C2A177}" type="pres">
      <dgm:prSet presAssocID="{BFBA89ED-6AD5-47BA-939A-C31ABE5CDD45}" presName="hierChild3" presStyleCnt="0"/>
      <dgm:spPr/>
    </dgm:pt>
  </dgm:ptLst>
  <dgm:cxnLst>
    <dgm:cxn modelId="{C677948A-DAFA-45D0-9CB9-E7B58E206DD7}" type="presOf" srcId="{45B6DD1D-9CB6-456F-8E98-183F6B3708E1}" destId="{A49303CA-996C-4479-9934-9C43557A1B99}" srcOrd="0" destOrd="0" presId="urn:microsoft.com/office/officeart/2008/layout/NameandTitleOrganizationalChart"/>
    <dgm:cxn modelId="{41DB9A8F-0A7A-4A80-B53C-BB5ACEDF2328}" srcId="{4540E1FF-2DA5-42A7-817E-AEB7517B10DE}" destId="{BFBA89ED-6AD5-47BA-939A-C31ABE5CDD45}" srcOrd="0" destOrd="0" parTransId="{D5BC8A13-1492-48AA-8AA1-62C6A5F3BC87}" sibTransId="{4AD93B3A-6019-46FD-A123-251FA380E126}"/>
    <dgm:cxn modelId="{0ED5A041-D642-4E2E-AE6B-DBE3DC03C7C2}" type="presOf" srcId="{665D2EDE-713F-41AA-B5B1-A4547934F958}" destId="{B658C461-6E99-4C27-960E-120C2E26E4F5}" srcOrd="1" destOrd="0" presId="urn:microsoft.com/office/officeart/2008/layout/NameandTitleOrganizationalChart"/>
    <dgm:cxn modelId="{C8425FF9-B0E9-4248-A22C-8A69EF8A2191}" type="presOf" srcId="{047B96AA-FC53-4DBD-9AD8-490B43C9958A}" destId="{2DA2DB2E-7AF3-44B6-982F-5CB2F7DD510B}" srcOrd="1" destOrd="0" presId="urn:microsoft.com/office/officeart/2008/layout/NameandTitleOrganizationalChart"/>
    <dgm:cxn modelId="{9CF946A8-A0A0-4B5B-855E-96CA06E97965}" type="presOf" srcId="{047B96AA-FC53-4DBD-9AD8-490B43C9958A}" destId="{D05E501F-4C06-4FD8-A091-1893F3BFBE7B}" srcOrd="0" destOrd="0" presId="urn:microsoft.com/office/officeart/2008/layout/NameandTitleOrganizationalChart"/>
    <dgm:cxn modelId="{E7B4808F-0C74-4F31-8D0C-95F8C20B9D87}" type="presOf" srcId="{96858545-AC43-4F46-AFF7-137FF44067F6}" destId="{DFB59CDC-A4D9-4DD6-9846-DE499623E66C}" srcOrd="0" destOrd="0" presId="urn:microsoft.com/office/officeart/2008/layout/NameandTitleOrganizationalChart"/>
    <dgm:cxn modelId="{06F7953B-B7CE-41F6-8708-5E5D17F4D3AB}" srcId="{BFBA89ED-6AD5-47BA-939A-C31ABE5CDD45}" destId="{047B96AA-FC53-4DBD-9AD8-490B43C9958A}" srcOrd="1" destOrd="0" parTransId="{DCE173BD-0078-4887-8A68-D1548013274F}" sibTransId="{45B6DD1D-9CB6-456F-8E98-183F6B3708E1}"/>
    <dgm:cxn modelId="{58AA2BD2-6350-40BA-8A19-369014C46A1D}" type="presOf" srcId="{05CF1002-DABF-4A2D-92A3-4B3B8F72ED4D}" destId="{F09AFC0D-A201-43B9-8A94-BBAA897F5E7E}" srcOrd="0" destOrd="0" presId="urn:microsoft.com/office/officeart/2008/layout/NameandTitleOrganizationalChart"/>
    <dgm:cxn modelId="{4348C714-4594-4F2F-9361-CCA94D130390}" srcId="{BFBA89ED-6AD5-47BA-939A-C31ABE5CDD45}" destId="{62732BB7-9596-4EB3-A9F4-D49997536B9A}" srcOrd="2" destOrd="0" parTransId="{7E3ED41F-F84A-41A0-8482-1D2B8B5B3B56}" sibTransId="{96858545-AC43-4F46-AFF7-137FF44067F6}"/>
    <dgm:cxn modelId="{413FFA44-D498-4248-9FE5-5EFAE576B290}" type="presOf" srcId="{96CBFEF1-FF3C-48F7-949B-1D2B17B882B4}" destId="{227910B3-B47E-4F71-A2DE-F80C07634AB1}" srcOrd="0" destOrd="0" presId="urn:microsoft.com/office/officeart/2008/layout/NameandTitleOrganizationalChart"/>
    <dgm:cxn modelId="{CF0B61C3-3CC3-4237-889F-F2C3784E2801}" type="presOf" srcId="{62732BB7-9596-4EB3-A9F4-D49997536B9A}" destId="{05840C7B-AD36-4F29-BCC2-01CED2BE8F86}" srcOrd="0" destOrd="0" presId="urn:microsoft.com/office/officeart/2008/layout/NameandTitleOrganizationalChart"/>
    <dgm:cxn modelId="{B66CE646-61CE-4527-9B5A-2F7D661D2AD5}" type="presOf" srcId="{62732BB7-9596-4EB3-A9F4-D49997536B9A}" destId="{5AB07492-1AF6-48E7-A718-E35B9585F20E}" srcOrd="1" destOrd="0" presId="urn:microsoft.com/office/officeart/2008/layout/NameandTitleOrganizationalChart"/>
    <dgm:cxn modelId="{A9BD450E-1385-426D-86B1-B8A0BC093C8E}" type="presOf" srcId="{BFBA89ED-6AD5-47BA-939A-C31ABE5CDD45}" destId="{D0026361-F0E7-4EB8-A65F-FD8292CD26FF}" srcOrd="0" destOrd="0" presId="urn:microsoft.com/office/officeart/2008/layout/NameandTitleOrganizationalChart"/>
    <dgm:cxn modelId="{66931F1F-307C-4C9C-8608-987881FFB11A}" type="presOf" srcId="{7E3ED41F-F84A-41A0-8482-1D2B8B5B3B56}" destId="{327B9D84-609E-4A2F-9E42-7B11249BD566}" srcOrd="0" destOrd="0" presId="urn:microsoft.com/office/officeart/2008/layout/NameandTitleOrganizationalChart"/>
    <dgm:cxn modelId="{D5C78196-8904-4A66-BC16-F3C72DB199CB}" type="presOf" srcId="{DCE173BD-0078-4887-8A68-D1548013274F}" destId="{83BC60D2-C3BE-4ACD-B6F7-C21C15382DB9}" srcOrd="0" destOrd="0" presId="urn:microsoft.com/office/officeart/2008/layout/NameandTitleOrganizationalChart"/>
    <dgm:cxn modelId="{25470A14-9267-484F-AF45-CB3FD79823B2}" type="presOf" srcId="{665D2EDE-713F-41AA-B5B1-A4547934F958}" destId="{05C18EE1-B1D7-41A4-A79E-0EE50F958E65}" srcOrd="0" destOrd="0" presId="urn:microsoft.com/office/officeart/2008/layout/NameandTitleOrganizationalChart"/>
    <dgm:cxn modelId="{7B374EB2-37F6-44CD-A049-490E48FAB906}" srcId="{BFBA89ED-6AD5-47BA-939A-C31ABE5CDD45}" destId="{665D2EDE-713F-41AA-B5B1-A4547934F958}" srcOrd="0" destOrd="0" parTransId="{05CF1002-DABF-4A2D-92A3-4B3B8F72ED4D}" sibTransId="{96CBFEF1-FF3C-48F7-949B-1D2B17B882B4}"/>
    <dgm:cxn modelId="{570441BB-7F14-42BF-B4C3-5A145ADE71C0}" type="presOf" srcId="{4AD93B3A-6019-46FD-A123-251FA380E126}" destId="{BA3434CC-2D8B-4DB0-B054-7814D0658659}" srcOrd="0" destOrd="0" presId="urn:microsoft.com/office/officeart/2008/layout/NameandTitleOrganizationalChart"/>
    <dgm:cxn modelId="{7DDD05E9-B8A2-4E77-BA03-D3FB6D210B4B}" type="presOf" srcId="{4540E1FF-2DA5-42A7-817E-AEB7517B10DE}" destId="{3D337A89-B48F-4115-B472-6261BDE6B793}" srcOrd="0" destOrd="0" presId="urn:microsoft.com/office/officeart/2008/layout/NameandTitleOrganizationalChart"/>
    <dgm:cxn modelId="{15A93182-805C-4012-85C1-723C6FC7CEFE}" type="presOf" srcId="{BFBA89ED-6AD5-47BA-939A-C31ABE5CDD45}" destId="{5B2DD9BB-1457-47E3-A388-971689788C40}" srcOrd="1" destOrd="0" presId="urn:microsoft.com/office/officeart/2008/layout/NameandTitleOrganizationalChart"/>
    <dgm:cxn modelId="{6EC89F76-14FD-4A54-9C1D-6FF998397A30}" type="presParOf" srcId="{3D337A89-B48F-4115-B472-6261BDE6B793}" destId="{BF4C894D-C3EE-4608-A2B5-A85629F432C4}" srcOrd="0" destOrd="0" presId="urn:microsoft.com/office/officeart/2008/layout/NameandTitleOrganizationalChart"/>
    <dgm:cxn modelId="{0331036C-3F8F-402D-A68F-1A7B34F4A227}" type="presParOf" srcId="{BF4C894D-C3EE-4608-A2B5-A85629F432C4}" destId="{2BA57D6A-D36D-43F7-930A-71125F00311D}" srcOrd="0" destOrd="0" presId="urn:microsoft.com/office/officeart/2008/layout/NameandTitleOrganizationalChart"/>
    <dgm:cxn modelId="{F143AE8F-95AF-400B-9E7A-9BE8E51368DD}" type="presParOf" srcId="{2BA57D6A-D36D-43F7-930A-71125F00311D}" destId="{D0026361-F0E7-4EB8-A65F-FD8292CD26FF}" srcOrd="0" destOrd="0" presId="urn:microsoft.com/office/officeart/2008/layout/NameandTitleOrganizationalChart"/>
    <dgm:cxn modelId="{F0B5E886-4D6B-4402-8B10-3278DEABD72E}" type="presParOf" srcId="{2BA57D6A-D36D-43F7-930A-71125F00311D}" destId="{BA3434CC-2D8B-4DB0-B054-7814D0658659}" srcOrd="1" destOrd="0" presId="urn:microsoft.com/office/officeart/2008/layout/NameandTitleOrganizationalChart"/>
    <dgm:cxn modelId="{B007BB64-B734-4B37-8F01-B74448F3ADD2}" type="presParOf" srcId="{2BA57D6A-D36D-43F7-930A-71125F00311D}" destId="{5B2DD9BB-1457-47E3-A388-971689788C40}" srcOrd="2" destOrd="0" presId="urn:microsoft.com/office/officeart/2008/layout/NameandTitleOrganizationalChart"/>
    <dgm:cxn modelId="{1A00E689-D981-4EC3-8867-CA9B642796BF}" type="presParOf" srcId="{BF4C894D-C3EE-4608-A2B5-A85629F432C4}" destId="{605A07AE-6B45-435E-995A-F610995157BD}" srcOrd="1" destOrd="0" presId="urn:microsoft.com/office/officeart/2008/layout/NameandTitleOrganizationalChart"/>
    <dgm:cxn modelId="{507A2D8D-371E-44FE-B208-7FB81B5F499C}" type="presParOf" srcId="{605A07AE-6B45-435E-995A-F610995157BD}" destId="{F09AFC0D-A201-43B9-8A94-BBAA897F5E7E}" srcOrd="0" destOrd="0" presId="urn:microsoft.com/office/officeart/2008/layout/NameandTitleOrganizationalChart"/>
    <dgm:cxn modelId="{2721C1BB-D491-46F7-BD8B-0F4AFF26B0CD}" type="presParOf" srcId="{605A07AE-6B45-435E-995A-F610995157BD}" destId="{CF18DCE4-43EA-45C6-910E-E71EC8297B02}" srcOrd="1" destOrd="0" presId="urn:microsoft.com/office/officeart/2008/layout/NameandTitleOrganizationalChart"/>
    <dgm:cxn modelId="{BDC90496-FD42-475A-9A9B-A1B46511F0A0}" type="presParOf" srcId="{CF18DCE4-43EA-45C6-910E-E71EC8297B02}" destId="{46BA02DE-61CD-42AE-8D92-F50016776FB7}" srcOrd="0" destOrd="0" presId="urn:microsoft.com/office/officeart/2008/layout/NameandTitleOrganizationalChart"/>
    <dgm:cxn modelId="{1011A896-1886-4A76-8DBD-E7DB8C04C7B8}" type="presParOf" srcId="{46BA02DE-61CD-42AE-8D92-F50016776FB7}" destId="{05C18EE1-B1D7-41A4-A79E-0EE50F958E65}" srcOrd="0" destOrd="0" presId="urn:microsoft.com/office/officeart/2008/layout/NameandTitleOrganizationalChart"/>
    <dgm:cxn modelId="{0647B871-8836-4407-A5E6-A27DF1E0AF23}" type="presParOf" srcId="{46BA02DE-61CD-42AE-8D92-F50016776FB7}" destId="{227910B3-B47E-4F71-A2DE-F80C07634AB1}" srcOrd="1" destOrd="0" presId="urn:microsoft.com/office/officeart/2008/layout/NameandTitleOrganizationalChart"/>
    <dgm:cxn modelId="{8CD5D5AB-A7C3-48DB-BA4D-8A2C85D7E5D0}" type="presParOf" srcId="{46BA02DE-61CD-42AE-8D92-F50016776FB7}" destId="{B658C461-6E99-4C27-960E-120C2E26E4F5}" srcOrd="2" destOrd="0" presId="urn:microsoft.com/office/officeart/2008/layout/NameandTitleOrganizationalChart"/>
    <dgm:cxn modelId="{8D6477C1-2582-4192-BB77-05DBD4884C1E}" type="presParOf" srcId="{CF18DCE4-43EA-45C6-910E-E71EC8297B02}" destId="{A5AA5990-CD2F-49A4-B027-7E28C2C55A1C}" srcOrd="1" destOrd="0" presId="urn:microsoft.com/office/officeart/2008/layout/NameandTitleOrganizationalChart"/>
    <dgm:cxn modelId="{50BF5D04-CA95-42CB-89BF-077750C3807F}" type="presParOf" srcId="{CF18DCE4-43EA-45C6-910E-E71EC8297B02}" destId="{23817C0E-1C66-416A-8755-5AA5D407D33B}" srcOrd="2" destOrd="0" presId="urn:microsoft.com/office/officeart/2008/layout/NameandTitleOrganizationalChart"/>
    <dgm:cxn modelId="{C2265C78-93E6-4536-AAC3-F3347D9B0BA4}" type="presParOf" srcId="{605A07AE-6B45-435E-995A-F610995157BD}" destId="{83BC60D2-C3BE-4ACD-B6F7-C21C15382DB9}" srcOrd="2" destOrd="0" presId="urn:microsoft.com/office/officeart/2008/layout/NameandTitleOrganizationalChart"/>
    <dgm:cxn modelId="{B46C7CA7-CBF1-4252-A46C-C93AA8FCD17F}" type="presParOf" srcId="{605A07AE-6B45-435E-995A-F610995157BD}" destId="{7B0138B2-9A82-42FC-8EAA-FD829B04E3F0}" srcOrd="3" destOrd="0" presId="urn:microsoft.com/office/officeart/2008/layout/NameandTitleOrganizationalChart"/>
    <dgm:cxn modelId="{38AE0A93-6E97-4C68-9E97-D226018F1AFE}" type="presParOf" srcId="{7B0138B2-9A82-42FC-8EAA-FD829B04E3F0}" destId="{86765107-4D41-4C71-A963-C6A3376855C8}" srcOrd="0" destOrd="0" presId="urn:microsoft.com/office/officeart/2008/layout/NameandTitleOrganizationalChart"/>
    <dgm:cxn modelId="{616ED8DA-20D8-473C-B346-E1ADF74BBD8F}" type="presParOf" srcId="{86765107-4D41-4C71-A963-C6A3376855C8}" destId="{D05E501F-4C06-4FD8-A091-1893F3BFBE7B}" srcOrd="0" destOrd="0" presId="urn:microsoft.com/office/officeart/2008/layout/NameandTitleOrganizationalChart"/>
    <dgm:cxn modelId="{37D5D797-B423-4F27-AB5E-F885B6518C1C}" type="presParOf" srcId="{86765107-4D41-4C71-A963-C6A3376855C8}" destId="{A49303CA-996C-4479-9934-9C43557A1B99}" srcOrd="1" destOrd="0" presId="urn:microsoft.com/office/officeart/2008/layout/NameandTitleOrganizationalChart"/>
    <dgm:cxn modelId="{6E2B1563-C063-4039-95BA-376D58AE13F4}" type="presParOf" srcId="{86765107-4D41-4C71-A963-C6A3376855C8}" destId="{2DA2DB2E-7AF3-44B6-982F-5CB2F7DD510B}" srcOrd="2" destOrd="0" presId="urn:microsoft.com/office/officeart/2008/layout/NameandTitleOrganizationalChart"/>
    <dgm:cxn modelId="{C105C3DC-9BB9-4ABF-881C-61E20E1A7413}" type="presParOf" srcId="{7B0138B2-9A82-42FC-8EAA-FD829B04E3F0}" destId="{B4ABE49C-6C22-4CA7-8342-F04B2C5895A3}" srcOrd="1" destOrd="0" presId="urn:microsoft.com/office/officeart/2008/layout/NameandTitleOrganizationalChart"/>
    <dgm:cxn modelId="{DDF8479F-C588-4D67-915D-5804752F9563}" type="presParOf" srcId="{7B0138B2-9A82-42FC-8EAA-FD829B04E3F0}" destId="{18BA9A29-8777-426B-BD36-76A15DC8CFDC}" srcOrd="2" destOrd="0" presId="urn:microsoft.com/office/officeart/2008/layout/NameandTitleOrganizationalChart"/>
    <dgm:cxn modelId="{74B0B861-DB9E-4917-A151-F43EFBC1553D}" type="presParOf" srcId="{605A07AE-6B45-435E-995A-F610995157BD}" destId="{327B9D84-609E-4A2F-9E42-7B11249BD566}" srcOrd="4" destOrd="0" presId="urn:microsoft.com/office/officeart/2008/layout/NameandTitleOrganizationalChart"/>
    <dgm:cxn modelId="{0A8DBCB0-B442-45C1-8FE9-4EFB83F6C79E}" type="presParOf" srcId="{605A07AE-6B45-435E-995A-F610995157BD}" destId="{589CDAF8-A156-41A9-95DA-4982C8B4AF19}" srcOrd="5" destOrd="0" presId="urn:microsoft.com/office/officeart/2008/layout/NameandTitleOrganizationalChart"/>
    <dgm:cxn modelId="{99DB9A2F-CCE6-4829-9D6E-F41F6FFBFF7B}" type="presParOf" srcId="{589CDAF8-A156-41A9-95DA-4982C8B4AF19}" destId="{11109CC6-3C41-4519-AF1C-F6652A066DE7}" srcOrd="0" destOrd="0" presId="urn:microsoft.com/office/officeart/2008/layout/NameandTitleOrganizationalChart"/>
    <dgm:cxn modelId="{DF690D21-FAFD-4D4E-8B4F-E017338B15E2}" type="presParOf" srcId="{11109CC6-3C41-4519-AF1C-F6652A066DE7}" destId="{05840C7B-AD36-4F29-BCC2-01CED2BE8F86}" srcOrd="0" destOrd="0" presId="urn:microsoft.com/office/officeart/2008/layout/NameandTitleOrganizationalChart"/>
    <dgm:cxn modelId="{B45FCF0B-B2E0-4E7B-8A78-F09C0CB4F9EF}" type="presParOf" srcId="{11109CC6-3C41-4519-AF1C-F6652A066DE7}" destId="{DFB59CDC-A4D9-4DD6-9846-DE499623E66C}" srcOrd="1" destOrd="0" presId="urn:microsoft.com/office/officeart/2008/layout/NameandTitleOrganizationalChart"/>
    <dgm:cxn modelId="{1F5E6938-2085-4D68-AFFF-0AAF91BC6585}" type="presParOf" srcId="{11109CC6-3C41-4519-AF1C-F6652A066DE7}" destId="{5AB07492-1AF6-48E7-A718-E35B9585F20E}" srcOrd="2" destOrd="0" presId="urn:microsoft.com/office/officeart/2008/layout/NameandTitleOrganizationalChart"/>
    <dgm:cxn modelId="{BFE4EB75-6499-4397-B64F-CC41AC89D683}" type="presParOf" srcId="{589CDAF8-A156-41A9-95DA-4982C8B4AF19}" destId="{06195522-5D66-429B-A129-BBB1C5C8EB77}" srcOrd="1" destOrd="0" presId="urn:microsoft.com/office/officeart/2008/layout/NameandTitleOrganizationalChart"/>
    <dgm:cxn modelId="{E169C5AD-05D0-4517-8933-FBC135937125}" type="presParOf" srcId="{589CDAF8-A156-41A9-95DA-4982C8B4AF19}" destId="{5EAED937-8EF5-4589-B7DD-3F896C940B09}" srcOrd="2" destOrd="0" presId="urn:microsoft.com/office/officeart/2008/layout/NameandTitleOrganizationalChart"/>
    <dgm:cxn modelId="{9A4CBF93-7354-44C6-B2F0-0D85C27A352A}" type="presParOf" srcId="{BF4C894D-C3EE-4608-A2B5-A85629F432C4}" destId="{9E1CEF2F-E26C-4AB1-A255-AD2B47C2A177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3503B9C-5D87-46F9-A4DA-C8BE70ED2C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FC52195-8A4D-4DAA-8B09-90B7BA534B47}">
      <dgm:prSet phldrT="[Text]"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FR" sz="1400" b="1" dirty="0" smtClean="0">
              <a:solidFill>
                <a:schemeClr val="bg1"/>
              </a:solidFill>
              <a:latin typeface="Century Gothic" panose="020B0502020202020204" pitchFamily="34" charset="0"/>
            </a:rPr>
            <a:t>3 axes d’amélioration</a:t>
          </a:r>
          <a:endParaRPr lang="fr-FR" sz="1400" b="1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244A51A7-2819-4A9D-82CE-0F090A2A81AF}" type="parTrans" cxnId="{DBFB7413-1888-413A-95A1-BD569B3C9046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396DC2A7-AB34-4B9E-966F-CCDA2FF9C2BB}" type="sibTrans" cxnId="{DBFB7413-1888-413A-95A1-BD569B3C9046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03F6BF82-521A-415A-A8FF-7E91F1D1F4F1}">
      <dgm:prSet phldrT="[Text]" custT="1"/>
      <dgm:spPr/>
      <dgm:t>
        <a:bodyPr anchor="ctr"/>
        <a:lstStyle/>
        <a:p>
          <a:r>
            <a:rPr lang="fr-FR" sz="1200" dirty="0" smtClean="0">
              <a:solidFill>
                <a:schemeClr val="bg1"/>
              </a:solidFill>
              <a:latin typeface="Century Gothic" panose="020B0502020202020204" pitchFamily="34" charset="0"/>
            </a:rPr>
            <a:t>1 – Limiter le gaspillage</a:t>
          </a:r>
          <a:endParaRPr lang="fr-FR" sz="12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6154356A-472A-45DB-B791-0295C60D305E}" type="parTrans" cxnId="{5F408B6A-E92A-45A5-A3F2-A54D45F0FA1F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6D710F50-7FD7-4292-8C81-F0C7DF79EC17}" type="sibTrans" cxnId="{5F408B6A-E92A-45A5-A3F2-A54D45F0FA1F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27547302-AEED-4FE3-8C9A-AE356C1EC61D}">
      <dgm:prSet phldrT="[Text]" custT="1"/>
      <dgm:spPr/>
      <dgm:t>
        <a:bodyPr anchor="ctr"/>
        <a:lstStyle/>
        <a:p>
          <a:r>
            <a:rPr lang="fr-FR" sz="1200" dirty="0" smtClean="0">
              <a:solidFill>
                <a:schemeClr val="bg1"/>
              </a:solidFill>
              <a:latin typeface="Century Gothic" panose="020B0502020202020204" pitchFamily="34" charset="0"/>
            </a:rPr>
            <a:t>2 – Revoir la répartition de l’utilisation des ressources</a:t>
          </a:r>
          <a:endParaRPr lang="fr-FR" sz="12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86AE4CD0-6E40-49CF-A58C-D5C5DF88E2AA}" type="parTrans" cxnId="{DEDA018D-1397-4CEE-96B4-0D5C232FB54F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7273B26A-2475-4ADD-BBAC-48C4A01F30CD}" type="sibTrans" cxnId="{DEDA018D-1397-4CEE-96B4-0D5C232FB54F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76AACA66-7064-43FF-A4F9-36E81C4980F2}">
      <dgm:prSet phldrT="[Text]" custT="1"/>
      <dgm:spPr/>
      <dgm:t>
        <a:bodyPr anchor="ctr"/>
        <a:lstStyle/>
        <a:p>
          <a:r>
            <a:rPr lang="fr-FR" sz="1200" dirty="0" smtClean="0">
              <a:solidFill>
                <a:schemeClr val="bg1"/>
              </a:solidFill>
              <a:latin typeface="Century Gothic" panose="020B0502020202020204" pitchFamily="34" charset="0"/>
            </a:rPr>
            <a:t>3 – Développer la production</a:t>
          </a:r>
          <a:endParaRPr lang="fr-FR" sz="12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5BB5D571-1BD9-42E6-8844-4668ADA50B17}" type="parTrans" cxnId="{BF13B0E7-9760-4D2C-8CC4-2CA5F1B23AAF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916CCCCC-6191-4B3F-88DC-06760057DC7A}" type="sibTrans" cxnId="{BF13B0E7-9760-4D2C-8CC4-2CA5F1B23AAF}">
      <dgm:prSet/>
      <dgm:spPr/>
      <dgm:t>
        <a:bodyPr/>
        <a:lstStyle/>
        <a:p>
          <a:endParaRPr lang="fr-FR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28030F8D-2FC0-4D7A-80E8-E6F753001D94}" type="pres">
      <dgm:prSet presAssocID="{C3503B9C-5D87-46F9-A4DA-C8BE70ED2C0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EC88E446-F03A-45C9-92CA-7B1C9F0712BC}" type="pres">
      <dgm:prSet presAssocID="{7FC52195-8A4D-4DAA-8B09-90B7BA534B47}" presName="parentText" presStyleLbl="node1" presStyleIdx="0" presStyleCnt="1" custScaleY="4074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1F4F5EB-C400-49AF-9412-092E367493EF}" type="pres">
      <dgm:prSet presAssocID="{7FC52195-8A4D-4DAA-8B09-90B7BA534B47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BFB7413-1888-413A-95A1-BD569B3C9046}" srcId="{C3503B9C-5D87-46F9-A4DA-C8BE70ED2C0A}" destId="{7FC52195-8A4D-4DAA-8B09-90B7BA534B47}" srcOrd="0" destOrd="0" parTransId="{244A51A7-2819-4A9D-82CE-0F090A2A81AF}" sibTransId="{396DC2A7-AB34-4B9E-966F-CCDA2FF9C2BB}"/>
    <dgm:cxn modelId="{0DE04A06-0220-46A4-B942-09109995357D}" type="presOf" srcId="{C3503B9C-5D87-46F9-A4DA-C8BE70ED2C0A}" destId="{28030F8D-2FC0-4D7A-80E8-E6F753001D94}" srcOrd="0" destOrd="0" presId="urn:microsoft.com/office/officeart/2005/8/layout/vList2"/>
    <dgm:cxn modelId="{BF13B0E7-9760-4D2C-8CC4-2CA5F1B23AAF}" srcId="{7FC52195-8A4D-4DAA-8B09-90B7BA534B47}" destId="{76AACA66-7064-43FF-A4F9-36E81C4980F2}" srcOrd="2" destOrd="0" parTransId="{5BB5D571-1BD9-42E6-8844-4668ADA50B17}" sibTransId="{916CCCCC-6191-4B3F-88DC-06760057DC7A}"/>
    <dgm:cxn modelId="{78583536-31AD-4327-BDC7-451247E2A979}" type="presOf" srcId="{76AACA66-7064-43FF-A4F9-36E81C4980F2}" destId="{F1F4F5EB-C400-49AF-9412-092E367493EF}" srcOrd="0" destOrd="2" presId="urn:microsoft.com/office/officeart/2005/8/layout/vList2"/>
    <dgm:cxn modelId="{5F408B6A-E92A-45A5-A3F2-A54D45F0FA1F}" srcId="{7FC52195-8A4D-4DAA-8B09-90B7BA534B47}" destId="{03F6BF82-521A-415A-A8FF-7E91F1D1F4F1}" srcOrd="0" destOrd="0" parTransId="{6154356A-472A-45DB-B791-0295C60D305E}" sibTransId="{6D710F50-7FD7-4292-8C81-F0C7DF79EC17}"/>
    <dgm:cxn modelId="{37950F57-15FA-45E4-949C-F22AAF2F1D65}" type="presOf" srcId="{03F6BF82-521A-415A-A8FF-7E91F1D1F4F1}" destId="{F1F4F5EB-C400-49AF-9412-092E367493EF}" srcOrd="0" destOrd="0" presId="urn:microsoft.com/office/officeart/2005/8/layout/vList2"/>
    <dgm:cxn modelId="{DEDA018D-1397-4CEE-96B4-0D5C232FB54F}" srcId="{7FC52195-8A4D-4DAA-8B09-90B7BA534B47}" destId="{27547302-AEED-4FE3-8C9A-AE356C1EC61D}" srcOrd="1" destOrd="0" parTransId="{86AE4CD0-6E40-49CF-A58C-D5C5DF88E2AA}" sibTransId="{7273B26A-2475-4ADD-BBAC-48C4A01F30CD}"/>
    <dgm:cxn modelId="{63D064B0-77F5-4EA1-BCEA-A94ED4F8457B}" type="presOf" srcId="{7FC52195-8A4D-4DAA-8B09-90B7BA534B47}" destId="{EC88E446-F03A-45C9-92CA-7B1C9F0712BC}" srcOrd="0" destOrd="0" presId="urn:microsoft.com/office/officeart/2005/8/layout/vList2"/>
    <dgm:cxn modelId="{47054F6A-6773-4CAC-925A-BF8F094466D6}" type="presOf" srcId="{27547302-AEED-4FE3-8C9A-AE356C1EC61D}" destId="{F1F4F5EB-C400-49AF-9412-092E367493EF}" srcOrd="0" destOrd="1" presId="urn:microsoft.com/office/officeart/2005/8/layout/vList2"/>
    <dgm:cxn modelId="{4E43435F-6054-4400-806E-13A6ED994405}" type="presParOf" srcId="{28030F8D-2FC0-4D7A-80E8-E6F753001D94}" destId="{EC88E446-F03A-45C9-92CA-7B1C9F0712BC}" srcOrd="0" destOrd="0" presId="urn:microsoft.com/office/officeart/2005/8/layout/vList2"/>
    <dgm:cxn modelId="{08BEEA47-CE28-4C39-AAE5-2855CBCBB983}" type="presParOf" srcId="{28030F8D-2FC0-4D7A-80E8-E6F753001D94}" destId="{F1F4F5EB-C400-49AF-9412-092E367493E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D8AC403-438C-4A9B-93D8-9F42FEABB620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08110F0-C53F-4E55-A626-5492F608BBC5}">
      <dgm:prSet phldrT="[Text]" custT="1"/>
      <dgm:spPr/>
      <dgm:t>
        <a:bodyPr/>
        <a:lstStyle/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Quantité de ressources disponible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89CBC445-EB5F-4B8B-A96B-9559386AC03D}" type="parTrans" cxnId="{BCCDAF36-F15C-4A34-B558-70238CE95E53}">
      <dgm:prSet/>
      <dgm:spPr/>
      <dgm:t>
        <a:bodyPr/>
        <a:lstStyle/>
        <a:p>
          <a:endParaRPr lang="fr-FR"/>
        </a:p>
      </dgm:t>
    </dgm:pt>
    <dgm:pt modelId="{2B2A9708-3CCD-44B0-821F-791029F9FDC1}" type="sibTrans" cxnId="{BCCDAF36-F15C-4A34-B558-70238CE95E53}">
      <dgm:prSet/>
      <dgm:spPr/>
      <dgm:t>
        <a:bodyPr/>
        <a:lstStyle/>
        <a:p>
          <a:endParaRPr lang="fr-FR"/>
        </a:p>
      </dgm:t>
    </dgm:pt>
    <dgm:pt modelId="{B99D5215-2FF3-4684-A904-732A91223C28}">
      <dgm:prSet phldrT="[Text]" custT="1"/>
      <dgm:spPr/>
      <dgm:t>
        <a:bodyPr/>
        <a:lstStyle/>
        <a:p>
          <a:r>
            <a:rPr lang="fr-FR" sz="1200" dirty="0" smtClean="0">
              <a:solidFill>
                <a:schemeClr val="bg1"/>
              </a:solidFill>
              <a:latin typeface="Century Gothic" panose="020B0502020202020204" pitchFamily="34" charset="0"/>
            </a:rPr>
            <a:t>=&gt; Possible de nourrir toute la population</a:t>
          </a:r>
          <a:endParaRPr lang="fr-FR" sz="12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558ED2CE-2FE9-49DE-BA0E-15ADE5769043}" type="parTrans" cxnId="{FD7C0297-17BD-4B05-BF02-6A23A918209F}">
      <dgm:prSet/>
      <dgm:spPr/>
      <dgm:t>
        <a:bodyPr/>
        <a:lstStyle/>
        <a:p>
          <a:endParaRPr lang="fr-FR"/>
        </a:p>
      </dgm:t>
    </dgm:pt>
    <dgm:pt modelId="{4578D009-FDE8-4207-A2B0-47CCC7F53E5B}" type="sibTrans" cxnId="{FD7C0297-17BD-4B05-BF02-6A23A918209F}">
      <dgm:prSet/>
      <dgm:spPr/>
      <dgm:t>
        <a:bodyPr/>
        <a:lstStyle/>
        <a:p>
          <a:endParaRPr lang="fr-FR"/>
        </a:p>
      </dgm:t>
    </dgm:pt>
    <dgm:pt modelId="{45D13CC6-1C20-49BE-AAAF-DA5185960A88}">
      <dgm:prSet phldrT="[Text]" custT="1"/>
      <dgm:spPr/>
      <dgm:t>
        <a:bodyPr/>
        <a:lstStyle/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49,5 % utilisées pour la nourriture humaine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973220FD-FAEB-4DF4-8AD3-18C922808A91}" type="parTrans" cxnId="{3EA2759E-8C55-4A3F-8C76-9EED86960ACB}">
      <dgm:prSet/>
      <dgm:spPr/>
      <dgm:t>
        <a:bodyPr/>
        <a:lstStyle/>
        <a:p>
          <a:endParaRPr lang="fr-FR"/>
        </a:p>
      </dgm:t>
    </dgm:pt>
    <dgm:pt modelId="{6F859A32-78CB-4926-8219-D0D1698BE4B2}" type="sibTrans" cxnId="{3EA2759E-8C55-4A3F-8C76-9EED86960ACB}">
      <dgm:prSet/>
      <dgm:spPr/>
      <dgm:t>
        <a:bodyPr/>
        <a:lstStyle/>
        <a:p>
          <a:endParaRPr lang="fr-FR"/>
        </a:p>
      </dgm:t>
    </dgm:pt>
    <dgm:pt modelId="{DE5E06AB-98F6-42BB-A323-65A0656E7AC8}">
      <dgm:prSet phldrT="[Text]" custT="1"/>
      <dgm:spPr/>
      <dgm:t>
        <a:bodyPr/>
        <a:lstStyle/>
        <a:p>
          <a:r>
            <a:rPr lang="fr-FR" sz="1200" dirty="0" smtClean="0">
              <a:solidFill>
                <a:schemeClr val="bg1"/>
              </a:solidFill>
              <a:latin typeface="Century Gothic" panose="020B0502020202020204" pitchFamily="34" charset="0"/>
            </a:rPr>
            <a:t>537,7 millions de personnes en sous nutrition</a:t>
          </a:r>
          <a:endParaRPr lang="fr-FR" sz="12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970A2BD1-A528-4A3C-AFBC-55D337122E79}" type="parTrans" cxnId="{745B18AC-D5A7-4DDA-82AE-C04ED0BB3241}">
      <dgm:prSet/>
      <dgm:spPr/>
      <dgm:t>
        <a:bodyPr/>
        <a:lstStyle/>
        <a:p>
          <a:endParaRPr lang="fr-FR"/>
        </a:p>
      </dgm:t>
    </dgm:pt>
    <dgm:pt modelId="{EFBA1117-861E-4EBA-BFD0-B1AE0C10118A}" type="sibTrans" cxnId="{745B18AC-D5A7-4DDA-82AE-C04ED0BB3241}">
      <dgm:prSet/>
      <dgm:spPr/>
      <dgm:t>
        <a:bodyPr/>
        <a:lstStyle/>
        <a:p>
          <a:endParaRPr lang="fr-FR"/>
        </a:p>
      </dgm:t>
    </dgm:pt>
    <dgm:pt modelId="{6A3D67B3-4C27-47C8-BD87-DC2DC830C13E}">
      <dgm:prSet phldrT="[Text]" custT="1"/>
      <dgm:spPr/>
      <dgm:t>
        <a:bodyPr/>
        <a:lstStyle/>
        <a:p>
          <a:r>
            <a:rPr lang="fr-FR" sz="1200" dirty="0" smtClean="0">
              <a:solidFill>
                <a:schemeClr val="bg1"/>
              </a:solidFill>
              <a:latin typeface="Century Gothic" panose="020B0502020202020204" pitchFamily="34" charset="0"/>
            </a:rPr>
            <a:t>7,10 % de la population mondiale</a:t>
          </a:r>
          <a:endParaRPr lang="fr-FR" sz="12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7CDB7798-9C5E-4068-A429-4C9D903FAECA}" type="parTrans" cxnId="{B719107C-01FA-45B6-B46D-85CED2E68D1F}">
      <dgm:prSet/>
      <dgm:spPr/>
      <dgm:t>
        <a:bodyPr/>
        <a:lstStyle/>
        <a:p>
          <a:endParaRPr lang="fr-FR"/>
        </a:p>
      </dgm:t>
    </dgm:pt>
    <dgm:pt modelId="{8BDD34E1-EC05-433D-9FA1-95DCB136598F}" type="sibTrans" cxnId="{B719107C-01FA-45B6-B46D-85CED2E68D1F}">
      <dgm:prSet/>
      <dgm:spPr/>
      <dgm:t>
        <a:bodyPr/>
        <a:lstStyle/>
        <a:p>
          <a:endParaRPr lang="fr-FR"/>
        </a:p>
      </dgm:t>
    </dgm:pt>
    <dgm:pt modelId="{12313CCE-043A-46A8-BE6C-0BFAE8463F18}">
      <dgm:prSet phldrT="[Text]" custT="1"/>
      <dgm:spPr/>
      <dgm:t>
        <a:bodyPr/>
        <a:lstStyle/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4,6 % perdues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672EC91B-AFC6-476B-B5BD-638F9A72EC1C}" type="parTrans" cxnId="{0294E51A-1A31-40E1-9D1E-E0708AEBF62C}">
      <dgm:prSet/>
      <dgm:spPr/>
      <dgm:t>
        <a:bodyPr/>
        <a:lstStyle/>
        <a:p>
          <a:endParaRPr lang="fr-FR"/>
        </a:p>
      </dgm:t>
    </dgm:pt>
    <dgm:pt modelId="{230FED40-B103-4950-B4DA-3247CE92620E}" type="sibTrans" cxnId="{0294E51A-1A31-40E1-9D1E-E0708AEBF62C}">
      <dgm:prSet/>
      <dgm:spPr/>
      <dgm:t>
        <a:bodyPr/>
        <a:lstStyle/>
        <a:p>
          <a:endParaRPr lang="fr-FR"/>
        </a:p>
      </dgm:t>
    </dgm:pt>
    <dgm:pt modelId="{CD489018-BBFE-4CD0-9D04-974C36695C8F}" type="pres">
      <dgm:prSet presAssocID="{2D8AC403-438C-4A9B-93D8-9F42FEABB620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E2B01682-56E7-4573-B5D8-1A9DEF71CC8F}" type="pres">
      <dgm:prSet presAssocID="{2D8AC403-438C-4A9B-93D8-9F42FEABB620}" presName="cycle" presStyleCnt="0"/>
      <dgm:spPr/>
    </dgm:pt>
    <dgm:pt modelId="{A6F81200-42AE-48D6-A185-A5963BF2E3F0}" type="pres">
      <dgm:prSet presAssocID="{2D8AC403-438C-4A9B-93D8-9F42FEABB620}" presName="centerShape" presStyleCnt="0"/>
      <dgm:spPr/>
    </dgm:pt>
    <dgm:pt modelId="{45CB2B47-F740-49C1-BB81-0653E37D7BFE}" type="pres">
      <dgm:prSet presAssocID="{2D8AC403-438C-4A9B-93D8-9F42FEABB620}" presName="connSite" presStyleLbl="node1" presStyleIdx="0" presStyleCnt="4"/>
      <dgm:spPr/>
    </dgm:pt>
    <dgm:pt modelId="{48B7085C-6BAC-41BA-B8C7-189338360208}" type="pres">
      <dgm:prSet presAssocID="{2D8AC403-438C-4A9B-93D8-9F42FEABB620}" presName="visible" presStyleLbl="node1" presStyleIdx="0" presStyleCnt="4"/>
      <dgm:spPr>
        <a:solidFill>
          <a:schemeClr val="accent1"/>
        </a:solidFill>
      </dgm:spPr>
    </dgm:pt>
    <dgm:pt modelId="{609694CB-0476-4EB3-A827-598FDE4B7EAC}" type="pres">
      <dgm:prSet presAssocID="{89CBC445-EB5F-4B8B-A96B-9559386AC03D}" presName="Name25" presStyleLbl="parChTrans1D1" presStyleIdx="0" presStyleCnt="3"/>
      <dgm:spPr/>
      <dgm:t>
        <a:bodyPr/>
        <a:lstStyle/>
        <a:p>
          <a:endParaRPr lang="fr-FR"/>
        </a:p>
      </dgm:t>
    </dgm:pt>
    <dgm:pt modelId="{0B9BDF38-661B-4850-86E2-C25026533DA5}" type="pres">
      <dgm:prSet presAssocID="{408110F0-C53F-4E55-A626-5492F608BBC5}" presName="node" presStyleCnt="0"/>
      <dgm:spPr/>
    </dgm:pt>
    <dgm:pt modelId="{DD77C561-AC5D-457A-86A9-E0EA2D4D0728}" type="pres">
      <dgm:prSet presAssocID="{408110F0-C53F-4E55-A626-5492F608BBC5}" presName="parentNode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F61AE99-7773-41EE-AEA8-B5F5DB1025D1}" type="pres">
      <dgm:prSet presAssocID="{408110F0-C53F-4E55-A626-5492F608BBC5}" presName="childNode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7351932-41D1-4129-AA1D-EEC6951B6236}" type="pres">
      <dgm:prSet presAssocID="{973220FD-FAEB-4DF4-8AD3-18C922808A91}" presName="Name25" presStyleLbl="parChTrans1D1" presStyleIdx="1" presStyleCnt="3"/>
      <dgm:spPr/>
      <dgm:t>
        <a:bodyPr/>
        <a:lstStyle/>
        <a:p>
          <a:endParaRPr lang="fr-FR"/>
        </a:p>
      </dgm:t>
    </dgm:pt>
    <dgm:pt modelId="{6BF0F400-AC8D-4130-858A-458871DC7985}" type="pres">
      <dgm:prSet presAssocID="{45D13CC6-1C20-49BE-AAAF-DA5185960A88}" presName="node" presStyleCnt="0"/>
      <dgm:spPr/>
    </dgm:pt>
    <dgm:pt modelId="{E768EFDD-ED7E-4653-B5A5-2970EDEB2A34}" type="pres">
      <dgm:prSet presAssocID="{45D13CC6-1C20-49BE-AAAF-DA5185960A88}" presName="parentNode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3DD6A1A-2801-4B4B-8B8F-3F5094CEDAB3}" type="pres">
      <dgm:prSet presAssocID="{45D13CC6-1C20-49BE-AAAF-DA5185960A88}" presName="childNode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44FECD-C237-4AB2-B523-F5A9FF4B1677}" type="pres">
      <dgm:prSet presAssocID="{672EC91B-AFC6-476B-B5BD-638F9A72EC1C}" presName="Name25" presStyleLbl="parChTrans1D1" presStyleIdx="2" presStyleCnt="3"/>
      <dgm:spPr/>
      <dgm:t>
        <a:bodyPr/>
        <a:lstStyle/>
        <a:p>
          <a:endParaRPr lang="fr-FR"/>
        </a:p>
      </dgm:t>
    </dgm:pt>
    <dgm:pt modelId="{9E844DEA-61D7-4470-B62A-75756672A30A}" type="pres">
      <dgm:prSet presAssocID="{12313CCE-043A-46A8-BE6C-0BFAE8463F18}" presName="node" presStyleCnt="0"/>
      <dgm:spPr/>
    </dgm:pt>
    <dgm:pt modelId="{34B7F7A7-A030-4516-8887-3B39045FE7EA}" type="pres">
      <dgm:prSet presAssocID="{12313CCE-043A-46A8-BE6C-0BFAE8463F18}" presName="parentNode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8BA0F21-8CE4-49F6-B472-6164680B27C9}" type="pres">
      <dgm:prSet presAssocID="{12313CCE-043A-46A8-BE6C-0BFAE8463F18}" presName="childNode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FBA96FDF-DDBA-4BDB-BA66-F4CBAE44DF7F}" type="presOf" srcId="{2D8AC403-438C-4A9B-93D8-9F42FEABB620}" destId="{CD489018-BBFE-4CD0-9D04-974C36695C8F}" srcOrd="0" destOrd="0" presId="urn:microsoft.com/office/officeart/2005/8/layout/radial2"/>
    <dgm:cxn modelId="{8326D751-2310-4776-A36F-76EEF17EFA7C}" type="presOf" srcId="{DE5E06AB-98F6-42BB-A323-65A0656E7AC8}" destId="{83DD6A1A-2801-4B4B-8B8F-3F5094CEDAB3}" srcOrd="0" destOrd="0" presId="urn:microsoft.com/office/officeart/2005/8/layout/radial2"/>
    <dgm:cxn modelId="{C739D5A3-DED1-4DFB-8AE5-1378CA018A45}" type="presOf" srcId="{B99D5215-2FF3-4684-A904-732A91223C28}" destId="{3F61AE99-7773-41EE-AEA8-B5F5DB1025D1}" srcOrd="0" destOrd="0" presId="urn:microsoft.com/office/officeart/2005/8/layout/radial2"/>
    <dgm:cxn modelId="{B03E4841-7714-4BFD-B098-B09AAD989E01}" type="presOf" srcId="{672EC91B-AFC6-476B-B5BD-638F9A72EC1C}" destId="{2744FECD-C237-4AB2-B523-F5A9FF4B1677}" srcOrd="0" destOrd="0" presId="urn:microsoft.com/office/officeart/2005/8/layout/radial2"/>
    <dgm:cxn modelId="{BCCDAF36-F15C-4A34-B558-70238CE95E53}" srcId="{2D8AC403-438C-4A9B-93D8-9F42FEABB620}" destId="{408110F0-C53F-4E55-A626-5492F608BBC5}" srcOrd="0" destOrd="0" parTransId="{89CBC445-EB5F-4B8B-A96B-9559386AC03D}" sibTransId="{2B2A9708-3CCD-44B0-821F-791029F9FDC1}"/>
    <dgm:cxn modelId="{B6380B6B-9F07-4295-A95C-D7E5091D1DC8}" type="presOf" srcId="{89CBC445-EB5F-4B8B-A96B-9559386AC03D}" destId="{609694CB-0476-4EB3-A827-598FDE4B7EAC}" srcOrd="0" destOrd="0" presId="urn:microsoft.com/office/officeart/2005/8/layout/radial2"/>
    <dgm:cxn modelId="{0294E51A-1A31-40E1-9D1E-E0708AEBF62C}" srcId="{2D8AC403-438C-4A9B-93D8-9F42FEABB620}" destId="{12313CCE-043A-46A8-BE6C-0BFAE8463F18}" srcOrd="2" destOrd="0" parTransId="{672EC91B-AFC6-476B-B5BD-638F9A72EC1C}" sibTransId="{230FED40-B103-4950-B4DA-3247CE92620E}"/>
    <dgm:cxn modelId="{B719107C-01FA-45B6-B46D-85CED2E68D1F}" srcId="{45D13CC6-1C20-49BE-AAAF-DA5185960A88}" destId="{6A3D67B3-4C27-47C8-BD87-DC2DC830C13E}" srcOrd="1" destOrd="0" parTransId="{7CDB7798-9C5E-4068-A429-4C9D903FAECA}" sibTransId="{8BDD34E1-EC05-433D-9FA1-95DCB136598F}"/>
    <dgm:cxn modelId="{1DDE9C6F-DD64-474D-9875-4782B0170EE6}" type="presOf" srcId="{973220FD-FAEB-4DF4-8AD3-18C922808A91}" destId="{47351932-41D1-4129-AA1D-EEC6951B6236}" srcOrd="0" destOrd="0" presId="urn:microsoft.com/office/officeart/2005/8/layout/radial2"/>
    <dgm:cxn modelId="{38FB2AC8-9E14-4EDD-9B94-2BF98016CBE4}" type="presOf" srcId="{408110F0-C53F-4E55-A626-5492F608BBC5}" destId="{DD77C561-AC5D-457A-86A9-E0EA2D4D0728}" srcOrd="0" destOrd="0" presId="urn:microsoft.com/office/officeart/2005/8/layout/radial2"/>
    <dgm:cxn modelId="{6B7D82B0-EDCB-482F-9036-106E8B632386}" type="presOf" srcId="{45D13CC6-1C20-49BE-AAAF-DA5185960A88}" destId="{E768EFDD-ED7E-4653-B5A5-2970EDEB2A34}" srcOrd="0" destOrd="0" presId="urn:microsoft.com/office/officeart/2005/8/layout/radial2"/>
    <dgm:cxn modelId="{24746668-8CCB-446B-A02F-2B8A2EE05C49}" type="presOf" srcId="{12313CCE-043A-46A8-BE6C-0BFAE8463F18}" destId="{34B7F7A7-A030-4516-8887-3B39045FE7EA}" srcOrd="0" destOrd="0" presId="urn:microsoft.com/office/officeart/2005/8/layout/radial2"/>
    <dgm:cxn modelId="{3EA2759E-8C55-4A3F-8C76-9EED86960ACB}" srcId="{2D8AC403-438C-4A9B-93D8-9F42FEABB620}" destId="{45D13CC6-1C20-49BE-AAAF-DA5185960A88}" srcOrd="1" destOrd="0" parTransId="{973220FD-FAEB-4DF4-8AD3-18C922808A91}" sibTransId="{6F859A32-78CB-4926-8219-D0D1698BE4B2}"/>
    <dgm:cxn modelId="{745B18AC-D5A7-4DDA-82AE-C04ED0BB3241}" srcId="{45D13CC6-1C20-49BE-AAAF-DA5185960A88}" destId="{DE5E06AB-98F6-42BB-A323-65A0656E7AC8}" srcOrd="0" destOrd="0" parTransId="{970A2BD1-A528-4A3C-AFBC-55D337122E79}" sibTransId="{EFBA1117-861E-4EBA-BFD0-B1AE0C10118A}"/>
    <dgm:cxn modelId="{FD7C0297-17BD-4B05-BF02-6A23A918209F}" srcId="{408110F0-C53F-4E55-A626-5492F608BBC5}" destId="{B99D5215-2FF3-4684-A904-732A91223C28}" srcOrd="0" destOrd="0" parTransId="{558ED2CE-2FE9-49DE-BA0E-15ADE5769043}" sibTransId="{4578D009-FDE8-4207-A2B0-47CCC7F53E5B}"/>
    <dgm:cxn modelId="{B56775C0-15AC-49BF-874E-8051DFE3F64D}" type="presOf" srcId="{6A3D67B3-4C27-47C8-BD87-DC2DC830C13E}" destId="{83DD6A1A-2801-4B4B-8B8F-3F5094CEDAB3}" srcOrd="0" destOrd="1" presId="urn:microsoft.com/office/officeart/2005/8/layout/radial2"/>
    <dgm:cxn modelId="{6D24C071-054E-4040-B088-A2A8A734E9FF}" type="presParOf" srcId="{CD489018-BBFE-4CD0-9D04-974C36695C8F}" destId="{E2B01682-56E7-4573-B5D8-1A9DEF71CC8F}" srcOrd="0" destOrd="0" presId="urn:microsoft.com/office/officeart/2005/8/layout/radial2"/>
    <dgm:cxn modelId="{00E1FB87-4394-4D76-804E-ECEB0249693A}" type="presParOf" srcId="{E2B01682-56E7-4573-B5D8-1A9DEF71CC8F}" destId="{A6F81200-42AE-48D6-A185-A5963BF2E3F0}" srcOrd="0" destOrd="0" presId="urn:microsoft.com/office/officeart/2005/8/layout/radial2"/>
    <dgm:cxn modelId="{C6AADF72-04A8-4F10-9F20-695741E927B4}" type="presParOf" srcId="{A6F81200-42AE-48D6-A185-A5963BF2E3F0}" destId="{45CB2B47-F740-49C1-BB81-0653E37D7BFE}" srcOrd="0" destOrd="0" presId="urn:microsoft.com/office/officeart/2005/8/layout/radial2"/>
    <dgm:cxn modelId="{76AE52B9-B258-4BB7-A626-3D8E73B20C97}" type="presParOf" srcId="{A6F81200-42AE-48D6-A185-A5963BF2E3F0}" destId="{48B7085C-6BAC-41BA-B8C7-189338360208}" srcOrd="1" destOrd="0" presId="urn:microsoft.com/office/officeart/2005/8/layout/radial2"/>
    <dgm:cxn modelId="{4EAE1602-574F-486B-BD3A-CF5DBEA39C64}" type="presParOf" srcId="{E2B01682-56E7-4573-B5D8-1A9DEF71CC8F}" destId="{609694CB-0476-4EB3-A827-598FDE4B7EAC}" srcOrd="1" destOrd="0" presId="urn:microsoft.com/office/officeart/2005/8/layout/radial2"/>
    <dgm:cxn modelId="{C14F3989-BE23-4712-BC04-9A31256FF37E}" type="presParOf" srcId="{E2B01682-56E7-4573-B5D8-1A9DEF71CC8F}" destId="{0B9BDF38-661B-4850-86E2-C25026533DA5}" srcOrd="2" destOrd="0" presId="urn:microsoft.com/office/officeart/2005/8/layout/radial2"/>
    <dgm:cxn modelId="{20AD7C93-4519-408D-A0C6-B0AA39ADC65B}" type="presParOf" srcId="{0B9BDF38-661B-4850-86E2-C25026533DA5}" destId="{DD77C561-AC5D-457A-86A9-E0EA2D4D0728}" srcOrd="0" destOrd="0" presId="urn:microsoft.com/office/officeart/2005/8/layout/radial2"/>
    <dgm:cxn modelId="{73AE3E7B-CEA7-4E15-B9A9-3F494CC86069}" type="presParOf" srcId="{0B9BDF38-661B-4850-86E2-C25026533DA5}" destId="{3F61AE99-7773-41EE-AEA8-B5F5DB1025D1}" srcOrd="1" destOrd="0" presId="urn:microsoft.com/office/officeart/2005/8/layout/radial2"/>
    <dgm:cxn modelId="{AB70DAD8-A4B5-4339-A24E-1FD32370B8D3}" type="presParOf" srcId="{E2B01682-56E7-4573-B5D8-1A9DEF71CC8F}" destId="{47351932-41D1-4129-AA1D-EEC6951B6236}" srcOrd="3" destOrd="0" presId="urn:microsoft.com/office/officeart/2005/8/layout/radial2"/>
    <dgm:cxn modelId="{780C874B-3EA6-4637-9E36-82AFFE0979B1}" type="presParOf" srcId="{E2B01682-56E7-4573-B5D8-1A9DEF71CC8F}" destId="{6BF0F400-AC8D-4130-858A-458871DC7985}" srcOrd="4" destOrd="0" presId="urn:microsoft.com/office/officeart/2005/8/layout/radial2"/>
    <dgm:cxn modelId="{A0CA5A27-13D7-4249-9EFE-CD43424BD1F8}" type="presParOf" srcId="{6BF0F400-AC8D-4130-858A-458871DC7985}" destId="{E768EFDD-ED7E-4653-B5A5-2970EDEB2A34}" srcOrd="0" destOrd="0" presId="urn:microsoft.com/office/officeart/2005/8/layout/radial2"/>
    <dgm:cxn modelId="{0AFE7AD0-EF2E-4F84-AF1E-58C31FF212DA}" type="presParOf" srcId="{6BF0F400-AC8D-4130-858A-458871DC7985}" destId="{83DD6A1A-2801-4B4B-8B8F-3F5094CEDAB3}" srcOrd="1" destOrd="0" presId="urn:microsoft.com/office/officeart/2005/8/layout/radial2"/>
    <dgm:cxn modelId="{E22667EF-FE27-4B76-80B6-4FE31FD1D8B8}" type="presParOf" srcId="{E2B01682-56E7-4573-B5D8-1A9DEF71CC8F}" destId="{2744FECD-C237-4AB2-B523-F5A9FF4B1677}" srcOrd="5" destOrd="0" presId="urn:microsoft.com/office/officeart/2005/8/layout/radial2"/>
    <dgm:cxn modelId="{6E4EB1DF-6918-4D39-8FD6-35D8163A5465}" type="presParOf" srcId="{E2B01682-56E7-4573-B5D8-1A9DEF71CC8F}" destId="{9E844DEA-61D7-4470-B62A-75756672A30A}" srcOrd="6" destOrd="0" presId="urn:microsoft.com/office/officeart/2005/8/layout/radial2"/>
    <dgm:cxn modelId="{6ED50467-70C4-45AF-8A30-299FEFFD5C4C}" type="presParOf" srcId="{9E844DEA-61D7-4470-B62A-75756672A30A}" destId="{34B7F7A7-A030-4516-8887-3B39045FE7EA}" srcOrd="0" destOrd="0" presId="urn:microsoft.com/office/officeart/2005/8/layout/radial2"/>
    <dgm:cxn modelId="{BF2F09C4-EEE8-4064-AA1B-9E98239F3AED}" type="presParOf" srcId="{9E844DEA-61D7-4470-B62A-75756672A30A}" destId="{98BA0F21-8CE4-49F6-B472-6164680B27C9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3629A7F-F29D-4484-895C-C07916C1F8F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0A7452E-9D3A-4CF2-8459-F94ED65E95B4}">
      <dgm:prSet phldrT="[Text]" custT="1"/>
      <dgm:spPr/>
      <dgm:t>
        <a:bodyPr anchor="ctr"/>
        <a:lstStyle/>
        <a:p>
          <a:pPr algn="l"/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Regarder si la répartition de l’utilisation des ressources disponibles peut être améliorée</a:t>
          </a:r>
          <a:endParaRPr lang="fr-FR" sz="1400" b="1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F57D0782-229C-4073-B358-A57EF54E45FD}" type="parTrans" cxnId="{19360970-290E-4434-BBE6-8BECC5F535CE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CABA1414-CC20-414D-B962-F44D9F1D9947}" type="sibTrans" cxnId="{19360970-290E-4434-BBE6-8BECC5F535CE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5E456299-1811-4B66-85A4-21FBDBB9BAD5}">
      <dgm:prSet phldrT="[Text]" custT="1"/>
      <dgm:spPr/>
      <dgm:t>
        <a:bodyPr/>
        <a:lstStyle/>
        <a:p>
          <a:r>
            <a:rPr lang="fr-FR" sz="1400" b="1" dirty="0" smtClean="0">
              <a:solidFill>
                <a:schemeClr val="tx1"/>
              </a:solidFill>
              <a:latin typeface="Century Gothic" panose="020B0502020202020204" pitchFamily="34" charset="0"/>
            </a:rPr>
            <a:t>Analyse plus en détail des pays ayant les proportions de personnes en sous nutrition les plus élevées</a:t>
          </a:r>
          <a:endParaRPr lang="fr-FR" sz="1400" b="1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7B7DB316-FB7B-4937-AC20-A6B24C7FC424}" type="parTrans" cxnId="{A167BEE6-0DB5-4CC2-9DA6-1AE93FD2BF6B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F9FF3384-934C-4391-8932-D41CAA70A16B}" type="sibTrans" cxnId="{A167BEE6-0DB5-4CC2-9DA6-1AE93FD2BF6B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311D8694-A90A-4BFE-B863-46123DFB9881}">
      <dgm:prSet phldrT="[Text]" custT="1"/>
      <dgm:spPr/>
      <dgm:t>
        <a:bodyPr/>
        <a:lstStyle/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Augmenter la production de ressources pour augmenter la disponibilité des pays en difficulté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F8724E2A-9780-4F99-91A4-572927BC3B56}" type="parTrans" cxnId="{4F418061-FD75-447A-8BBB-862DF5FB7E9C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C2B4DBA3-5389-4BAD-8084-925CF6094AAE}" type="sibTrans" cxnId="{4F418061-FD75-447A-8BBB-862DF5FB7E9C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F7C6B205-4F7E-4A65-A705-6BF8C18A4F69}">
      <dgm:prSet phldrT="[Text]" custT="1"/>
      <dgm:spPr/>
      <dgm:t>
        <a:bodyPr/>
        <a:lstStyle/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Comment éviter le gaspillage ?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36E50B76-A6D5-4DEE-9401-1838F54D5DA8}" type="parTrans" cxnId="{9C3F849C-9F88-46B1-ACA0-5FDE0248BF8D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08722DB8-0291-4281-B3CD-2AA907595C03}" type="sibTrans" cxnId="{9C3F849C-9F88-46B1-ACA0-5FDE0248BF8D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1ABC70A6-757B-4FE7-891D-17B4B485105B}">
      <dgm:prSet phldrT="[Text]" custT="1"/>
      <dgm:spPr/>
      <dgm:t>
        <a:bodyPr/>
        <a:lstStyle/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D’où vient le problème ? </a:t>
          </a:r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	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4BD0814D-7D4D-40C9-9FA6-EA80BE17D30A}" type="parTrans" cxnId="{4947F7CA-0900-4E7E-9EDD-DB8096F7C0A8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6A038D33-D97C-4375-971E-46954415E64D}" type="sibTrans" cxnId="{4947F7CA-0900-4E7E-9EDD-DB8096F7C0A8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C5FC869C-AEE9-4EE9-857E-74168EC35224}">
      <dgm:prSet phldrT="[Text]" custT="1"/>
      <dgm:spPr/>
      <dgm:t>
        <a:bodyPr/>
        <a:lstStyle/>
        <a:p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	pas </a:t>
          </a:r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assez de production </a:t>
          </a:r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?</a:t>
          </a:r>
          <a:endParaRPr lang="fr-FR" sz="11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673C58BA-33AE-401B-9A53-EE51EFFAA762}" type="parTrans" cxnId="{44668342-5E5D-4BDC-8AA5-34ECB4E6A1F1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015E46DD-C326-4894-946E-A17AD019303C}" type="sibTrans" cxnId="{44668342-5E5D-4BDC-8AA5-34ECB4E6A1F1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9D738347-78B8-4D24-9C6E-DF9F67FA5388}">
      <dgm:prSet phldrT="[Text]" custT="1"/>
      <dgm:spPr/>
      <dgm:t>
        <a:bodyPr/>
        <a:lstStyle/>
        <a:p>
          <a:r>
            <a:rPr lang="fr-FR" sz="1200" dirty="0" smtClean="0">
              <a:solidFill>
                <a:schemeClr val="tx1"/>
              </a:solidFill>
              <a:latin typeface="Century Gothic" panose="020B0502020202020204" pitchFamily="34" charset="0"/>
            </a:rPr>
            <a:t>Comment faire pour mieux les aider ?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6920BD30-7D98-4DD8-925C-8504D96625FE}" type="parTrans" cxnId="{61E5861B-40B0-41BB-BE03-C741626AE5BC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CB579269-70ED-4479-ADEC-CA0C92DB81C3}" type="sibTrans" cxnId="{61E5861B-40B0-41BB-BE03-C741626AE5BC}">
      <dgm:prSet/>
      <dgm:spPr/>
      <dgm:t>
        <a:bodyPr/>
        <a:lstStyle/>
        <a:p>
          <a:endParaRPr lang="fr-FR" sz="140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FFA42FFB-EE6B-4FDE-8A77-50C8B0B5061E}">
      <dgm:prSet phldrT="[Text]" custT="1"/>
      <dgm:spPr/>
      <dgm:t>
        <a:bodyPr/>
        <a:lstStyle/>
        <a:p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	Développement </a:t>
          </a:r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des techniques agricoles</a:t>
          </a:r>
          <a:endParaRPr lang="fr-FR" sz="11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EEDFA869-E2F0-4880-B3CC-DF3E7AFA18CE}" type="parTrans" cxnId="{48A123FC-6FEA-4260-9ED8-DFCC4308D540}">
      <dgm:prSet/>
      <dgm:spPr/>
      <dgm:t>
        <a:bodyPr/>
        <a:lstStyle/>
        <a:p>
          <a:endParaRPr lang="fr-FR"/>
        </a:p>
      </dgm:t>
    </dgm:pt>
    <dgm:pt modelId="{BC3B5295-496A-4274-874E-8F1235457727}" type="sibTrans" cxnId="{48A123FC-6FEA-4260-9ED8-DFCC4308D540}">
      <dgm:prSet/>
      <dgm:spPr/>
      <dgm:t>
        <a:bodyPr/>
        <a:lstStyle/>
        <a:p>
          <a:endParaRPr lang="fr-FR"/>
        </a:p>
      </dgm:t>
    </dgm:pt>
    <dgm:pt modelId="{C97DAE44-3AB1-4CC8-A522-20CF477BB353}">
      <dgm:prSet phldrT="[Text]" custT="1"/>
      <dgm:spPr/>
      <dgm:t>
        <a:bodyPr/>
        <a:lstStyle/>
        <a:p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	Adaptation </a:t>
          </a:r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au </a:t>
          </a:r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climat: </a:t>
          </a:r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production de ressources adaptées et pouvant être exportées</a:t>
          </a:r>
          <a:endParaRPr lang="fr-FR" sz="11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7EF5139A-EA6B-4CD7-99CF-C9218B7E812B}" type="parTrans" cxnId="{331DEAF6-DA00-4261-8B40-45EBF0FEFEE4}">
      <dgm:prSet/>
      <dgm:spPr/>
      <dgm:t>
        <a:bodyPr/>
        <a:lstStyle/>
        <a:p>
          <a:endParaRPr lang="fr-FR"/>
        </a:p>
      </dgm:t>
    </dgm:pt>
    <dgm:pt modelId="{BE25C7D9-B1F8-4366-89B8-4F716ED756D2}" type="sibTrans" cxnId="{331DEAF6-DA00-4261-8B40-45EBF0FEFEE4}">
      <dgm:prSet/>
      <dgm:spPr/>
      <dgm:t>
        <a:bodyPr/>
        <a:lstStyle/>
        <a:p>
          <a:endParaRPr lang="fr-FR"/>
        </a:p>
      </dgm:t>
    </dgm:pt>
    <dgm:pt modelId="{1D78191C-6AA1-4939-9D60-9EE760F2691A}">
      <dgm:prSet phldrT="[Text]" custT="1"/>
      <dgm:spPr/>
      <dgm:t>
        <a:bodyPr/>
        <a:lstStyle/>
        <a:p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	Aide </a:t>
          </a:r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financière pour pouvoir importer plus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27992A51-87D7-4ECC-99F7-4EA601C7C091}" type="parTrans" cxnId="{5D40A32D-FDDB-44EA-8F8F-DC415312BF5A}">
      <dgm:prSet/>
      <dgm:spPr/>
      <dgm:t>
        <a:bodyPr/>
        <a:lstStyle/>
        <a:p>
          <a:endParaRPr lang="fr-FR"/>
        </a:p>
      </dgm:t>
    </dgm:pt>
    <dgm:pt modelId="{8CA419F4-0C24-4208-BECC-C8FD32F47640}" type="sibTrans" cxnId="{5D40A32D-FDDB-44EA-8F8F-DC415312BF5A}">
      <dgm:prSet/>
      <dgm:spPr/>
      <dgm:t>
        <a:bodyPr/>
        <a:lstStyle/>
        <a:p>
          <a:endParaRPr lang="fr-FR"/>
        </a:p>
      </dgm:t>
    </dgm:pt>
    <dgm:pt modelId="{5024C1B4-FCE4-4348-B73E-4A0B9516AE24}">
      <dgm:prSet phldrT="[Text]" custT="1"/>
      <dgm:spPr/>
      <dgm:t>
        <a:bodyPr/>
        <a:lstStyle/>
        <a:p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	Crise interne (guerre, économique) ?</a:t>
          </a:r>
          <a:endParaRPr lang="fr-FR" sz="12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3AAA18A1-F7C0-40AF-847E-2DCA0A565E1D}" type="parTrans" cxnId="{8CC0C71D-1ABE-45B2-A888-9F63C4134764}">
      <dgm:prSet/>
      <dgm:spPr/>
      <dgm:t>
        <a:bodyPr/>
        <a:lstStyle/>
        <a:p>
          <a:endParaRPr lang="fr-FR"/>
        </a:p>
      </dgm:t>
    </dgm:pt>
    <dgm:pt modelId="{A3C592D8-1A1D-4266-9419-D8CC9837F802}" type="sibTrans" cxnId="{8CC0C71D-1ABE-45B2-A888-9F63C4134764}">
      <dgm:prSet/>
      <dgm:spPr/>
      <dgm:t>
        <a:bodyPr/>
        <a:lstStyle/>
        <a:p>
          <a:endParaRPr lang="fr-FR"/>
        </a:p>
      </dgm:t>
    </dgm:pt>
    <dgm:pt modelId="{CFEB34B4-1AD8-4ADB-9AAD-4D30FF62246A}">
      <dgm:prSet phldrT="[Text]" custT="1"/>
      <dgm:spPr/>
      <dgm:t>
        <a:bodyPr/>
        <a:lstStyle/>
        <a:p>
          <a:r>
            <a:rPr lang="fr-FR" sz="1100" dirty="0" smtClean="0">
              <a:solidFill>
                <a:schemeClr val="tx1"/>
              </a:solidFill>
              <a:latin typeface="Century Gothic" panose="020B0502020202020204" pitchFamily="34" charset="0"/>
            </a:rPr>
            <a:t>	gestion des ressources ?</a:t>
          </a:r>
          <a:endParaRPr lang="fr-FR" sz="11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45D6B069-661E-45D0-8CDA-C4C8CAB4E63F}" type="parTrans" cxnId="{B7025DA6-9E3A-4417-B755-A4662449DE1B}">
      <dgm:prSet/>
      <dgm:spPr/>
      <dgm:t>
        <a:bodyPr/>
        <a:lstStyle/>
        <a:p>
          <a:endParaRPr lang="fr-FR"/>
        </a:p>
      </dgm:t>
    </dgm:pt>
    <dgm:pt modelId="{9D294D87-9A8F-4690-9A69-C327749019D6}" type="sibTrans" cxnId="{B7025DA6-9E3A-4417-B755-A4662449DE1B}">
      <dgm:prSet/>
      <dgm:spPr/>
      <dgm:t>
        <a:bodyPr/>
        <a:lstStyle/>
        <a:p>
          <a:endParaRPr lang="fr-FR"/>
        </a:p>
      </dgm:t>
    </dgm:pt>
    <dgm:pt modelId="{B0FA475D-B578-458C-B5C1-5CAA2D8ABFAB}" type="pres">
      <dgm:prSet presAssocID="{D3629A7F-F29D-4484-895C-C07916C1F8F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4DDA00F6-CA3A-4ED0-8D68-E63EA8363F52}" type="pres">
      <dgm:prSet presAssocID="{30A7452E-9D3A-4CF2-8459-F94ED65E95B4}" presName="parentLin" presStyleCnt="0"/>
      <dgm:spPr/>
    </dgm:pt>
    <dgm:pt modelId="{821512EF-0487-4667-A203-FA16899EA017}" type="pres">
      <dgm:prSet presAssocID="{30A7452E-9D3A-4CF2-8459-F94ED65E95B4}" presName="parentLeftMargin" presStyleLbl="node1" presStyleIdx="0" presStyleCnt="2"/>
      <dgm:spPr/>
      <dgm:t>
        <a:bodyPr/>
        <a:lstStyle/>
        <a:p>
          <a:endParaRPr lang="fr-FR"/>
        </a:p>
      </dgm:t>
    </dgm:pt>
    <dgm:pt modelId="{7EAEEBC4-66D7-4989-B2DD-C85428B4231F}" type="pres">
      <dgm:prSet presAssocID="{30A7452E-9D3A-4CF2-8459-F94ED65E95B4}" presName="parentText" presStyleLbl="node1" presStyleIdx="0" presStyleCnt="2" custScaleX="179052" custLinFactNeighborX="-38575" custLinFactNeighborY="436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B6EF913-8CF6-4B62-ABF4-BFF762CFCE41}" type="pres">
      <dgm:prSet presAssocID="{30A7452E-9D3A-4CF2-8459-F94ED65E95B4}" presName="negativeSpace" presStyleCnt="0"/>
      <dgm:spPr/>
    </dgm:pt>
    <dgm:pt modelId="{37A211A3-6F21-4E0B-99D6-C3192980CB5B}" type="pres">
      <dgm:prSet presAssocID="{30A7452E-9D3A-4CF2-8459-F94ED65E95B4}" presName="childText" presStyleLbl="conFgAcc1" presStyleIdx="0" presStyleCnt="2" custLinFactNeighborX="158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6E952FF-1C7F-4C5F-99D0-708D19542DA2}" type="pres">
      <dgm:prSet presAssocID="{CABA1414-CC20-414D-B962-F44D9F1D9947}" presName="spaceBetweenRectangles" presStyleCnt="0"/>
      <dgm:spPr/>
    </dgm:pt>
    <dgm:pt modelId="{7E334BC9-52DB-4F18-9D0E-ECE39B7C7638}" type="pres">
      <dgm:prSet presAssocID="{5E456299-1811-4B66-85A4-21FBDBB9BAD5}" presName="parentLin" presStyleCnt="0"/>
      <dgm:spPr/>
    </dgm:pt>
    <dgm:pt modelId="{B20B4160-8BD9-46A1-8621-01128C871209}" type="pres">
      <dgm:prSet presAssocID="{5E456299-1811-4B66-85A4-21FBDBB9BAD5}" presName="parentLeftMargin" presStyleLbl="node1" presStyleIdx="0" presStyleCnt="2"/>
      <dgm:spPr/>
      <dgm:t>
        <a:bodyPr/>
        <a:lstStyle/>
        <a:p>
          <a:endParaRPr lang="fr-FR"/>
        </a:p>
      </dgm:t>
    </dgm:pt>
    <dgm:pt modelId="{BF22B8F0-136B-475A-97D8-344BAD0F1DBA}" type="pres">
      <dgm:prSet presAssocID="{5E456299-1811-4B66-85A4-21FBDBB9BAD5}" presName="parentText" presStyleLbl="node1" presStyleIdx="1" presStyleCnt="2" custScaleX="142857" custScaleY="116408" custLinFactNeighborX="-3435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E52BD2E-06B5-4D7E-A448-032AC97307DC}" type="pres">
      <dgm:prSet presAssocID="{5E456299-1811-4B66-85A4-21FBDBB9BAD5}" presName="negativeSpace" presStyleCnt="0"/>
      <dgm:spPr/>
    </dgm:pt>
    <dgm:pt modelId="{B203C569-AE93-4DF0-A3E7-01A38557848B}" type="pres">
      <dgm:prSet presAssocID="{5E456299-1811-4B66-85A4-21FBDBB9BAD5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73D3FE3-C65F-4D66-A486-D9814B969224}" type="presOf" srcId="{311D8694-A90A-4BFE-B863-46123DFB9881}" destId="{37A211A3-6F21-4E0B-99D6-C3192980CB5B}" srcOrd="0" destOrd="0" presId="urn:microsoft.com/office/officeart/2005/8/layout/list1"/>
    <dgm:cxn modelId="{4F418061-FD75-447A-8BBB-862DF5FB7E9C}" srcId="{30A7452E-9D3A-4CF2-8459-F94ED65E95B4}" destId="{311D8694-A90A-4BFE-B863-46123DFB9881}" srcOrd="0" destOrd="0" parTransId="{F8724E2A-9780-4F99-91A4-572927BC3B56}" sibTransId="{C2B4DBA3-5389-4BAD-8084-925CF6094AAE}"/>
    <dgm:cxn modelId="{8592393C-44D7-48BB-8506-FAB803B7487C}" type="presOf" srcId="{FFA42FFB-EE6B-4FDE-8A77-50C8B0B5061E}" destId="{B203C569-AE93-4DF0-A3E7-01A38557848B}" srcOrd="0" destOrd="5" presId="urn:microsoft.com/office/officeart/2005/8/layout/list1"/>
    <dgm:cxn modelId="{DCD34A55-60CD-4C3A-BE8A-C32F23ED1BCB}" type="presOf" srcId="{5E456299-1811-4B66-85A4-21FBDBB9BAD5}" destId="{B20B4160-8BD9-46A1-8621-01128C871209}" srcOrd="0" destOrd="0" presId="urn:microsoft.com/office/officeart/2005/8/layout/list1"/>
    <dgm:cxn modelId="{4C9A5AFE-B058-4E3B-91F6-5D8944CF0944}" type="presOf" srcId="{CFEB34B4-1AD8-4ADB-9AAD-4D30FF62246A}" destId="{B203C569-AE93-4DF0-A3E7-01A38557848B}" srcOrd="0" destOrd="3" presId="urn:microsoft.com/office/officeart/2005/8/layout/list1"/>
    <dgm:cxn modelId="{08E1E42F-A07A-4D9C-92D8-6663B9BFCECD}" type="presOf" srcId="{5024C1B4-FCE4-4348-B73E-4A0B9516AE24}" destId="{B203C569-AE93-4DF0-A3E7-01A38557848B}" srcOrd="0" destOrd="1" presId="urn:microsoft.com/office/officeart/2005/8/layout/list1"/>
    <dgm:cxn modelId="{B7025DA6-9E3A-4417-B755-A4662449DE1B}" srcId="{1ABC70A6-757B-4FE7-891D-17B4B485105B}" destId="{CFEB34B4-1AD8-4ADB-9AAD-4D30FF62246A}" srcOrd="2" destOrd="0" parTransId="{45D6B069-661E-45D0-8CDA-C4C8CAB4E63F}" sibTransId="{9D294D87-9A8F-4690-9A69-C327749019D6}"/>
    <dgm:cxn modelId="{1A723242-637C-4E1D-99DF-26B9B56E08E7}" type="presOf" srcId="{1ABC70A6-757B-4FE7-891D-17B4B485105B}" destId="{B203C569-AE93-4DF0-A3E7-01A38557848B}" srcOrd="0" destOrd="0" presId="urn:microsoft.com/office/officeart/2005/8/layout/list1"/>
    <dgm:cxn modelId="{C794A25F-7CE2-4C31-9EFF-CB0EAEBC10E9}" type="presOf" srcId="{5E456299-1811-4B66-85A4-21FBDBB9BAD5}" destId="{BF22B8F0-136B-475A-97D8-344BAD0F1DBA}" srcOrd="1" destOrd="0" presId="urn:microsoft.com/office/officeart/2005/8/layout/list1"/>
    <dgm:cxn modelId="{3542E638-B3CA-4C4C-81B1-15BC7E1302ED}" type="presOf" srcId="{F7C6B205-4F7E-4A65-A705-6BF8C18A4F69}" destId="{37A211A3-6F21-4E0B-99D6-C3192980CB5B}" srcOrd="0" destOrd="1" presId="urn:microsoft.com/office/officeart/2005/8/layout/list1"/>
    <dgm:cxn modelId="{B99291F3-C32D-42B1-A7DE-036CCBD1A735}" type="presOf" srcId="{30A7452E-9D3A-4CF2-8459-F94ED65E95B4}" destId="{821512EF-0487-4667-A203-FA16899EA017}" srcOrd="0" destOrd="0" presId="urn:microsoft.com/office/officeart/2005/8/layout/list1"/>
    <dgm:cxn modelId="{44668342-5E5D-4BDC-8AA5-34ECB4E6A1F1}" srcId="{1ABC70A6-757B-4FE7-891D-17B4B485105B}" destId="{C5FC869C-AEE9-4EE9-857E-74168EC35224}" srcOrd="1" destOrd="0" parTransId="{673C58BA-33AE-401B-9A53-EE51EFFAA762}" sibTransId="{015E46DD-C326-4894-946E-A17AD019303C}"/>
    <dgm:cxn modelId="{0B4B3ED8-F68E-4711-AD9B-1E896472FDD0}" type="presOf" srcId="{C97DAE44-3AB1-4CC8-A522-20CF477BB353}" destId="{B203C569-AE93-4DF0-A3E7-01A38557848B}" srcOrd="0" destOrd="6" presId="urn:microsoft.com/office/officeart/2005/8/layout/list1"/>
    <dgm:cxn modelId="{D8E8FFB0-85E7-4357-92A5-168F2C905375}" type="presOf" srcId="{1D78191C-6AA1-4939-9D60-9EE760F2691A}" destId="{B203C569-AE93-4DF0-A3E7-01A38557848B}" srcOrd="0" destOrd="7" presId="urn:microsoft.com/office/officeart/2005/8/layout/list1"/>
    <dgm:cxn modelId="{4947F7CA-0900-4E7E-9EDD-DB8096F7C0A8}" srcId="{5E456299-1811-4B66-85A4-21FBDBB9BAD5}" destId="{1ABC70A6-757B-4FE7-891D-17B4B485105B}" srcOrd="0" destOrd="0" parTransId="{4BD0814D-7D4D-40C9-9FA6-EA80BE17D30A}" sibTransId="{6A038D33-D97C-4375-971E-46954415E64D}"/>
    <dgm:cxn modelId="{BE723B51-F647-4A65-A9FD-9CA92476BEFD}" type="presOf" srcId="{9D738347-78B8-4D24-9C6E-DF9F67FA5388}" destId="{B203C569-AE93-4DF0-A3E7-01A38557848B}" srcOrd="0" destOrd="4" presId="urn:microsoft.com/office/officeart/2005/8/layout/list1"/>
    <dgm:cxn modelId="{6123BD6B-75BF-4A78-BEB4-704AC41C5B48}" type="presOf" srcId="{D3629A7F-F29D-4484-895C-C07916C1F8F6}" destId="{B0FA475D-B578-458C-B5C1-5CAA2D8ABFAB}" srcOrd="0" destOrd="0" presId="urn:microsoft.com/office/officeart/2005/8/layout/list1"/>
    <dgm:cxn modelId="{48A123FC-6FEA-4260-9ED8-DFCC4308D540}" srcId="{9D738347-78B8-4D24-9C6E-DF9F67FA5388}" destId="{FFA42FFB-EE6B-4FDE-8A77-50C8B0B5061E}" srcOrd="0" destOrd="0" parTransId="{EEDFA869-E2F0-4880-B3CC-DF3E7AFA18CE}" sibTransId="{BC3B5295-496A-4274-874E-8F1235457727}"/>
    <dgm:cxn modelId="{B0A445E4-4FA1-4201-8421-3FA053EBC7A1}" type="presOf" srcId="{30A7452E-9D3A-4CF2-8459-F94ED65E95B4}" destId="{7EAEEBC4-66D7-4989-B2DD-C85428B4231F}" srcOrd="1" destOrd="0" presId="urn:microsoft.com/office/officeart/2005/8/layout/list1"/>
    <dgm:cxn modelId="{5D40A32D-FDDB-44EA-8F8F-DC415312BF5A}" srcId="{9D738347-78B8-4D24-9C6E-DF9F67FA5388}" destId="{1D78191C-6AA1-4939-9D60-9EE760F2691A}" srcOrd="2" destOrd="0" parTransId="{27992A51-87D7-4ECC-99F7-4EA601C7C091}" sibTransId="{8CA419F4-0C24-4208-BECC-C8FD32F47640}"/>
    <dgm:cxn modelId="{A167BEE6-0DB5-4CC2-9DA6-1AE93FD2BF6B}" srcId="{D3629A7F-F29D-4484-895C-C07916C1F8F6}" destId="{5E456299-1811-4B66-85A4-21FBDBB9BAD5}" srcOrd="1" destOrd="0" parTransId="{7B7DB316-FB7B-4937-AC20-A6B24C7FC424}" sibTransId="{F9FF3384-934C-4391-8932-D41CAA70A16B}"/>
    <dgm:cxn modelId="{8CC0C71D-1ABE-45B2-A888-9F63C4134764}" srcId="{1ABC70A6-757B-4FE7-891D-17B4B485105B}" destId="{5024C1B4-FCE4-4348-B73E-4A0B9516AE24}" srcOrd="0" destOrd="0" parTransId="{3AAA18A1-F7C0-40AF-847E-2DCA0A565E1D}" sibTransId="{A3C592D8-1A1D-4266-9419-D8CC9837F802}"/>
    <dgm:cxn modelId="{61E5861B-40B0-41BB-BE03-C741626AE5BC}" srcId="{5E456299-1811-4B66-85A4-21FBDBB9BAD5}" destId="{9D738347-78B8-4D24-9C6E-DF9F67FA5388}" srcOrd="1" destOrd="0" parTransId="{6920BD30-7D98-4DD8-925C-8504D96625FE}" sibTransId="{CB579269-70ED-4479-ADEC-CA0C92DB81C3}"/>
    <dgm:cxn modelId="{331DEAF6-DA00-4261-8B40-45EBF0FEFEE4}" srcId="{9D738347-78B8-4D24-9C6E-DF9F67FA5388}" destId="{C97DAE44-3AB1-4CC8-A522-20CF477BB353}" srcOrd="1" destOrd="0" parTransId="{7EF5139A-EA6B-4CD7-99CF-C9218B7E812B}" sibTransId="{BE25C7D9-B1F8-4366-89B8-4F716ED756D2}"/>
    <dgm:cxn modelId="{19360970-290E-4434-BBE6-8BECC5F535CE}" srcId="{D3629A7F-F29D-4484-895C-C07916C1F8F6}" destId="{30A7452E-9D3A-4CF2-8459-F94ED65E95B4}" srcOrd="0" destOrd="0" parTransId="{F57D0782-229C-4073-B358-A57EF54E45FD}" sibTransId="{CABA1414-CC20-414D-B962-F44D9F1D9947}"/>
    <dgm:cxn modelId="{85031F1A-86D8-4F35-AB66-09D35495F48A}" type="presOf" srcId="{C5FC869C-AEE9-4EE9-857E-74168EC35224}" destId="{B203C569-AE93-4DF0-A3E7-01A38557848B}" srcOrd="0" destOrd="2" presId="urn:microsoft.com/office/officeart/2005/8/layout/list1"/>
    <dgm:cxn modelId="{9C3F849C-9F88-46B1-ACA0-5FDE0248BF8D}" srcId="{30A7452E-9D3A-4CF2-8459-F94ED65E95B4}" destId="{F7C6B205-4F7E-4A65-A705-6BF8C18A4F69}" srcOrd="1" destOrd="0" parTransId="{36E50B76-A6D5-4DEE-9401-1838F54D5DA8}" sibTransId="{08722DB8-0291-4281-B3CD-2AA907595C03}"/>
    <dgm:cxn modelId="{3C0C86F9-EBCC-444C-BF28-F47326F2CD27}" type="presParOf" srcId="{B0FA475D-B578-458C-B5C1-5CAA2D8ABFAB}" destId="{4DDA00F6-CA3A-4ED0-8D68-E63EA8363F52}" srcOrd="0" destOrd="0" presId="urn:microsoft.com/office/officeart/2005/8/layout/list1"/>
    <dgm:cxn modelId="{978707C0-C7EA-48FB-9FAF-149C14AAEE95}" type="presParOf" srcId="{4DDA00F6-CA3A-4ED0-8D68-E63EA8363F52}" destId="{821512EF-0487-4667-A203-FA16899EA017}" srcOrd="0" destOrd="0" presId="urn:microsoft.com/office/officeart/2005/8/layout/list1"/>
    <dgm:cxn modelId="{F7208F99-0B58-4712-A3A0-493FA4AB7EB9}" type="presParOf" srcId="{4DDA00F6-CA3A-4ED0-8D68-E63EA8363F52}" destId="{7EAEEBC4-66D7-4989-B2DD-C85428B4231F}" srcOrd="1" destOrd="0" presId="urn:microsoft.com/office/officeart/2005/8/layout/list1"/>
    <dgm:cxn modelId="{57425A0D-773A-4A9D-8938-AF2913160EF5}" type="presParOf" srcId="{B0FA475D-B578-458C-B5C1-5CAA2D8ABFAB}" destId="{4B6EF913-8CF6-4B62-ABF4-BFF762CFCE41}" srcOrd="1" destOrd="0" presId="urn:microsoft.com/office/officeart/2005/8/layout/list1"/>
    <dgm:cxn modelId="{6E7069F9-2320-4B62-91AF-4D5D1F13999E}" type="presParOf" srcId="{B0FA475D-B578-458C-B5C1-5CAA2D8ABFAB}" destId="{37A211A3-6F21-4E0B-99D6-C3192980CB5B}" srcOrd="2" destOrd="0" presId="urn:microsoft.com/office/officeart/2005/8/layout/list1"/>
    <dgm:cxn modelId="{991A996D-488C-4994-97C9-BD4F06DBCD63}" type="presParOf" srcId="{B0FA475D-B578-458C-B5C1-5CAA2D8ABFAB}" destId="{A6E952FF-1C7F-4C5F-99D0-708D19542DA2}" srcOrd="3" destOrd="0" presId="urn:microsoft.com/office/officeart/2005/8/layout/list1"/>
    <dgm:cxn modelId="{D8928CDD-16A5-4EE1-BD5F-9CFD115B67F3}" type="presParOf" srcId="{B0FA475D-B578-458C-B5C1-5CAA2D8ABFAB}" destId="{7E334BC9-52DB-4F18-9D0E-ECE39B7C7638}" srcOrd="4" destOrd="0" presId="urn:microsoft.com/office/officeart/2005/8/layout/list1"/>
    <dgm:cxn modelId="{C37229A5-357B-455D-AE01-E13FACC3EADC}" type="presParOf" srcId="{7E334BC9-52DB-4F18-9D0E-ECE39B7C7638}" destId="{B20B4160-8BD9-46A1-8621-01128C871209}" srcOrd="0" destOrd="0" presId="urn:microsoft.com/office/officeart/2005/8/layout/list1"/>
    <dgm:cxn modelId="{D92B92F4-484B-4852-91FB-A7974285BB91}" type="presParOf" srcId="{7E334BC9-52DB-4F18-9D0E-ECE39B7C7638}" destId="{BF22B8F0-136B-475A-97D8-344BAD0F1DBA}" srcOrd="1" destOrd="0" presId="urn:microsoft.com/office/officeart/2005/8/layout/list1"/>
    <dgm:cxn modelId="{C6E00AE3-814E-4083-BF96-E9E7D3610E9F}" type="presParOf" srcId="{B0FA475D-B578-458C-B5C1-5CAA2D8ABFAB}" destId="{6E52BD2E-06B5-4D7E-A448-032AC97307DC}" srcOrd="5" destOrd="0" presId="urn:microsoft.com/office/officeart/2005/8/layout/list1"/>
    <dgm:cxn modelId="{B5DCEE8E-9623-4F72-BC31-30F8321A0290}" type="presParOf" srcId="{B0FA475D-B578-458C-B5C1-5CAA2D8ABFAB}" destId="{B203C569-AE93-4DF0-A3E7-01A38557848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CCA6F-BC50-471A-B813-04178398DBCD}">
      <dsp:nvSpPr>
        <dsp:cNvPr id="0" name=""/>
        <dsp:cNvSpPr/>
      </dsp:nvSpPr>
      <dsp:spPr>
        <a:xfrm>
          <a:off x="45305" y="2247"/>
          <a:ext cx="2735394" cy="161013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41910" rIns="13970" bIns="13970" numCol="1" spcCol="1270" anchor="t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50" kern="1200" dirty="0" smtClean="0">
              <a:latin typeface="Century Gothic" panose="020B0502020202020204" pitchFamily="34" charset="0"/>
            </a:rPr>
            <a:t>Données de type chaines de caractères, mais conversion de la Valeur en donnée numérique de type décimal (</a:t>
          </a:r>
          <a:r>
            <a:rPr lang="fr-FR" sz="1050" kern="1200" dirty="0" err="1" smtClean="0">
              <a:latin typeface="Century Gothic" panose="020B0502020202020204" pitchFamily="34" charset="0"/>
            </a:rPr>
            <a:t>float</a:t>
          </a:r>
          <a:r>
            <a:rPr lang="fr-FR" sz="1050" kern="1200" dirty="0" smtClean="0">
              <a:latin typeface="Century Gothic" panose="020B0502020202020204" pitchFamily="34" charset="0"/>
            </a:rPr>
            <a:t>)</a:t>
          </a:r>
          <a:endParaRPr lang="fr-FR" sz="1050" kern="1200" dirty="0">
            <a:latin typeface="Century Gothic" panose="020B0502020202020204" pitchFamily="34" charset="0"/>
          </a:endParaRP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50" kern="1200" dirty="0" smtClean="0">
              <a:latin typeface="Century Gothic" panose="020B0502020202020204" pitchFamily="34" charset="0"/>
            </a:rPr>
            <a:t>Nombre moyen de personnes en sous nutrition comptabilisé dans chaque pays entre 2013 et 2019, par intervalles de 3 ans</a:t>
          </a:r>
          <a:endParaRPr lang="fr-FR" sz="1050" kern="1200" dirty="0">
            <a:latin typeface="Century Gothic" panose="020B0502020202020204" pitchFamily="34" charset="0"/>
          </a:endParaRPr>
        </a:p>
      </dsp:txBody>
      <dsp:txXfrm>
        <a:off x="83032" y="39974"/>
        <a:ext cx="2659940" cy="1572412"/>
      </dsp:txXfrm>
    </dsp:sp>
    <dsp:sp modelId="{9985E92A-DA76-442A-AAE0-42AABE091DA0}">
      <dsp:nvSpPr>
        <dsp:cNvPr id="0" name=""/>
        <dsp:cNvSpPr/>
      </dsp:nvSpPr>
      <dsp:spPr>
        <a:xfrm>
          <a:off x="45305" y="1604231"/>
          <a:ext cx="2735394" cy="5466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entury Gothic" panose="020B0502020202020204" pitchFamily="34" charset="0"/>
            </a:rPr>
            <a:t>Insécurité alimentaire</a:t>
          </a:r>
          <a:endParaRPr lang="fr-FR" sz="1400" kern="1200" dirty="0">
            <a:latin typeface="Century Gothic" panose="020B0502020202020204" pitchFamily="34" charset="0"/>
          </a:endParaRPr>
        </a:p>
      </dsp:txBody>
      <dsp:txXfrm>
        <a:off x="45305" y="1604231"/>
        <a:ext cx="1926334" cy="546618"/>
      </dsp:txXfrm>
    </dsp:sp>
    <dsp:sp modelId="{41FF700D-7006-43CC-9F49-AC7906497672}">
      <dsp:nvSpPr>
        <dsp:cNvPr id="0" name=""/>
        <dsp:cNvSpPr/>
      </dsp:nvSpPr>
      <dsp:spPr>
        <a:xfrm>
          <a:off x="2193810" y="1683886"/>
          <a:ext cx="692380" cy="692380"/>
        </a:xfrm>
        <a:prstGeom prst="ellipse">
          <a:avLst/>
        </a:prstGeom>
        <a:solidFill>
          <a:schemeClr val="accent1">
            <a:lumMod val="20000"/>
            <a:lumOff val="8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A089A2-E902-44BD-BE89-0661B8BBAFB4}">
      <dsp:nvSpPr>
        <dsp:cNvPr id="0" name=""/>
        <dsp:cNvSpPr/>
      </dsp:nvSpPr>
      <dsp:spPr>
        <a:xfrm>
          <a:off x="2970838" y="2247"/>
          <a:ext cx="2735394" cy="161013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41910" rIns="13970" bIns="13970" numCol="1" spcCol="1270" anchor="t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50" kern="1200" dirty="0" smtClean="0">
              <a:latin typeface="Century Gothic" panose="020B0502020202020204" pitchFamily="34" charset="0"/>
            </a:rPr>
            <a:t>Données numériques de type décimal (</a:t>
          </a:r>
          <a:r>
            <a:rPr lang="fr-FR" sz="1050" kern="1200" dirty="0" err="1" smtClean="0">
              <a:latin typeface="Century Gothic" panose="020B0502020202020204" pitchFamily="34" charset="0"/>
            </a:rPr>
            <a:t>float</a:t>
          </a:r>
          <a:r>
            <a:rPr lang="fr-FR" sz="1050" kern="1200" dirty="0" smtClean="0">
              <a:latin typeface="Century Gothic" panose="020B0502020202020204" pitchFamily="34" charset="0"/>
            </a:rPr>
            <a:t>), sauf « Zone, Produit, Origine »</a:t>
          </a:r>
          <a:endParaRPr lang="fr-FR" sz="1050" kern="1200" dirty="0">
            <a:latin typeface="Century Gothic" panose="020B0502020202020204" pitchFamily="34" charset="0"/>
          </a:endParaRP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50" kern="1200" dirty="0" smtClean="0">
              <a:latin typeface="Century Gothic" panose="020B0502020202020204" pitchFamily="34" charset="0"/>
            </a:rPr>
            <a:t>Quantités disponibles de chaque ressource (animale ou végétale) dans chaque pays en 2017</a:t>
          </a:r>
          <a:endParaRPr lang="fr-FR" sz="1050" kern="1200" dirty="0">
            <a:latin typeface="Century Gothic" panose="020B0502020202020204" pitchFamily="34" charset="0"/>
          </a:endParaRP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50" kern="1200" dirty="0" smtClean="0">
              <a:latin typeface="Century Gothic" panose="020B0502020202020204" pitchFamily="34" charset="0"/>
            </a:rPr>
            <a:t>Répartition de ces quantités en fonction de leur moyen d’acquisition (ex : production) et de leur utilisation (ex : alimentation)</a:t>
          </a:r>
          <a:endParaRPr lang="fr-FR" sz="1050" kern="1200" dirty="0">
            <a:latin typeface="Century Gothic" panose="020B0502020202020204" pitchFamily="34" charset="0"/>
          </a:endParaRPr>
        </a:p>
      </dsp:txBody>
      <dsp:txXfrm>
        <a:off x="3008565" y="39974"/>
        <a:ext cx="2659940" cy="1572412"/>
      </dsp:txXfrm>
    </dsp:sp>
    <dsp:sp modelId="{50537F75-E64F-4638-9464-59A1954D950C}">
      <dsp:nvSpPr>
        <dsp:cNvPr id="0" name=""/>
        <dsp:cNvSpPr/>
      </dsp:nvSpPr>
      <dsp:spPr>
        <a:xfrm>
          <a:off x="2970838" y="1604231"/>
          <a:ext cx="2735394" cy="5466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entury Gothic" panose="020B0502020202020204" pitchFamily="34" charset="0"/>
            </a:rPr>
            <a:t>Disponibilité alimentaire</a:t>
          </a:r>
          <a:endParaRPr lang="fr-FR" sz="1400" kern="1200" dirty="0">
            <a:latin typeface="Century Gothic" panose="020B0502020202020204" pitchFamily="34" charset="0"/>
          </a:endParaRPr>
        </a:p>
      </dsp:txBody>
      <dsp:txXfrm>
        <a:off x="2970838" y="1604231"/>
        <a:ext cx="1926334" cy="546618"/>
      </dsp:txXfrm>
    </dsp:sp>
    <dsp:sp modelId="{F1793730-DAE2-4FBC-9E0A-BFB70C0E16B2}">
      <dsp:nvSpPr>
        <dsp:cNvPr id="0" name=""/>
        <dsp:cNvSpPr/>
      </dsp:nvSpPr>
      <dsp:spPr>
        <a:xfrm>
          <a:off x="5109427" y="1683886"/>
          <a:ext cx="692380" cy="692380"/>
        </a:xfrm>
        <a:prstGeom prst="ellipse">
          <a:avLst/>
        </a:prstGeom>
        <a:solidFill>
          <a:schemeClr val="accent1">
            <a:lumMod val="20000"/>
            <a:lumOff val="8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E68A5-9CBF-491D-A145-5AD1B894C7A9}">
      <dsp:nvSpPr>
        <dsp:cNvPr id="0" name=""/>
        <dsp:cNvSpPr/>
      </dsp:nvSpPr>
      <dsp:spPr>
        <a:xfrm>
          <a:off x="5890159" y="2247"/>
          <a:ext cx="2735394" cy="161013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41910" rIns="13970" bIns="13970" numCol="1" spcCol="1270" anchor="t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50" kern="1200" dirty="0" smtClean="0">
              <a:latin typeface="Century Gothic" panose="020B0502020202020204" pitchFamily="34" charset="0"/>
            </a:rPr>
            <a:t>Données numériques de types entier (</a:t>
          </a:r>
          <a:r>
            <a:rPr lang="fr-FR" sz="1050" kern="1200" dirty="0" err="1" smtClean="0">
              <a:latin typeface="Century Gothic" panose="020B0502020202020204" pitchFamily="34" charset="0"/>
            </a:rPr>
            <a:t>int</a:t>
          </a:r>
          <a:r>
            <a:rPr lang="fr-FR" sz="1050" kern="1200" dirty="0" smtClean="0">
              <a:latin typeface="Century Gothic" panose="020B0502020202020204" pitchFamily="34" charset="0"/>
            </a:rPr>
            <a:t>), sauf « Pays, Produit »</a:t>
          </a:r>
          <a:endParaRPr lang="fr-FR" sz="1050" kern="1200" dirty="0">
            <a:latin typeface="Century Gothic" panose="020B0502020202020204" pitchFamily="34" charset="0"/>
          </a:endParaRP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50" kern="1200" dirty="0" smtClean="0">
              <a:latin typeface="Century Gothic" panose="020B0502020202020204" pitchFamily="34" charset="0"/>
            </a:rPr>
            <a:t>Quantité d’aide alimentaire accordée à chaque pays pour chaque type de ressource disponible, par année entre 2013 et 2016</a:t>
          </a:r>
          <a:endParaRPr lang="fr-FR" sz="1050" kern="1200" dirty="0">
            <a:latin typeface="Century Gothic" panose="020B0502020202020204" pitchFamily="34" charset="0"/>
          </a:endParaRPr>
        </a:p>
      </dsp:txBody>
      <dsp:txXfrm>
        <a:off x="5927886" y="39974"/>
        <a:ext cx="2659940" cy="1572412"/>
      </dsp:txXfrm>
    </dsp:sp>
    <dsp:sp modelId="{B9DF4CEC-E20B-4EE8-B47D-C00DDABD8490}">
      <dsp:nvSpPr>
        <dsp:cNvPr id="0" name=""/>
        <dsp:cNvSpPr/>
      </dsp:nvSpPr>
      <dsp:spPr>
        <a:xfrm>
          <a:off x="5890159" y="1604231"/>
          <a:ext cx="2735394" cy="5466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entury Gothic" panose="020B0502020202020204" pitchFamily="34" charset="0"/>
            </a:rPr>
            <a:t>Aide alimentaire</a:t>
          </a:r>
          <a:endParaRPr lang="fr-FR" sz="1400" kern="1200" dirty="0">
            <a:latin typeface="Century Gothic" panose="020B0502020202020204" pitchFamily="34" charset="0"/>
          </a:endParaRPr>
        </a:p>
      </dsp:txBody>
      <dsp:txXfrm>
        <a:off x="5890159" y="1604231"/>
        <a:ext cx="1926334" cy="546618"/>
      </dsp:txXfrm>
    </dsp:sp>
    <dsp:sp modelId="{B39A62A3-5936-43A2-9271-C5381F3114FB}">
      <dsp:nvSpPr>
        <dsp:cNvPr id="0" name=""/>
        <dsp:cNvSpPr/>
      </dsp:nvSpPr>
      <dsp:spPr>
        <a:xfrm>
          <a:off x="8025044" y="1683886"/>
          <a:ext cx="692380" cy="692380"/>
        </a:xfrm>
        <a:prstGeom prst="ellipse">
          <a:avLst/>
        </a:prstGeom>
        <a:solidFill>
          <a:schemeClr val="accent1">
            <a:lumMod val="20000"/>
            <a:lumOff val="8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0F17B5-C4A9-4E3C-B2E9-6D55D610B8B8}">
      <dsp:nvSpPr>
        <dsp:cNvPr id="0" name=""/>
        <dsp:cNvSpPr/>
      </dsp:nvSpPr>
      <dsp:spPr>
        <a:xfrm>
          <a:off x="8812586" y="4342"/>
          <a:ext cx="2735394" cy="161013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41910" rIns="13970" bIns="13970" numCol="1" spcCol="1270" anchor="t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50" kern="1200" dirty="0" smtClean="0">
              <a:latin typeface="Century Gothic" panose="020B0502020202020204" pitchFamily="34" charset="0"/>
            </a:rPr>
            <a:t>Données numériques de type entier (Année, </a:t>
          </a:r>
          <a:r>
            <a:rPr lang="fr-FR" sz="1050" kern="1200" dirty="0" err="1" smtClean="0">
              <a:latin typeface="Century Gothic" panose="020B0502020202020204" pitchFamily="34" charset="0"/>
            </a:rPr>
            <a:t>int</a:t>
          </a:r>
          <a:r>
            <a:rPr lang="fr-FR" sz="1050" kern="1200" dirty="0" smtClean="0">
              <a:latin typeface="Century Gothic" panose="020B0502020202020204" pitchFamily="34" charset="0"/>
            </a:rPr>
            <a:t>) et décimal (Valeur, </a:t>
          </a:r>
          <a:r>
            <a:rPr lang="fr-FR" sz="1050" kern="1200" dirty="0" err="1" smtClean="0">
              <a:latin typeface="Century Gothic" panose="020B0502020202020204" pitchFamily="34" charset="0"/>
            </a:rPr>
            <a:t>float</a:t>
          </a:r>
          <a:r>
            <a:rPr lang="fr-FR" sz="1050" kern="1200" dirty="0" smtClean="0">
              <a:latin typeface="Century Gothic" panose="020B0502020202020204" pitchFamily="34" charset="0"/>
            </a:rPr>
            <a:t>)</a:t>
          </a:r>
          <a:endParaRPr lang="fr-FR" sz="1050" kern="1200" dirty="0">
            <a:latin typeface="Century Gothic" panose="020B0502020202020204" pitchFamily="34" charset="0"/>
          </a:endParaRP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50" kern="1200" dirty="0" smtClean="0">
              <a:latin typeface="Century Gothic" panose="020B0502020202020204" pitchFamily="34" charset="0"/>
            </a:rPr>
            <a:t>Zone = chaine de caractères</a:t>
          </a:r>
          <a:endParaRPr lang="fr-FR" sz="1050" kern="1200" dirty="0">
            <a:latin typeface="Century Gothic" panose="020B0502020202020204" pitchFamily="34" charset="0"/>
          </a:endParaRP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50" kern="1200" dirty="0" smtClean="0">
              <a:latin typeface="Century Gothic" panose="020B0502020202020204" pitchFamily="34" charset="0"/>
            </a:rPr>
            <a:t>Nombre d’habitants de chaque pays par année entre 2013 et 2018</a:t>
          </a:r>
          <a:endParaRPr lang="fr-FR" sz="1050" kern="1200" dirty="0">
            <a:latin typeface="Century Gothic" panose="020B0502020202020204" pitchFamily="34" charset="0"/>
          </a:endParaRPr>
        </a:p>
      </dsp:txBody>
      <dsp:txXfrm>
        <a:off x="8850313" y="42069"/>
        <a:ext cx="2659940" cy="1572412"/>
      </dsp:txXfrm>
    </dsp:sp>
    <dsp:sp modelId="{4DB7C8BD-ABC7-4434-88B4-959135B03719}">
      <dsp:nvSpPr>
        <dsp:cNvPr id="0" name=""/>
        <dsp:cNvSpPr/>
      </dsp:nvSpPr>
      <dsp:spPr>
        <a:xfrm>
          <a:off x="8812586" y="1606326"/>
          <a:ext cx="2735394" cy="5466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entury Gothic" panose="020B0502020202020204" pitchFamily="34" charset="0"/>
            </a:rPr>
            <a:t>Population</a:t>
          </a:r>
          <a:endParaRPr lang="fr-FR" sz="1400" kern="1200" dirty="0">
            <a:latin typeface="Century Gothic" panose="020B0502020202020204" pitchFamily="34" charset="0"/>
          </a:endParaRPr>
        </a:p>
      </dsp:txBody>
      <dsp:txXfrm>
        <a:off x="8812586" y="1606326"/>
        <a:ext cx="1926334" cy="546618"/>
      </dsp:txXfrm>
    </dsp:sp>
    <dsp:sp modelId="{D38EE9F6-4314-43A1-97BD-D68DF78DEBDF}">
      <dsp:nvSpPr>
        <dsp:cNvPr id="0" name=""/>
        <dsp:cNvSpPr/>
      </dsp:nvSpPr>
      <dsp:spPr>
        <a:xfrm>
          <a:off x="10909286" y="1692262"/>
          <a:ext cx="684000" cy="684000"/>
        </a:xfrm>
        <a:prstGeom prst="ellipse">
          <a:avLst/>
        </a:prstGeom>
        <a:solidFill>
          <a:schemeClr val="accent1">
            <a:lumMod val="20000"/>
            <a:lumOff val="8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4FBCCC-B040-49A3-9F91-E3B2B79F7E24}">
      <dsp:nvSpPr>
        <dsp:cNvPr id="0" name=""/>
        <dsp:cNvSpPr/>
      </dsp:nvSpPr>
      <dsp:spPr>
        <a:xfrm>
          <a:off x="0" y="1180040"/>
          <a:ext cx="12168386" cy="1573388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8DCE87-8C49-4759-8FFC-B014E7469799}">
      <dsp:nvSpPr>
        <dsp:cNvPr id="0" name=""/>
        <dsp:cNvSpPr/>
      </dsp:nvSpPr>
      <dsp:spPr>
        <a:xfrm>
          <a:off x="2563" y="0"/>
          <a:ext cx="1879284" cy="1573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Importation des données dans des </a:t>
          </a:r>
          <a:r>
            <a:rPr lang="fr-FR" sz="1400" kern="1200" dirty="0" err="1" smtClean="0">
              <a:solidFill>
                <a:schemeClr val="bg1"/>
              </a:solidFill>
              <a:latin typeface="Century Gothic" panose="020B0502020202020204" pitchFamily="34" charset="0"/>
            </a:rPr>
            <a:t>dataframes</a:t>
          </a:r>
          <a:r>
            <a:rPr lang="fr-FR" sz="14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*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i="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(</a:t>
          </a:r>
          <a:r>
            <a:rPr lang="fr-FR" sz="1200" i="0" kern="1200" dirty="0" err="1" smtClean="0">
              <a:solidFill>
                <a:schemeClr val="bg1"/>
              </a:solidFill>
              <a:latin typeface="Century Gothic" panose="020B0502020202020204" pitchFamily="34" charset="0"/>
            </a:rPr>
            <a:t>read_csv</a:t>
          </a:r>
          <a:r>
            <a:rPr lang="fr-FR" sz="1200" i="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() de Pandas*)</a:t>
          </a:r>
          <a:endParaRPr lang="fr-FR" sz="1200" i="0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2563" y="0"/>
        <a:ext cx="1879284" cy="1573388"/>
      </dsp:txXfrm>
    </dsp:sp>
    <dsp:sp modelId="{587630E3-AB19-4B1D-BF52-872E4FAE6A65}">
      <dsp:nvSpPr>
        <dsp:cNvPr id="0" name=""/>
        <dsp:cNvSpPr/>
      </dsp:nvSpPr>
      <dsp:spPr>
        <a:xfrm>
          <a:off x="745531" y="1770061"/>
          <a:ext cx="393347" cy="3933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8B5AC-8CC2-458A-AB4E-E59A0EEBB328}">
      <dsp:nvSpPr>
        <dsp:cNvPr id="0" name=""/>
        <dsp:cNvSpPr/>
      </dsp:nvSpPr>
      <dsp:spPr>
        <a:xfrm>
          <a:off x="1944813" y="2360081"/>
          <a:ext cx="1930186" cy="1573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Exploration des données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(identification des types de données et description + valeurs nulles )</a:t>
          </a:r>
          <a:endParaRPr lang="fr-FR" sz="1200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1944813" y="2360081"/>
        <a:ext cx="1930186" cy="1573388"/>
      </dsp:txXfrm>
    </dsp:sp>
    <dsp:sp modelId="{DA510065-5B62-4EB5-B394-703A157AC81F}">
      <dsp:nvSpPr>
        <dsp:cNvPr id="0" name=""/>
        <dsp:cNvSpPr/>
      </dsp:nvSpPr>
      <dsp:spPr>
        <a:xfrm>
          <a:off x="2713233" y="1770061"/>
          <a:ext cx="393347" cy="3933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0FE03-C77F-45DD-AB3B-23CB9CA7976E}">
      <dsp:nvSpPr>
        <dsp:cNvPr id="0" name=""/>
        <dsp:cNvSpPr/>
      </dsp:nvSpPr>
      <dsp:spPr>
        <a:xfrm>
          <a:off x="3937966" y="0"/>
          <a:ext cx="1912039" cy="1573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Analyse de la sous nutrition globale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(proportion de personnes en sous nutrition + nombre de personnes nourries)</a:t>
          </a:r>
          <a:endParaRPr lang="fr-FR" sz="1200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3937966" y="0"/>
        <a:ext cx="1912039" cy="1573388"/>
      </dsp:txXfrm>
    </dsp:sp>
    <dsp:sp modelId="{C5CF48BD-7437-4ECB-AB52-7450A546C22B}">
      <dsp:nvSpPr>
        <dsp:cNvPr id="0" name=""/>
        <dsp:cNvSpPr/>
      </dsp:nvSpPr>
      <dsp:spPr>
        <a:xfrm>
          <a:off x="4697312" y="1770061"/>
          <a:ext cx="393347" cy="3933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B62F0-3AF2-46BA-BDF2-311521606623}">
      <dsp:nvSpPr>
        <dsp:cNvPr id="0" name=""/>
        <dsp:cNvSpPr/>
      </dsp:nvSpPr>
      <dsp:spPr>
        <a:xfrm>
          <a:off x="5912972" y="2360081"/>
          <a:ext cx="1754939" cy="1573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Analyse de l’utilisation des ressources disponibles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(incohérences ?)</a:t>
          </a:r>
          <a:endParaRPr lang="fr-FR" sz="1200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5912972" y="2360081"/>
        <a:ext cx="1754939" cy="1573388"/>
      </dsp:txXfrm>
    </dsp:sp>
    <dsp:sp modelId="{6C14649B-6AC1-4A82-AC0C-39934B2D42E3}">
      <dsp:nvSpPr>
        <dsp:cNvPr id="0" name=""/>
        <dsp:cNvSpPr/>
      </dsp:nvSpPr>
      <dsp:spPr>
        <a:xfrm>
          <a:off x="6593768" y="1770061"/>
          <a:ext cx="393347" cy="3933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52DA9-3532-42B4-8EEC-93987127DD8A}">
      <dsp:nvSpPr>
        <dsp:cNvPr id="0" name=""/>
        <dsp:cNvSpPr/>
      </dsp:nvSpPr>
      <dsp:spPr>
        <a:xfrm>
          <a:off x="7730877" y="0"/>
          <a:ext cx="1895819" cy="1573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Identification des pays en difficulté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(proportion de sous nutrition élevée, moins de ressources, plus d’aide)</a:t>
          </a:r>
          <a:endParaRPr lang="fr-FR" sz="1200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7730877" y="0"/>
        <a:ext cx="1895819" cy="1573388"/>
      </dsp:txXfrm>
    </dsp:sp>
    <dsp:sp modelId="{6CF0F473-F727-4CE3-BED3-F34B10D95676}">
      <dsp:nvSpPr>
        <dsp:cNvPr id="0" name=""/>
        <dsp:cNvSpPr/>
      </dsp:nvSpPr>
      <dsp:spPr>
        <a:xfrm>
          <a:off x="8482113" y="1770061"/>
          <a:ext cx="393347" cy="3933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CD474-A934-47AA-9EC6-47BB06158774}">
      <dsp:nvSpPr>
        <dsp:cNvPr id="0" name=""/>
        <dsp:cNvSpPr/>
      </dsp:nvSpPr>
      <dsp:spPr>
        <a:xfrm>
          <a:off x="9689663" y="2360081"/>
          <a:ext cx="1259321" cy="1573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Analyse plus détaillée d’un pays en difficulté (Haïti) + conclusion</a:t>
          </a:r>
          <a:endParaRPr lang="fr-FR" sz="1400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9689663" y="2360081"/>
        <a:ext cx="1259321" cy="1573388"/>
      </dsp:txXfrm>
    </dsp:sp>
    <dsp:sp modelId="{E5A3D7E7-6268-4F56-B5D9-50A630D2DDB7}">
      <dsp:nvSpPr>
        <dsp:cNvPr id="0" name=""/>
        <dsp:cNvSpPr/>
      </dsp:nvSpPr>
      <dsp:spPr>
        <a:xfrm>
          <a:off x="10122650" y="1770061"/>
          <a:ext cx="393347" cy="3933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C6C57-2A4D-4D69-B9C8-5D293BEA73DD}">
      <dsp:nvSpPr>
        <dsp:cNvPr id="0" name=""/>
        <dsp:cNvSpPr/>
      </dsp:nvSpPr>
      <dsp:spPr>
        <a:xfrm>
          <a:off x="0" y="-75316"/>
          <a:ext cx="9731881" cy="1178077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Jointure des </a:t>
          </a:r>
          <a:r>
            <a:rPr lang="fr-FR" sz="1400" b="1" kern="1200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dataframes</a:t>
          </a: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* population et </a:t>
          </a:r>
          <a:r>
            <a:rPr lang="fr-FR" sz="1400" b="1" kern="1200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sous_nutrition</a:t>
          </a: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 + filtrage </a:t>
          </a: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:</a:t>
          </a:r>
          <a:endParaRPr lang="fr-FR" sz="1400" b="1" kern="1200" dirty="0">
            <a:solidFill>
              <a:schemeClr val="tx1"/>
            </a:solidFill>
            <a:latin typeface="Century Gothic" panose="020B0502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Population et nombre de personnes en sous nutrition dans chaque pays en fonction des années</a:t>
          </a:r>
          <a:endParaRPr lang="fr-FR" sz="1400" b="1" kern="1200" dirty="0">
            <a:solidFill>
              <a:schemeClr val="tx1"/>
            </a:solidFill>
            <a:latin typeface="Century Gothic" panose="020B0502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Jointure sur « Zone » 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: 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permet de regrouper les données par pays commun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Filtrage du nouveau tableau pour ne garder que les données concernant l’année 2017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34505" y="-40811"/>
        <a:ext cx="8768083" cy="1109067"/>
      </dsp:txXfrm>
    </dsp:sp>
    <dsp:sp modelId="{4466B3C2-F7B2-4E0C-AEBD-86528B62AC74}">
      <dsp:nvSpPr>
        <dsp:cNvPr id="0" name=""/>
        <dsp:cNvSpPr/>
      </dsp:nvSpPr>
      <dsp:spPr>
        <a:xfrm>
          <a:off x="858695" y="1184083"/>
          <a:ext cx="9731881" cy="832139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Calcul </a:t>
          </a: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de la population mondiale et du nombre total de personnes en sous nutrition en </a:t>
          </a: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2017 :</a:t>
          </a:r>
          <a:endParaRPr lang="fr-FR" sz="1400" b="1" kern="1200" dirty="0" smtClean="0">
            <a:solidFill>
              <a:schemeClr val="tx1"/>
            </a:solidFill>
            <a:latin typeface="Century Gothic" panose="020B0502020202020204" pitchFamily="34" charset="0"/>
          </a:endParaRP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Century Gothic" panose="020B0502020202020204" pitchFamily="34" charset="0"/>
            </a:rPr>
            <a:t>	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=&gt; .</a:t>
          </a:r>
          <a:r>
            <a:rPr lang="fr-FR" sz="1200" kern="1200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sum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() sur la colonne « Population » et sur la colonne « </a:t>
          </a:r>
          <a:r>
            <a:rPr lang="fr-FR" sz="1200" kern="1200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Sous_Nutrition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 »</a:t>
          </a:r>
          <a:endParaRPr lang="fr-FR" sz="105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883068" y="1208456"/>
        <a:ext cx="8254511" cy="783393"/>
      </dsp:txXfrm>
    </dsp:sp>
    <dsp:sp modelId="{A0A9AB65-E0AA-4763-A769-88ACE6A92FC2}">
      <dsp:nvSpPr>
        <dsp:cNvPr id="0" name=""/>
        <dsp:cNvSpPr/>
      </dsp:nvSpPr>
      <dsp:spPr>
        <a:xfrm>
          <a:off x="1717390" y="2088236"/>
          <a:ext cx="9731881" cy="876813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Calcul </a:t>
          </a: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de la proportion de personnes en sous nutrition dans le monde en 2017 :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Century Gothic" panose="020B0502020202020204" pitchFamily="34" charset="0"/>
            </a:rPr>
            <a:t>	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=&gt; division du nombre de personnes en sous nutrition obtenu précédemment par la valeur de la 	     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	population 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mondiale en 2017, puis multiplication par 100 pour obtenir des %</a:t>
          </a:r>
          <a:endParaRPr lang="fr-FR" sz="16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1743071" y="2113917"/>
        <a:ext cx="8251895" cy="825451"/>
      </dsp:txXfrm>
    </dsp:sp>
    <dsp:sp modelId="{6B154E97-7FE3-48A1-9F78-62DCFA14873A}">
      <dsp:nvSpPr>
        <dsp:cNvPr id="0" name=""/>
        <dsp:cNvSpPr/>
      </dsp:nvSpPr>
      <dsp:spPr>
        <a:xfrm>
          <a:off x="9161952" y="740232"/>
          <a:ext cx="569928" cy="569928"/>
        </a:xfrm>
        <a:prstGeom prst="downArrow">
          <a:avLst>
            <a:gd name="adj1" fmla="val 55000"/>
            <a:gd name="adj2" fmla="val 45000"/>
          </a:avLst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500" kern="1200">
            <a:latin typeface="Century Gothic" panose="020B0502020202020204" pitchFamily="34" charset="0"/>
          </a:endParaRPr>
        </a:p>
      </dsp:txBody>
      <dsp:txXfrm>
        <a:off x="9290186" y="740232"/>
        <a:ext cx="313460" cy="428871"/>
      </dsp:txXfrm>
    </dsp:sp>
    <dsp:sp modelId="{55BD11A4-3AB5-44FF-9BAB-1FE2F4307021}">
      <dsp:nvSpPr>
        <dsp:cNvPr id="0" name=""/>
        <dsp:cNvSpPr/>
      </dsp:nvSpPr>
      <dsp:spPr>
        <a:xfrm>
          <a:off x="10020647" y="1757336"/>
          <a:ext cx="569928" cy="569928"/>
        </a:xfrm>
        <a:prstGeom prst="downArrow">
          <a:avLst>
            <a:gd name="adj1" fmla="val 55000"/>
            <a:gd name="adj2" fmla="val 45000"/>
          </a:avLst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500" kern="1200">
            <a:latin typeface="Century Gothic" panose="020B0502020202020204" pitchFamily="34" charset="0"/>
          </a:endParaRPr>
        </a:p>
      </dsp:txBody>
      <dsp:txXfrm>
        <a:off x="10148881" y="1757336"/>
        <a:ext cx="313460" cy="4288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C6C57-2A4D-4D69-B9C8-5D293BEA73DD}">
      <dsp:nvSpPr>
        <dsp:cNvPr id="0" name=""/>
        <dsp:cNvSpPr/>
      </dsp:nvSpPr>
      <dsp:spPr>
        <a:xfrm>
          <a:off x="0" y="-71442"/>
          <a:ext cx="9731881" cy="104400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Calcul de la disponibilité alimentaire totale journalière (kcal/jour) pour chaque pays :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smtClean="0">
              <a:solidFill>
                <a:schemeClr val="tx1"/>
              </a:solidFill>
              <a:latin typeface="Century Gothic" panose="020B0502020202020204" pitchFamily="34" charset="0"/>
            </a:rPr>
            <a:t>=&gt; 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Multiplication de la « Disponibilité alimentaire (Kcal/personne/jour 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) par sa 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« Population » en 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2017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=&gt; Stockage des résultats dans une nouvelle colonne « </a:t>
          </a:r>
          <a:r>
            <a:rPr lang="fr-FR" sz="1200" kern="1200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Dispo_kcal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 »</a:t>
          </a:r>
          <a:endParaRPr lang="fr-FR" sz="1200" kern="1200" dirty="0" smtClean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30578" y="-40864"/>
        <a:ext cx="8775937" cy="982848"/>
      </dsp:txXfrm>
    </dsp:sp>
    <dsp:sp modelId="{4466B3C2-F7B2-4E0C-AEBD-86528B62AC74}">
      <dsp:nvSpPr>
        <dsp:cNvPr id="0" name=""/>
        <dsp:cNvSpPr/>
      </dsp:nvSpPr>
      <dsp:spPr>
        <a:xfrm>
          <a:off x="858695" y="1040068"/>
          <a:ext cx="9731881" cy="832139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Calcul </a:t>
          </a: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de la disponibilité alimentaire journalière totale pour le monde en </a:t>
          </a:r>
          <a:r>
            <a:rPr lang="fr-FR" sz="16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2017 :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Century Gothic" panose="020B0502020202020204" pitchFamily="34" charset="0"/>
            </a:rPr>
            <a:t>	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=&gt; .</a:t>
          </a:r>
          <a:r>
            <a:rPr lang="fr-FR" sz="1200" kern="1200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sum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() sur la colonne « </a:t>
          </a:r>
          <a:r>
            <a:rPr lang="fr-FR" sz="1200" kern="1200" dirty="0" err="1" smtClean="0">
              <a:solidFill>
                <a:schemeClr val="tx1"/>
              </a:solidFill>
              <a:latin typeface="Century Gothic" panose="020B0502020202020204" pitchFamily="34" charset="0"/>
            </a:rPr>
            <a:t>Dispo_kcal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 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 »</a:t>
          </a:r>
          <a:endParaRPr lang="fr-FR" sz="105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883068" y="1064441"/>
        <a:ext cx="8254511" cy="783393"/>
      </dsp:txXfrm>
    </dsp:sp>
    <dsp:sp modelId="{A0A9AB65-E0AA-4763-A769-88ACE6A92FC2}">
      <dsp:nvSpPr>
        <dsp:cNvPr id="0" name=""/>
        <dsp:cNvSpPr/>
      </dsp:nvSpPr>
      <dsp:spPr>
        <a:xfrm>
          <a:off x="1717390" y="1956936"/>
          <a:ext cx="9731881" cy="995393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Calcul </a:t>
          </a: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du nombre de personnes pouvant être nourries avec les ressources disponibles dans le monde en 2017 </a:t>
          </a:r>
          <a:r>
            <a:rPr lang="fr-FR" sz="16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: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Century Gothic" panose="020B0502020202020204" pitchFamily="34" charset="0"/>
            </a:rPr>
            <a:t>	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=&gt; division de la disponibilité alimentaire totale journalière précédente par 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2250*</a:t>
          </a:r>
          <a:endParaRPr lang="fr-FR" sz="16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1746544" y="1986090"/>
        <a:ext cx="8244949" cy="937085"/>
      </dsp:txXfrm>
    </dsp:sp>
    <dsp:sp modelId="{6B154E97-7FE3-48A1-9F78-62DCFA14873A}">
      <dsp:nvSpPr>
        <dsp:cNvPr id="0" name=""/>
        <dsp:cNvSpPr/>
      </dsp:nvSpPr>
      <dsp:spPr>
        <a:xfrm>
          <a:off x="9161952" y="677069"/>
          <a:ext cx="569928" cy="569928"/>
        </a:xfrm>
        <a:prstGeom prst="downArrow">
          <a:avLst>
            <a:gd name="adj1" fmla="val 55000"/>
            <a:gd name="adj2" fmla="val 45000"/>
          </a:avLst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500" kern="1200">
            <a:latin typeface="Century Gothic" panose="020B0502020202020204" pitchFamily="34" charset="0"/>
          </a:endParaRPr>
        </a:p>
      </dsp:txBody>
      <dsp:txXfrm>
        <a:off x="9290186" y="677069"/>
        <a:ext cx="313460" cy="428871"/>
      </dsp:txXfrm>
    </dsp:sp>
    <dsp:sp modelId="{55BD11A4-3AB5-44FF-9BAB-1FE2F4307021}">
      <dsp:nvSpPr>
        <dsp:cNvPr id="0" name=""/>
        <dsp:cNvSpPr/>
      </dsp:nvSpPr>
      <dsp:spPr>
        <a:xfrm>
          <a:off x="10020647" y="1694172"/>
          <a:ext cx="569928" cy="569928"/>
        </a:xfrm>
        <a:prstGeom prst="downArrow">
          <a:avLst>
            <a:gd name="adj1" fmla="val 55000"/>
            <a:gd name="adj2" fmla="val 45000"/>
          </a:avLst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500" kern="1200">
            <a:latin typeface="Century Gothic" panose="020B0502020202020204" pitchFamily="34" charset="0"/>
          </a:endParaRPr>
        </a:p>
      </dsp:txBody>
      <dsp:txXfrm>
        <a:off x="10148881" y="1694172"/>
        <a:ext cx="313460" cy="4288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705F0-833E-40FC-B3C9-F0CE50EEA2E7}">
      <dsp:nvSpPr>
        <dsp:cNvPr id="0" name=""/>
        <dsp:cNvSpPr/>
      </dsp:nvSpPr>
      <dsp:spPr>
        <a:xfrm>
          <a:off x="775475" y="216031"/>
          <a:ext cx="2540442" cy="2540442"/>
        </a:xfrm>
        <a:prstGeom prst="pie">
          <a:avLst>
            <a:gd name="adj1" fmla="val 16200000"/>
            <a:gd name="adj2" fmla="val 18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8,96 % 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en sous nutrition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(6,2 millions)</a:t>
          </a:r>
          <a:endParaRPr lang="fr-FR" sz="11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2156690" y="684804"/>
        <a:ext cx="861935" cy="846814"/>
      </dsp:txXfrm>
    </dsp:sp>
    <dsp:sp modelId="{A43246D3-94F5-434D-AB09-4A51966E86A7}">
      <dsp:nvSpPr>
        <dsp:cNvPr id="0" name=""/>
        <dsp:cNvSpPr/>
      </dsp:nvSpPr>
      <dsp:spPr>
        <a:xfrm>
          <a:off x="644522" y="279751"/>
          <a:ext cx="2540442" cy="2540442"/>
        </a:xfrm>
        <a:prstGeom prst="pie">
          <a:avLst>
            <a:gd name="adj1" fmla="val 1800000"/>
            <a:gd name="adj2" fmla="val 9000000"/>
          </a:avLst>
        </a:prstGeom>
        <a:solidFill>
          <a:schemeClr val="accent1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69,2 millions </a:t>
          </a: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de personnes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1340119" y="1882649"/>
        <a:ext cx="1149247" cy="786327"/>
      </dsp:txXfrm>
    </dsp:sp>
    <dsp:sp modelId="{89FEE351-D1CA-40CB-8DDC-C9A3D03FA58F}">
      <dsp:nvSpPr>
        <dsp:cNvPr id="0" name=""/>
        <dsp:cNvSpPr/>
      </dsp:nvSpPr>
      <dsp:spPr>
        <a:xfrm>
          <a:off x="644522" y="279751"/>
          <a:ext cx="2540442" cy="2540442"/>
        </a:xfrm>
        <a:prstGeom prst="pie">
          <a:avLst>
            <a:gd name="adj1" fmla="val 9000000"/>
            <a:gd name="adj2" fmla="val 16200000"/>
          </a:avLst>
        </a:prstGeom>
        <a:solidFill>
          <a:schemeClr val="accent1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Population Thaïlande :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916712" y="778766"/>
        <a:ext cx="861935" cy="8468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80F5DE-CEAE-4824-ACC2-E8AA23E98D0B}">
      <dsp:nvSpPr>
        <dsp:cNvPr id="0" name=""/>
        <dsp:cNvSpPr/>
      </dsp:nvSpPr>
      <dsp:spPr>
        <a:xfrm>
          <a:off x="4445988" y="2784095"/>
          <a:ext cx="403932" cy="3619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966" y="0"/>
              </a:lnTo>
              <a:lnTo>
                <a:pt x="201966" y="361934"/>
              </a:lnTo>
              <a:lnTo>
                <a:pt x="403932" y="36193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AC4832-51B3-4CE8-96D6-BEC0B3E1CE0A}">
      <dsp:nvSpPr>
        <dsp:cNvPr id="0" name=""/>
        <dsp:cNvSpPr/>
      </dsp:nvSpPr>
      <dsp:spPr>
        <a:xfrm>
          <a:off x="4445988" y="2421588"/>
          <a:ext cx="403932" cy="362507"/>
        </a:xfrm>
        <a:custGeom>
          <a:avLst/>
          <a:gdLst/>
          <a:ahLst/>
          <a:cxnLst/>
          <a:rect l="0" t="0" r="0" b="0"/>
          <a:pathLst>
            <a:path>
              <a:moveTo>
                <a:pt x="0" y="362507"/>
              </a:moveTo>
              <a:lnTo>
                <a:pt x="201966" y="362507"/>
              </a:lnTo>
              <a:lnTo>
                <a:pt x="201966" y="0"/>
              </a:lnTo>
              <a:lnTo>
                <a:pt x="403932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869B39-51E4-47AA-BD45-880C588F0557}">
      <dsp:nvSpPr>
        <dsp:cNvPr id="0" name=""/>
        <dsp:cNvSpPr/>
      </dsp:nvSpPr>
      <dsp:spPr>
        <a:xfrm>
          <a:off x="2022390" y="1964641"/>
          <a:ext cx="403932" cy="8194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966" y="0"/>
              </a:lnTo>
              <a:lnTo>
                <a:pt x="201966" y="819454"/>
              </a:lnTo>
              <a:lnTo>
                <a:pt x="403932" y="81945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CF03B1-03C2-48AE-AB4A-C750543278B6}">
      <dsp:nvSpPr>
        <dsp:cNvPr id="0" name=""/>
        <dsp:cNvSpPr/>
      </dsp:nvSpPr>
      <dsp:spPr>
        <a:xfrm>
          <a:off x="2022390" y="1073115"/>
          <a:ext cx="403932" cy="891526"/>
        </a:xfrm>
        <a:custGeom>
          <a:avLst/>
          <a:gdLst/>
          <a:ahLst/>
          <a:cxnLst/>
          <a:rect l="0" t="0" r="0" b="0"/>
          <a:pathLst>
            <a:path>
              <a:moveTo>
                <a:pt x="0" y="891526"/>
              </a:moveTo>
              <a:lnTo>
                <a:pt x="201966" y="891526"/>
              </a:lnTo>
              <a:lnTo>
                <a:pt x="201966" y="0"/>
              </a:lnTo>
              <a:lnTo>
                <a:pt x="40393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D38E7C-8EB5-405F-8A29-0C1A67AF1D2E}">
      <dsp:nvSpPr>
        <dsp:cNvPr id="0" name=""/>
        <dsp:cNvSpPr/>
      </dsp:nvSpPr>
      <dsp:spPr>
        <a:xfrm>
          <a:off x="2726" y="1656642"/>
          <a:ext cx="2019664" cy="6159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30,23 milliards de kg</a:t>
          </a:r>
          <a:endParaRPr lang="fr-FR" sz="14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2726" y="1656642"/>
        <a:ext cx="2019664" cy="615997"/>
      </dsp:txXfrm>
    </dsp:sp>
    <dsp:sp modelId="{873832E5-0057-4627-97EC-C9BE52C4647A}">
      <dsp:nvSpPr>
        <dsp:cNvPr id="0" name=""/>
        <dsp:cNvSpPr/>
      </dsp:nvSpPr>
      <dsp:spPr>
        <a:xfrm>
          <a:off x="2426323" y="765116"/>
          <a:ext cx="2019664" cy="6159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83,41 % exportés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(25,21 milliards de kg)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2426323" y="765116"/>
        <a:ext cx="2019664" cy="615997"/>
      </dsp:txXfrm>
    </dsp:sp>
    <dsp:sp modelId="{377C8F6E-C9F3-40E5-B764-C9B866AB7F60}">
      <dsp:nvSpPr>
        <dsp:cNvPr id="0" name=""/>
        <dsp:cNvSpPr/>
      </dsp:nvSpPr>
      <dsp:spPr>
        <a:xfrm>
          <a:off x="2426323" y="2406095"/>
          <a:ext cx="2019664" cy="756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Reste 36g, 40 kcal, /jour/personne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(inclus importations)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2426323" y="2406095"/>
        <a:ext cx="2019664" cy="756001"/>
      </dsp:txXfrm>
    </dsp:sp>
    <dsp:sp modelId="{EAC0CEC9-206A-4C58-B336-1BAB8A844328}">
      <dsp:nvSpPr>
        <dsp:cNvPr id="0" name=""/>
        <dsp:cNvSpPr/>
      </dsp:nvSpPr>
      <dsp:spPr>
        <a:xfrm>
          <a:off x="4849921" y="2113589"/>
          <a:ext cx="2019664" cy="6159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2,88 %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Alimentation humaine</a:t>
          </a:r>
          <a:endParaRPr lang="fr-FR" sz="14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4849921" y="2113589"/>
        <a:ext cx="2019664" cy="615997"/>
      </dsp:txXfrm>
    </dsp:sp>
    <dsp:sp modelId="{45AD15B7-9AA4-4719-AF79-63A5DBD8907D}">
      <dsp:nvSpPr>
        <dsp:cNvPr id="0" name=""/>
        <dsp:cNvSpPr/>
      </dsp:nvSpPr>
      <dsp:spPr>
        <a:xfrm>
          <a:off x="4849921" y="2838031"/>
          <a:ext cx="2019664" cy="6159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5 % Perdus</a:t>
          </a:r>
        </a:p>
      </dsp:txBody>
      <dsp:txXfrm>
        <a:off x="4849921" y="2838031"/>
        <a:ext cx="2019664" cy="6159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7B9D84-609E-4A2F-9E42-7B11249BD566}">
      <dsp:nvSpPr>
        <dsp:cNvPr id="0" name=""/>
        <dsp:cNvSpPr/>
      </dsp:nvSpPr>
      <dsp:spPr>
        <a:xfrm>
          <a:off x="3222354" y="1940164"/>
          <a:ext cx="2005459" cy="4885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755"/>
              </a:lnTo>
              <a:lnTo>
                <a:pt x="2005459" y="282755"/>
              </a:lnTo>
              <a:lnTo>
                <a:pt x="2005459" y="4885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C60D2-C3BE-4ACD-B6F7-C21C15382DB9}">
      <dsp:nvSpPr>
        <dsp:cNvPr id="0" name=""/>
        <dsp:cNvSpPr/>
      </dsp:nvSpPr>
      <dsp:spPr>
        <a:xfrm>
          <a:off x="3176634" y="1940164"/>
          <a:ext cx="91440" cy="4885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2755"/>
              </a:lnTo>
              <a:lnTo>
                <a:pt x="60081" y="282755"/>
              </a:lnTo>
              <a:lnTo>
                <a:pt x="60081" y="4885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9AFC0D-A201-43B9-8A94-BBAA897F5E7E}">
      <dsp:nvSpPr>
        <dsp:cNvPr id="0" name=""/>
        <dsp:cNvSpPr/>
      </dsp:nvSpPr>
      <dsp:spPr>
        <a:xfrm>
          <a:off x="1157665" y="1940164"/>
          <a:ext cx="2064688" cy="488551"/>
        </a:xfrm>
        <a:custGeom>
          <a:avLst/>
          <a:gdLst/>
          <a:ahLst/>
          <a:cxnLst/>
          <a:rect l="0" t="0" r="0" b="0"/>
          <a:pathLst>
            <a:path>
              <a:moveTo>
                <a:pt x="2064688" y="0"/>
              </a:moveTo>
              <a:lnTo>
                <a:pt x="2064688" y="282755"/>
              </a:lnTo>
              <a:lnTo>
                <a:pt x="0" y="282755"/>
              </a:lnTo>
              <a:lnTo>
                <a:pt x="0" y="4885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026361-F0E7-4EB8-A65F-FD8292CD26FF}">
      <dsp:nvSpPr>
        <dsp:cNvPr id="0" name=""/>
        <dsp:cNvSpPr/>
      </dsp:nvSpPr>
      <dsp:spPr>
        <a:xfrm>
          <a:off x="2238310" y="894971"/>
          <a:ext cx="1968087" cy="10451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24457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Ressources disponibles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(82,14 % Production)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2238310" y="894971"/>
        <a:ext cx="1968087" cy="1045192"/>
      </dsp:txXfrm>
    </dsp:sp>
    <dsp:sp modelId="{BA3434CC-2D8B-4DB0-B054-7814D0658659}">
      <dsp:nvSpPr>
        <dsp:cNvPr id="0" name=""/>
        <dsp:cNvSpPr/>
      </dsp:nvSpPr>
      <dsp:spPr>
        <a:xfrm>
          <a:off x="2616242" y="1601995"/>
          <a:ext cx="1658532" cy="4151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Century Gothic" panose="020B0502020202020204" pitchFamily="34" charset="0"/>
            </a:rPr>
            <a:t>10,19 millions de personnes nourries</a:t>
          </a:r>
          <a:endParaRPr lang="fr-FR" sz="1200" kern="1200" dirty="0">
            <a:latin typeface="Century Gothic" panose="020B0502020202020204" pitchFamily="34" charset="0"/>
          </a:endParaRPr>
        </a:p>
      </dsp:txBody>
      <dsp:txXfrm>
        <a:off x="2616242" y="1601995"/>
        <a:ext cx="1658532" cy="415128"/>
      </dsp:txXfrm>
    </dsp:sp>
    <dsp:sp modelId="{05C18EE1-B1D7-41A4-A79E-0EE50F958E65}">
      <dsp:nvSpPr>
        <dsp:cNvPr id="0" name=""/>
        <dsp:cNvSpPr/>
      </dsp:nvSpPr>
      <dsp:spPr>
        <a:xfrm>
          <a:off x="403947" y="2428715"/>
          <a:ext cx="1507435" cy="8819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24457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0,24 % Exportées</a:t>
          </a:r>
          <a:endParaRPr lang="fr-FR" sz="14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403947" y="2428715"/>
        <a:ext cx="1507435" cy="881981"/>
      </dsp:txXfrm>
    </dsp:sp>
    <dsp:sp modelId="{227910B3-B47E-4F71-A2DE-F80C07634AB1}">
      <dsp:nvSpPr>
        <dsp:cNvPr id="0" name=""/>
        <dsp:cNvSpPr/>
      </dsp:nvSpPr>
      <dsp:spPr>
        <a:xfrm>
          <a:off x="530319" y="3053263"/>
          <a:ext cx="1533123" cy="41686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400" kern="1200">
            <a:latin typeface="Century Gothic" panose="020B0502020202020204" pitchFamily="34" charset="0"/>
          </a:endParaRPr>
        </a:p>
      </dsp:txBody>
      <dsp:txXfrm>
        <a:off x="530319" y="3053263"/>
        <a:ext cx="1533123" cy="416868"/>
      </dsp:txXfrm>
    </dsp:sp>
    <dsp:sp modelId="{D05E501F-4C06-4FD8-A091-1893F3BFBE7B}">
      <dsp:nvSpPr>
        <dsp:cNvPr id="0" name=""/>
        <dsp:cNvSpPr/>
      </dsp:nvSpPr>
      <dsp:spPr>
        <a:xfrm>
          <a:off x="2272500" y="2428715"/>
          <a:ext cx="1928430" cy="8819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24457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66,41 %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Alimentation humaine</a:t>
          </a:r>
          <a:endParaRPr lang="fr-FR" sz="14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2272500" y="2428715"/>
        <a:ext cx="1928430" cy="881981"/>
      </dsp:txXfrm>
    </dsp:sp>
    <dsp:sp modelId="{A49303CA-996C-4479-9934-9C43557A1B99}">
      <dsp:nvSpPr>
        <dsp:cNvPr id="0" name=""/>
        <dsp:cNvSpPr/>
      </dsp:nvSpPr>
      <dsp:spPr>
        <a:xfrm>
          <a:off x="2662418" y="3053263"/>
          <a:ext cx="1671763" cy="41686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Century Gothic" panose="020B0502020202020204" pitchFamily="34" charset="0"/>
            </a:rPr>
            <a:t>6,73 millions de personnes nourries</a:t>
          </a:r>
          <a:endParaRPr lang="fr-FR" sz="1200" kern="1200" dirty="0">
            <a:latin typeface="Century Gothic" panose="020B0502020202020204" pitchFamily="34" charset="0"/>
          </a:endParaRPr>
        </a:p>
      </dsp:txBody>
      <dsp:txXfrm>
        <a:off x="2662418" y="3053263"/>
        <a:ext cx="1671763" cy="416868"/>
      </dsp:txXfrm>
    </dsp:sp>
    <dsp:sp modelId="{05840C7B-AD36-4F29-BCC2-01CED2BE8F86}">
      <dsp:nvSpPr>
        <dsp:cNvPr id="0" name=""/>
        <dsp:cNvSpPr/>
      </dsp:nvSpPr>
      <dsp:spPr>
        <a:xfrm>
          <a:off x="4551850" y="2428715"/>
          <a:ext cx="1351925" cy="8819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24457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11 % Perdues</a:t>
          </a:r>
          <a:endParaRPr lang="fr-FR" sz="14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4551850" y="2428715"/>
        <a:ext cx="1351925" cy="881981"/>
      </dsp:txXfrm>
    </dsp:sp>
    <dsp:sp modelId="{DFB59CDC-A4D9-4DD6-9846-DE499623E66C}">
      <dsp:nvSpPr>
        <dsp:cNvPr id="0" name=""/>
        <dsp:cNvSpPr/>
      </dsp:nvSpPr>
      <dsp:spPr>
        <a:xfrm>
          <a:off x="4661992" y="3053263"/>
          <a:ext cx="1533123" cy="41686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Century Gothic" panose="020B0502020202020204" pitchFamily="34" charset="0"/>
            </a:rPr>
            <a:t>1,12 millions de personnes nourries</a:t>
          </a:r>
          <a:endParaRPr lang="fr-FR" sz="1200" kern="1200" dirty="0">
            <a:latin typeface="Century Gothic" panose="020B0502020202020204" pitchFamily="34" charset="0"/>
          </a:endParaRPr>
        </a:p>
      </dsp:txBody>
      <dsp:txXfrm>
        <a:off x="4661992" y="3053263"/>
        <a:ext cx="1533123" cy="4168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8E446-F03A-45C9-92CA-7B1C9F0712BC}">
      <dsp:nvSpPr>
        <dsp:cNvPr id="0" name=""/>
        <dsp:cNvSpPr/>
      </dsp:nvSpPr>
      <dsp:spPr>
        <a:xfrm>
          <a:off x="0" y="3415"/>
          <a:ext cx="5360143" cy="335600"/>
        </a:xfrm>
        <a:prstGeom prst="roundRect">
          <a:avLst/>
        </a:prstGeom>
        <a:solidFill>
          <a:schemeClr val="accent4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3 axes d’amélioration</a:t>
          </a:r>
          <a:endParaRPr lang="fr-FR" sz="1400" b="1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16383" y="19798"/>
        <a:ext cx="5327377" cy="302834"/>
      </dsp:txXfrm>
    </dsp:sp>
    <dsp:sp modelId="{F1F4F5EB-C400-49AF-9412-092E367493EF}">
      <dsp:nvSpPr>
        <dsp:cNvPr id="0" name=""/>
        <dsp:cNvSpPr/>
      </dsp:nvSpPr>
      <dsp:spPr>
        <a:xfrm>
          <a:off x="0" y="339015"/>
          <a:ext cx="5360143" cy="728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185" tIns="15240" rIns="85344" bIns="1524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FR" sz="12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1 – Limiter le gaspillage</a:t>
          </a:r>
          <a:endParaRPr lang="fr-FR" sz="1200" kern="1200" dirty="0">
            <a:solidFill>
              <a:schemeClr val="bg1"/>
            </a:solidFill>
            <a:latin typeface="Century Gothic" panose="020B0502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FR" sz="12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2 – Revoir la répartition de l’utilisation des ressources</a:t>
          </a:r>
          <a:endParaRPr lang="fr-FR" sz="1200" kern="1200" dirty="0">
            <a:solidFill>
              <a:schemeClr val="bg1"/>
            </a:solidFill>
            <a:latin typeface="Century Gothic" panose="020B0502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FR" sz="12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3 – Développer la production</a:t>
          </a:r>
          <a:endParaRPr lang="fr-FR" sz="1200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0" y="339015"/>
        <a:ext cx="5360143" cy="7286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44FECD-C237-4AB2-B523-F5A9FF4B1677}">
      <dsp:nvSpPr>
        <dsp:cNvPr id="0" name=""/>
        <dsp:cNvSpPr/>
      </dsp:nvSpPr>
      <dsp:spPr>
        <a:xfrm rot="2563094">
          <a:off x="2004852" y="3004571"/>
          <a:ext cx="647797" cy="58359"/>
        </a:xfrm>
        <a:custGeom>
          <a:avLst/>
          <a:gdLst/>
          <a:ahLst/>
          <a:cxnLst/>
          <a:rect l="0" t="0" r="0" b="0"/>
          <a:pathLst>
            <a:path>
              <a:moveTo>
                <a:pt x="0" y="29179"/>
              </a:moveTo>
              <a:lnTo>
                <a:pt x="647797" y="2917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351932-41D1-4129-AA1D-EEC6951B6236}">
      <dsp:nvSpPr>
        <dsp:cNvPr id="0" name=""/>
        <dsp:cNvSpPr/>
      </dsp:nvSpPr>
      <dsp:spPr>
        <a:xfrm>
          <a:off x="2090783" y="2117574"/>
          <a:ext cx="720745" cy="58359"/>
        </a:xfrm>
        <a:custGeom>
          <a:avLst/>
          <a:gdLst/>
          <a:ahLst/>
          <a:cxnLst/>
          <a:rect l="0" t="0" r="0" b="0"/>
          <a:pathLst>
            <a:path>
              <a:moveTo>
                <a:pt x="0" y="29179"/>
              </a:moveTo>
              <a:lnTo>
                <a:pt x="720745" y="2917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9694CB-0476-4EB3-A827-598FDE4B7EAC}">
      <dsp:nvSpPr>
        <dsp:cNvPr id="0" name=""/>
        <dsp:cNvSpPr/>
      </dsp:nvSpPr>
      <dsp:spPr>
        <a:xfrm rot="19036906">
          <a:off x="2004852" y="1230578"/>
          <a:ext cx="647797" cy="58359"/>
        </a:xfrm>
        <a:custGeom>
          <a:avLst/>
          <a:gdLst/>
          <a:ahLst/>
          <a:cxnLst/>
          <a:rect l="0" t="0" r="0" b="0"/>
          <a:pathLst>
            <a:path>
              <a:moveTo>
                <a:pt x="0" y="29179"/>
              </a:moveTo>
              <a:lnTo>
                <a:pt x="647797" y="2917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B7085C-6BAC-41BA-B8C7-189338360208}">
      <dsp:nvSpPr>
        <dsp:cNvPr id="0" name=""/>
        <dsp:cNvSpPr/>
      </dsp:nvSpPr>
      <dsp:spPr>
        <a:xfrm>
          <a:off x="335781" y="1114400"/>
          <a:ext cx="2064708" cy="2064708"/>
        </a:xfrm>
        <a:prstGeom prst="ellipse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7C561-AC5D-457A-86A9-E0EA2D4D0728}">
      <dsp:nvSpPr>
        <dsp:cNvPr id="0" name=""/>
        <dsp:cNvSpPr/>
      </dsp:nvSpPr>
      <dsp:spPr>
        <a:xfrm>
          <a:off x="2402389" y="409"/>
          <a:ext cx="1238824" cy="12388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Quantité de ressources disponible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2583811" y="181831"/>
        <a:ext cx="875980" cy="875980"/>
      </dsp:txXfrm>
    </dsp:sp>
    <dsp:sp modelId="{3F61AE99-7773-41EE-AEA8-B5F5DB1025D1}">
      <dsp:nvSpPr>
        <dsp:cNvPr id="0" name=""/>
        <dsp:cNvSpPr/>
      </dsp:nvSpPr>
      <dsp:spPr>
        <a:xfrm>
          <a:off x="3765096" y="409"/>
          <a:ext cx="1858237" cy="1238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=&gt; Possible de nourrir toute la population</a:t>
          </a:r>
          <a:endParaRPr lang="fr-FR" sz="1200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3765096" y="409"/>
        <a:ext cx="1858237" cy="1238824"/>
      </dsp:txXfrm>
    </dsp:sp>
    <dsp:sp modelId="{E768EFDD-ED7E-4653-B5A5-2970EDEB2A34}">
      <dsp:nvSpPr>
        <dsp:cNvPr id="0" name=""/>
        <dsp:cNvSpPr/>
      </dsp:nvSpPr>
      <dsp:spPr>
        <a:xfrm>
          <a:off x="2811529" y="1527342"/>
          <a:ext cx="1238824" cy="12388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49,5 % utilisées pour la nourriture humaine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2992951" y="1708764"/>
        <a:ext cx="875980" cy="875980"/>
      </dsp:txXfrm>
    </dsp:sp>
    <dsp:sp modelId="{83DD6A1A-2801-4B4B-8B8F-3F5094CEDAB3}">
      <dsp:nvSpPr>
        <dsp:cNvPr id="0" name=""/>
        <dsp:cNvSpPr/>
      </dsp:nvSpPr>
      <dsp:spPr>
        <a:xfrm>
          <a:off x="4174236" y="1527342"/>
          <a:ext cx="1858237" cy="1238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537,7 millions de personnes en sous nutrition</a:t>
          </a:r>
          <a:endParaRPr lang="fr-FR" sz="1200" kern="1200" dirty="0">
            <a:solidFill>
              <a:schemeClr val="bg1"/>
            </a:solidFill>
            <a:latin typeface="Century Gothic" panose="020B0502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chemeClr val="bg1"/>
              </a:solidFill>
              <a:latin typeface="Century Gothic" panose="020B0502020202020204" pitchFamily="34" charset="0"/>
            </a:rPr>
            <a:t>7,10 % de la population mondiale</a:t>
          </a:r>
          <a:endParaRPr lang="fr-FR" sz="1200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4174236" y="1527342"/>
        <a:ext cx="1858237" cy="1238824"/>
      </dsp:txXfrm>
    </dsp:sp>
    <dsp:sp modelId="{34B7F7A7-A030-4516-8887-3B39045FE7EA}">
      <dsp:nvSpPr>
        <dsp:cNvPr id="0" name=""/>
        <dsp:cNvSpPr/>
      </dsp:nvSpPr>
      <dsp:spPr>
        <a:xfrm>
          <a:off x="2402389" y="3054275"/>
          <a:ext cx="1238824" cy="12388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4,6 % perdues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2583811" y="3235697"/>
        <a:ext cx="875980" cy="8759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211A3-6F21-4E0B-99D6-C3192980CB5B}">
      <dsp:nvSpPr>
        <dsp:cNvPr id="0" name=""/>
        <dsp:cNvSpPr/>
      </dsp:nvSpPr>
      <dsp:spPr>
        <a:xfrm>
          <a:off x="0" y="323994"/>
          <a:ext cx="4536504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083" tIns="437388" rIns="352083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Augmenter la production de ressources pour augmenter la disponibilité des pays en difficulté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Comment éviter le gaspillage ?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0" y="323994"/>
        <a:ext cx="4536504" cy="1058400"/>
      </dsp:txXfrm>
    </dsp:sp>
    <dsp:sp modelId="{7EAEEBC4-66D7-4989-B2DD-C85428B4231F}">
      <dsp:nvSpPr>
        <dsp:cNvPr id="0" name=""/>
        <dsp:cNvSpPr/>
      </dsp:nvSpPr>
      <dsp:spPr>
        <a:xfrm>
          <a:off x="106808" y="41112"/>
          <a:ext cx="4358812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28" tIns="0" rIns="120028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Regarder si la répartition de l’utilisation des ressources disponibles peut être améliorée</a:t>
          </a:r>
          <a:endParaRPr lang="fr-FR" sz="1400" b="1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137070" y="71374"/>
        <a:ext cx="4298288" cy="559396"/>
      </dsp:txXfrm>
    </dsp:sp>
    <dsp:sp modelId="{B203C569-AE93-4DF0-A3E7-01A38557848B}">
      <dsp:nvSpPr>
        <dsp:cNvPr id="0" name=""/>
        <dsp:cNvSpPr/>
      </dsp:nvSpPr>
      <dsp:spPr>
        <a:xfrm>
          <a:off x="0" y="1907471"/>
          <a:ext cx="4536504" cy="2182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083" tIns="437388" rIns="352083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D’où vient le problème ? </a:t>
          </a: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	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	Crise interne (guerre, économique) ?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	pas </a:t>
          </a: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assez de production </a:t>
          </a: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?</a:t>
          </a:r>
          <a:endParaRPr lang="fr-FR" sz="1100" kern="1200" dirty="0">
            <a:solidFill>
              <a:schemeClr val="tx1"/>
            </a:solidFill>
            <a:latin typeface="Century Gothic" panose="020B050202020202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	gestion des ressources ?</a:t>
          </a:r>
          <a:endParaRPr lang="fr-FR" sz="1100" kern="1200" dirty="0">
            <a:solidFill>
              <a:schemeClr val="tx1"/>
            </a:solidFill>
            <a:latin typeface="Century Gothic" panose="020B0502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Comment faire pour mieux les aider ?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	Développement </a:t>
          </a: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des techniques agricoles</a:t>
          </a:r>
          <a:endParaRPr lang="fr-FR" sz="1100" kern="1200" dirty="0">
            <a:solidFill>
              <a:schemeClr val="tx1"/>
            </a:solidFill>
            <a:latin typeface="Century Gothic" panose="020B050202020202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	Adaptation </a:t>
          </a: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au </a:t>
          </a: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climat: </a:t>
          </a: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production de ressources adaptées et pouvant être exportées</a:t>
          </a:r>
          <a:endParaRPr lang="fr-FR" sz="1100" kern="1200" dirty="0">
            <a:solidFill>
              <a:schemeClr val="tx1"/>
            </a:solidFill>
            <a:latin typeface="Century Gothic" panose="020B050202020202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	Aide </a:t>
          </a:r>
          <a:r>
            <a:rPr lang="fr-FR" sz="11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financière pour pouvoir importer plus</a:t>
          </a:r>
          <a:endParaRPr lang="fr-FR" sz="12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0" y="1907471"/>
        <a:ext cx="4536504" cy="2182950"/>
      </dsp:txXfrm>
    </dsp:sp>
    <dsp:sp modelId="{BF22B8F0-136B-475A-97D8-344BAD0F1DBA}">
      <dsp:nvSpPr>
        <dsp:cNvPr id="0" name=""/>
        <dsp:cNvSpPr/>
      </dsp:nvSpPr>
      <dsp:spPr>
        <a:xfrm>
          <a:off x="141765" y="1495794"/>
          <a:ext cx="4319420" cy="7216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28" tIns="0" rIns="120028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Analyse plus en détail des pays ayant les proportions de personnes en sous nutrition les plus élevées</a:t>
          </a:r>
          <a:endParaRPr lang="fr-FR" sz="1400" b="1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176992" y="1531021"/>
        <a:ext cx="4248966" cy="6511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94626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 smtClean="0"/>
              <a:t>RGPD </a:t>
            </a:r>
            <a:r>
              <a:rPr lang="fr-FR" dirty="0" smtClean="0"/>
              <a:t>respectée </a:t>
            </a:r>
            <a:r>
              <a:rPr lang="fr-FR" dirty="0" smtClean="0"/>
              <a:t>: </a:t>
            </a:r>
            <a:endParaRPr lang="fr-FR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 smtClean="0"/>
              <a:t>	- données publiques, anonymes (absence</a:t>
            </a:r>
            <a:r>
              <a:rPr lang="fr-FR" baseline="0" dirty="0" smtClean="0"/>
              <a:t> de données personnelles et confidentielles) et utiles</a:t>
            </a:r>
            <a:endParaRPr lang="fr-FR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 smtClean="0"/>
              <a:t>	- présence d’un lexique pour communiquer les infos concernant</a:t>
            </a:r>
            <a:r>
              <a:rPr lang="fr-FR" baseline="0" dirty="0" smtClean="0"/>
              <a:t> les données (localisation, description rapide, unités utilisées)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baseline="0" dirty="0" smtClean="0"/>
              <a:t>	- provenance connue (données récoltées par la FAO dans le cadre du suivi de la sous nutrition dans le monde)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baseline="0" dirty="0" smtClean="0"/>
              <a:t>	- </a:t>
            </a:r>
            <a:r>
              <a:rPr lang="fr-FR" baseline="0" dirty="0" smtClean="0"/>
              <a:t>pas </a:t>
            </a:r>
            <a:r>
              <a:rPr lang="fr-FR" baseline="0" dirty="0" smtClean="0"/>
              <a:t>d’informations </a:t>
            </a:r>
            <a:r>
              <a:rPr lang="fr-FR" baseline="0" dirty="0" smtClean="0"/>
              <a:t>sur </a:t>
            </a:r>
            <a:r>
              <a:rPr lang="fr-FR" baseline="0" dirty="0" smtClean="0"/>
              <a:t>le cycle de vie des </a:t>
            </a:r>
            <a:r>
              <a:rPr lang="fr-FR" baseline="0" dirty="0" smtClean="0"/>
              <a:t>données, sur la gestion de la sécurité</a:t>
            </a:r>
            <a:endParaRPr lang="fr-FR" baseline="0" dirty="0" smtClean="0"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dirty="0" smtClean="0"/>
              <a:t>Dans le cadre de l'analyse des ressources alimentaires, la catégorie </a:t>
            </a:r>
            <a:r>
              <a:rPr lang="fr-FR" b="1" dirty="0" smtClean="0"/>
              <a:t>« traitement »</a:t>
            </a:r>
            <a:r>
              <a:rPr lang="fr-FR" dirty="0" smtClean="0"/>
              <a:t> fait généralement référence à l'ensemble des processus appliqués aux aliments pour les transformer, les conserver ou les rendre plus sûrs et plus agréables à consommer. Ces processus peuvent inclure des méthodes physiques, chimiques ou biologiques.</a:t>
            </a:r>
          </a:p>
          <a:p>
            <a:r>
              <a:rPr lang="fr-FR" b="1" dirty="0" smtClean="0"/>
              <a:t>Exemples de traitements alimentaires</a:t>
            </a:r>
          </a:p>
          <a:p>
            <a:r>
              <a:rPr lang="fr-FR" b="1" dirty="0" smtClean="0"/>
              <a:t>Conservation</a:t>
            </a:r>
            <a:r>
              <a:rPr lang="fr-FR" dirty="0" smtClean="0"/>
              <a:t> : techniques telles que la stérilisation, la pasteurisation, la congélation ou la lyophilisation, visant à prolonger la durée de vie des aliments.</a:t>
            </a:r>
          </a:p>
          <a:p>
            <a:r>
              <a:rPr lang="fr-FR" b="1" dirty="0" smtClean="0"/>
              <a:t>Fermentation</a:t>
            </a:r>
            <a:r>
              <a:rPr lang="fr-FR" dirty="0" smtClean="0"/>
              <a:t> : utilisation de micro-organismes pour transformer les aliments, comme dans la production de yaourt, de pain ou de choucroute.</a:t>
            </a:r>
          </a:p>
          <a:p>
            <a:r>
              <a:rPr lang="fr-FR" b="1" dirty="0" smtClean="0"/>
              <a:t>Enrichissement</a:t>
            </a:r>
            <a:r>
              <a:rPr lang="fr-FR" dirty="0" smtClean="0"/>
              <a:t> : ajout de nutriments essentiels (vitamines, minéraux) pour améliorer la valeur nutritionnelle des aliments.</a:t>
            </a:r>
          </a:p>
          <a:p>
            <a:r>
              <a:rPr lang="fr-FR" b="1" dirty="0" smtClean="0"/>
              <a:t>Transformation industrielle</a:t>
            </a:r>
            <a:r>
              <a:rPr lang="fr-FR" dirty="0" smtClean="0"/>
              <a:t> : processus tels que le broyage, le mélange, l'extrusion ou la cuisson, utilisés pour fabriquer des produits alimentaires prêts à la consommation.</a:t>
            </a:r>
          </a:p>
          <a:p>
            <a:r>
              <a:rPr lang="fr-FR" dirty="0" smtClean="0"/>
              <a:t>Ces traitements sont essentiels pour garantir la sécurité alimentaire, améliorer la conservation des produits et répondre aux besoins nutritionnels des populations.</a:t>
            </a:r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 smtClean="0"/>
              <a:t>PIB = permet de mesurer l'activité économique au cours d'une année d’un pays</a:t>
            </a:r>
            <a:r>
              <a:rPr lang="fr-FR" baseline="0" dirty="0" smtClean="0"/>
              <a:t> en </a:t>
            </a:r>
            <a:r>
              <a:rPr lang="fr-FR" sz="1200" b="0" i="0" u="none" strike="noStrike" cap="none" dirty="0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mesurant de la </a:t>
            </a:r>
            <a:r>
              <a:rPr lang="fr-FR" sz="1200" b="0" i="0" u="none" strike="noStrike" cap="none" dirty="0" smtClean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production</a:t>
            </a:r>
            <a:r>
              <a:rPr lang="fr-FR" sz="1200" b="0" i="0" u="none" strike="noStrike" cap="none" dirty="0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quantitative marchande réalisée par celui-ci.</a:t>
            </a:r>
            <a:endParaRPr dirty="0"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 smtClean="0"/>
              <a:t>Pays impactés par les guerres en Syrie (Yémen) et au Soudan du Sud</a:t>
            </a:r>
            <a:r>
              <a:rPr lang="fr-FR" baseline="0" dirty="0" smtClean="0"/>
              <a:t> (Soudan, Ethiopie, Kenya, </a:t>
            </a:r>
            <a:r>
              <a:rPr lang="fr-FR" baseline="0" dirty="0" err="1" smtClean="0"/>
              <a:t>R.D.Congo</a:t>
            </a:r>
            <a:r>
              <a:rPr lang="fr-FR" baseline="0" dirty="0" smtClean="0"/>
              <a:t>)</a:t>
            </a:r>
            <a:endParaRPr dirty="0"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 smtClean="0"/>
              <a:t>Disponibilité</a:t>
            </a:r>
            <a:r>
              <a:rPr lang="fr-FR" baseline="0" dirty="0" smtClean="0"/>
              <a:t> intérieure = Production + Importations – Exportations + Variation de stock</a:t>
            </a:r>
            <a:endParaRPr dirty="0"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8C66574-85D8-4881-82B1-6A80CF69FBB8}" type="datetime1">
              <a:rPr lang="fr-FR" smtClean="0"/>
              <a:t>06/05/2025</a:t>
            </a:fld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88AF060-800E-486F-B64D-D0EF8E6696CB}" type="datetime1">
              <a:rPr lang="fr-FR" smtClean="0"/>
              <a:t>06/05/2025</a:t>
            </a:fld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D443AD3-EEF3-4E86-B43B-E50419D6A562}" type="datetime1">
              <a:rPr lang="fr-FR" smtClean="0"/>
              <a:t>06/05/2025</a:t>
            </a:fld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3319B22-127D-4E59-BF90-8CB08464B3BE}" type="datetime1">
              <a:rPr lang="fr-FR" smtClean="0"/>
              <a:t>06/05/2025</a:t>
            </a:fld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9A845B9-96C2-4B73-B0D0-19C2C8049F38}" type="datetime1">
              <a:rPr lang="fr-FR" smtClean="0"/>
              <a:t>06/05/2025</a:t>
            </a:fld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1226E9E-9B59-4577-B00A-068EE9591413}" type="datetime1">
              <a:rPr lang="fr-FR" smtClean="0"/>
              <a:t>06/05/2025</a:t>
            </a:fld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2C5FD2-3123-4BF0-A086-D5ED51969FCC}" type="datetime1">
              <a:rPr lang="fr-FR" smtClean="0"/>
              <a:t>06/05/2025</a:t>
            </a:fld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C4FC676-6E77-45EA-8FA1-72684E84CB20}" type="datetime1">
              <a:rPr lang="fr-FR" smtClean="0"/>
              <a:t>06/05/2025</a:t>
            </a:fld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FD9BDF3-BE52-4893-8C73-D98800CE1CB2}" type="datetime1">
              <a:rPr lang="fr-FR" smtClean="0"/>
              <a:t>06/05/2025</a:t>
            </a:fld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78293A2-4DF7-4C79-97A9-2BBEB5259124}" type="datetime1">
              <a:rPr lang="fr-FR" smtClean="0"/>
              <a:t>06/05/2025</a:t>
            </a:fld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E6F08B3-5816-419B-AC76-BA8EEF8EE0B9}" type="datetime1">
              <a:rPr lang="fr-FR" smtClean="0"/>
              <a:t>06/05/2025</a:t>
            </a:fld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9A34EF7-49C2-4922-9497-322791E5C6A3}" type="datetime1">
              <a:rPr lang="fr-FR" smtClean="0"/>
              <a:t>06/05/2025</a:t>
            </a:fld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9B6737B-7661-4196-B067-7B3C2339C367}" type="datetime1">
              <a:rPr lang="fr-FR" smtClean="0"/>
              <a:t>06/05/2025</a:t>
            </a:fld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F435F2E-58F7-435C-9498-F52281B2465A}" type="datetime1">
              <a:rPr lang="fr-FR" smtClean="0"/>
              <a:t>06/05/2025</a:t>
            </a:fld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3BF1DB7F-2B41-4A35-954E-8058117309B3}" type="datetime1">
              <a:rPr lang="fr-FR" smtClean="0"/>
              <a:t>06/05/2025</a:t>
            </a:fld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13" Type="http://schemas.openxmlformats.org/officeDocument/2006/relationships/image" Target="../media/image15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13" Type="http://schemas.openxmlformats.org/officeDocument/2006/relationships/image" Target="../media/image16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microsoft.com/office/2007/relationships/diagramDrawing" Target="../diagrams/drawing1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9.xml"/><Relationship Id="rId10" Type="http://schemas.openxmlformats.org/officeDocument/2006/relationships/diagramQuickStyle" Target="../diagrams/quickStyle10.xml"/><Relationship Id="rId4" Type="http://schemas.openxmlformats.org/officeDocument/2006/relationships/diagramLayout" Target="../diagrams/layout9.xml"/><Relationship Id="rId9" Type="http://schemas.openxmlformats.org/officeDocument/2006/relationships/diagramLayout" Target="../diagrams/layout10.xml"/><Relationship Id="rId1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 smtClean="0"/>
              <a:t>Allison TEIXEIRA</a:t>
            </a:r>
            <a:endParaRPr sz="2800" dirty="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FAO</a:t>
            </a:r>
            <a:endParaRPr dirty="0"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/>
              <a:t>Étude sur l’alimentation dans le monde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524" y="3724622"/>
            <a:ext cx="6571148" cy="2584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Contexte et spécification des données</a:t>
            </a:r>
            <a:endParaRPr sz="3200">
              <a:latin typeface="Century Gothic" panose="020B0502020202020204" pitchFamily="34" charset="0"/>
            </a:endParaRPr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479376" y="2132856"/>
            <a:ext cx="11521280" cy="127872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entury Gothic" panose="020B0502020202020204" pitchFamily="34" charset="0"/>
              </a:rPr>
              <a:t>Mission confiée par la FAO </a:t>
            </a:r>
            <a:r>
              <a:rPr lang="fr-FR" sz="1400" dirty="0">
                <a:latin typeface="Century Gothic" panose="020B0502020202020204" pitchFamily="34" charset="0"/>
              </a:rPr>
              <a:t>= </a:t>
            </a:r>
            <a:r>
              <a:rPr lang="fr-FR" sz="1400" dirty="0" smtClean="0">
                <a:latin typeface="Century Gothic" panose="020B0502020202020204" pitchFamily="34" charset="0"/>
              </a:rPr>
              <a:t>réaliser une </a:t>
            </a:r>
            <a:r>
              <a:rPr lang="fr-FR" sz="1400" dirty="0">
                <a:latin typeface="Century Gothic" panose="020B0502020202020204" pitchFamily="34" charset="0"/>
              </a:rPr>
              <a:t>étude de grande ampleur sur </a:t>
            </a:r>
            <a:r>
              <a:rPr lang="fr-FR" sz="1400" dirty="0" smtClean="0">
                <a:latin typeface="Century Gothic" panose="020B0502020202020204" pitchFamily="34" charset="0"/>
              </a:rPr>
              <a:t>l’alimentation dans le monde  de 2013 à aujourd’hui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entury Gothic" panose="020B0502020202020204" pitchFamily="34" charset="0"/>
              </a:rPr>
              <a:t>Mission personnelle = analyse plus particulière de </a:t>
            </a:r>
            <a:r>
              <a:rPr lang="fr-FR" sz="1400" dirty="0">
                <a:latin typeface="Century Gothic" panose="020B0502020202020204" pitchFamily="34" charset="0"/>
              </a:rPr>
              <a:t>la </a:t>
            </a:r>
            <a:r>
              <a:rPr lang="fr-FR" sz="1400" dirty="0" smtClean="0">
                <a:latin typeface="Century Gothic" panose="020B0502020202020204" pitchFamily="34" charset="0"/>
              </a:rPr>
              <a:t>sous nutrition de 2013 à 2017</a:t>
            </a:r>
            <a:endParaRPr lang="fr-FR" sz="14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entury Gothic" panose="020B0502020202020204" pitchFamily="34" charset="0"/>
              </a:rPr>
              <a:t>Types de données à analyser 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latin typeface="Century Gothic" panose="020B0502020202020204" pitchFamily="34" charset="0"/>
              </a:rPr>
              <a:t>2</a:t>
            </a:fld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1345" y="6279703"/>
            <a:ext cx="7704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* FAO : Food and Agriculture </a:t>
            </a:r>
            <a:r>
              <a:rPr lang="fr-FR" sz="1200" i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Organization</a:t>
            </a:r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, agence spécialisée de l’Organisation des Nations Unies</a:t>
            </a:r>
          </a:p>
          <a:p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            dont l’objectif est d’assurer la sécurité alimentaire pour tout le monde.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834606209"/>
              </p:ext>
            </p:extLst>
          </p:nvPr>
        </p:nvGraphicFramePr>
        <p:xfrm>
          <a:off x="191345" y="3284984"/>
          <a:ext cx="11593287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3392" y="5661248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Valeurs nulles remplacées par « 0 » (.</a:t>
            </a:r>
            <a:r>
              <a:rPr lang="fr-FR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fillna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Unités homogénéisées : quantités converties  en kg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7968" y="5661248"/>
            <a:ext cx="5688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Colonnes </a:t>
            </a:r>
            <a:r>
              <a:rPr 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renommées pour plus de compréhension (Population) ou 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homogénéisation (Zone</a:t>
            </a:r>
            <a:r>
              <a:rPr 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). </a:t>
            </a:r>
            <a:endParaRPr lang="fr-FR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Méthodologie de l’analyse</a:t>
            </a:r>
            <a:endParaRPr sz="3200"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latin typeface="Century Gothic" panose="020B0502020202020204" pitchFamily="34" charset="0"/>
              </a:rPr>
              <a:t>3</a:t>
            </a:fld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1345" y="6279703"/>
            <a:ext cx="6480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* Pandas : librairie Python permettant de faire lire et manipuler des données sous forme de </a:t>
            </a:r>
            <a:r>
              <a:rPr lang="fr-FR" sz="1200" i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dataframes</a:t>
            </a:r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(tableaux).</a:t>
            </a:r>
            <a:endParaRPr lang="fr-FR" sz="1200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3614" y="1628800"/>
            <a:ext cx="12168386" cy="3933470"/>
            <a:chOff x="23614" y="1628800"/>
            <a:chExt cx="12168386" cy="3933470"/>
          </a:xfrm>
        </p:grpSpPr>
        <p:graphicFrame>
          <p:nvGraphicFramePr>
            <p:cNvPr id="9" name="Diagram 8"/>
            <p:cNvGraphicFramePr/>
            <p:nvPr>
              <p:extLst>
                <p:ext uri="{D42A27DB-BD31-4B8C-83A1-F6EECF244321}">
                  <p14:modId xmlns:p14="http://schemas.microsoft.com/office/powerpoint/2010/main" val="1463299089"/>
                </p:ext>
              </p:extLst>
            </p:nvPr>
          </p:nvGraphicFramePr>
          <p:xfrm>
            <a:off x="23614" y="1628800"/>
            <a:ext cx="12168386" cy="393347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0" name="TextBox 9"/>
            <p:cNvSpPr txBox="1"/>
            <p:nvPr/>
          </p:nvSpPr>
          <p:spPr>
            <a:xfrm>
              <a:off x="5100464" y="3461517"/>
              <a:ext cx="15937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latin typeface="Century Gothic" panose="020B0502020202020204" pitchFamily="34" charset="0"/>
                </a:rPr>
                <a:t>Du plus global…</a:t>
              </a:r>
              <a:endParaRPr lang="fr-FR" dirty="0">
                <a:latin typeface="Century Gothic" panose="020B050202020202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22574" y="3461518"/>
              <a:ext cx="15937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latin typeface="Century Gothic" panose="020B0502020202020204" pitchFamily="34" charset="0"/>
                </a:rPr>
                <a:t>…au plus précis</a:t>
              </a:r>
              <a:endParaRPr lang="fr-FR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91345" y="5354632"/>
            <a:ext cx="117373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Approche progressive, par tâtonnement, en utilisant les 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fonctions 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de Pandas permettant de sélectionner les données pertinentes ou restreindre un </a:t>
            </a:r>
            <a:r>
              <a:rPr lang="fr-FR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dataframe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(.</a:t>
            </a:r>
            <a:r>
              <a:rPr lang="fr-FR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loc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, .</a:t>
            </a:r>
            <a:r>
              <a:rPr lang="fr-FR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head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), filtrer les données avec des conditions (.</a:t>
            </a:r>
            <a:r>
              <a:rPr lang="fr-FR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isin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, &amp;, &gt;=), ou encore agréger les données (.</a:t>
            </a:r>
            <a:r>
              <a:rPr lang="fr-FR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sum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groupby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)…</a:t>
            </a:r>
            <a:endParaRPr lang="fr-FR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1) Proportion de personnes en état de sous-nutrition en 2017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818712" y="2168753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dirty="0" smtClean="0">
                <a:latin typeface="Century Gothic" panose="020B0502020202020204" pitchFamily="34" charset="0"/>
              </a:rPr>
              <a:t>En 2017 :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entury Gothic" panose="020B0502020202020204" pitchFamily="34" charset="0"/>
              </a:rPr>
              <a:t>535,7 millions de personnes en état de sous nutrition dans le monde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entury Gothic" panose="020B0502020202020204" pitchFamily="34" charset="0"/>
              </a:rPr>
              <a:t>7,10 % de la population mondiale</a:t>
            </a:r>
            <a:endParaRPr sz="1400" dirty="0"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latin typeface="Century Gothic" panose="020B0502020202020204" pitchFamily="34" charset="0"/>
              </a:rPr>
              <a:t>4</a:t>
            </a:fld>
            <a:endParaRPr lang="fr-FR">
              <a:latin typeface="Century Gothic" panose="020B0502020202020204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190531986"/>
              </p:ext>
            </p:extLst>
          </p:nvPr>
        </p:nvGraphicFramePr>
        <p:xfrm>
          <a:off x="479376" y="3068960"/>
          <a:ext cx="11449272" cy="2922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1345" y="6279703"/>
            <a:ext cx="7920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* </a:t>
            </a:r>
            <a:r>
              <a:rPr lang="fr-FR" sz="1200" i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Dataframe</a:t>
            </a:r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= tableau contenant les données, organisé en lignes et colonnes.</a:t>
            </a:r>
          </a:p>
          <a:p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         Chaque ligne représente un objet caractérisé par les caractéristiques décrites dans les colonnes</a:t>
            </a:r>
            <a:r>
              <a:rPr lang="fr-FR" sz="1200" i="1" dirty="0">
                <a:solidFill>
                  <a:schemeClr val="bg1"/>
                </a:solidFill>
                <a:latin typeface="Century Gothic" panose="020B0502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2) Nombre théorique de personnes qui pourraient être nourries en 2017</a:t>
            </a:r>
            <a:endParaRPr sz="3200">
              <a:latin typeface="Century Gothic" panose="020B0502020202020204" pitchFamily="34" charset="0"/>
            </a:endParaRPr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881732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dirty="0" smtClean="0">
                <a:latin typeface="Century Gothic" panose="020B0502020202020204" pitchFamily="34" charset="0"/>
              </a:rPr>
              <a:t>En 2017 :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entury Gothic" panose="020B0502020202020204" pitchFamily="34" charset="0"/>
              </a:rPr>
              <a:t>20 918,98 milliards de kcal étaient disponibles chaque jour pour nourrir la population mondiale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>
                <a:latin typeface="Century Gothic" panose="020B0502020202020204" pitchFamily="34" charset="0"/>
              </a:rPr>
              <a:t>a</a:t>
            </a:r>
            <a:r>
              <a:rPr lang="fr-FR" sz="1400" dirty="0" smtClean="0">
                <a:latin typeface="Century Gothic" panose="020B0502020202020204" pitchFamily="34" charset="0"/>
              </a:rPr>
              <a:t>vec ces ressources, il était possible de nourrir 9,3 milliards de personnes chaque jour.</a:t>
            </a:r>
            <a:endParaRPr lang="fr-FR" sz="1400" dirty="0">
              <a:latin typeface="Century Gothic" panose="020B0502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sz="1400" dirty="0"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latin typeface="Century Gothic" panose="020B0502020202020204" pitchFamily="34" charset="0"/>
              </a:rPr>
              <a:t>5</a:t>
            </a:fld>
            <a:endParaRPr lang="fr-FR">
              <a:latin typeface="Century Gothic" panose="020B0502020202020204" pitchFamily="34" charset="0"/>
            </a:endParaRP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793297204"/>
              </p:ext>
            </p:extLst>
          </p:nvPr>
        </p:nvGraphicFramePr>
        <p:xfrm>
          <a:off x="479376" y="3140968"/>
          <a:ext cx="11449272" cy="2922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91345" y="6207695"/>
            <a:ext cx="8453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* Population </a:t>
            </a:r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mondiale en 2017 = 7,6 milliards de </a:t>
            </a:r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personnes</a:t>
            </a:r>
          </a:p>
          <a:p>
            <a:pPr lvl="0"/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 2250 = consommation moyenne </a:t>
            </a:r>
            <a:r>
              <a:rPr lang="fr-FR" sz="1200" i="1" dirty="0">
                <a:solidFill>
                  <a:schemeClr val="bg1"/>
                </a:solidFill>
                <a:latin typeface="Century Gothic" panose="020B0502020202020204" pitchFamily="34" charset="0"/>
              </a:rPr>
              <a:t>en kcal d’un adulte humain (</a:t>
            </a:r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2500 pour </a:t>
            </a:r>
            <a:r>
              <a:rPr lang="fr-FR" sz="1200" i="1" dirty="0">
                <a:solidFill>
                  <a:schemeClr val="bg1"/>
                </a:solidFill>
                <a:latin typeface="Century Gothic" panose="020B0502020202020204" pitchFamily="34" charset="0"/>
              </a:rPr>
              <a:t>un homme, 2000 </a:t>
            </a:r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pour une </a:t>
            </a:r>
            <a:r>
              <a:rPr lang="fr-FR" sz="1200" i="1" dirty="0">
                <a:solidFill>
                  <a:schemeClr val="bg1"/>
                </a:solidFill>
                <a:latin typeface="Century Gothic" panose="020B0502020202020204" pitchFamily="34" charset="0"/>
              </a:rPr>
              <a:t>femme</a:t>
            </a:r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)</a:t>
            </a:r>
            <a:endParaRPr lang="fr-FR" sz="1600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sp>
        <p:nvSpPr>
          <p:cNvPr id="160" name="Google Shape;160;p6"/>
          <p:cNvSpPr txBox="1">
            <a:spLocks noGrp="1"/>
          </p:cNvSpPr>
          <p:nvPr>
            <p:ph type="body" idx="1"/>
          </p:nvPr>
        </p:nvSpPr>
        <p:spPr>
          <a:xfrm>
            <a:off x="818712" y="238477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dirty="0" smtClean="0"/>
              <a:t>En 2017 :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 smtClean="0"/>
              <a:t>17 260,76 milliards de kcal issus des végétaux étaient disponibles chaque jour pour nourrir la population mondiale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/>
              <a:t>g</a:t>
            </a:r>
            <a:r>
              <a:rPr lang="fr-FR" sz="1400" dirty="0" smtClean="0"/>
              <a:t>râce à ces ressources, il était possible de nourrir 7,67 milliards de personnes</a:t>
            </a:r>
            <a:endParaRPr sz="1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3573016"/>
            <a:ext cx="3740274" cy="2360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130140" y="3933056"/>
            <a:ext cx="6582484" cy="95410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i="1" dirty="0">
                <a:solidFill>
                  <a:schemeClr val="bg1"/>
                </a:solidFill>
                <a:latin typeface="Century Gothic" panose="020B0502020202020204" pitchFamily="34" charset="0"/>
              </a:rPr>
              <a:t>Population mondiale en 2017 = 7,6 milliards de </a:t>
            </a:r>
            <a:r>
              <a:rPr lang="fr-FR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personnes</a:t>
            </a:r>
            <a:endParaRPr lang="fr-FR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fr-FR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=&gt; Rien qu’avec ces produits, il aurait dû être possible de nourrir l’intégralité de la population mondiale </a:t>
            </a:r>
            <a:endParaRPr lang="fr-FR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06" y="2996952"/>
            <a:ext cx="6028258" cy="336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4) Répartition de la disponibilité intérieure</a:t>
            </a:r>
            <a:endParaRPr/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6888088" y="3104857"/>
            <a:ext cx="415596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/>
              <a:t>Disponibilité intérieure </a:t>
            </a:r>
            <a:r>
              <a:rPr lang="fr-FR" sz="1400" dirty="0" smtClean="0"/>
              <a:t>mondiale </a:t>
            </a:r>
            <a:r>
              <a:rPr lang="fr-FR" sz="1400" dirty="0"/>
              <a:t>en 2017 = </a:t>
            </a:r>
            <a:r>
              <a:rPr lang="fr-FR" sz="1400" dirty="0" smtClean="0"/>
              <a:t>9848,9 </a:t>
            </a:r>
            <a:r>
              <a:rPr lang="fr-FR" sz="1400" dirty="0"/>
              <a:t>milliards de kg.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fr-FR" sz="1400" dirty="0" smtClean="0"/>
          </a:p>
          <a:p>
            <a:pPr marL="742950" lvl="1" indent="-285750">
              <a:spcBef>
                <a:spcPts val="0"/>
              </a:spcBef>
              <a:buFont typeface="Century Gothic" panose="020B0502020202020204" pitchFamily="34" charset="0"/>
              <a:buChar char="→"/>
            </a:pPr>
            <a:r>
              <a:rPr lang="fr-FR" sz="1400" dirty="0" smtClean="0"/>
              <a:t> 49,51 % utilisés pour l’alimentation  humaine</a:t>
            </a:r>
          </a:p>
          <a:p>
            <a:pPr marL="742950" lvl="1" indent="-285750">
              <a:spcBef>
                <a:spcPts val="0"/>
              </a:spcBef>
              <a:buFont typeface="Century Gothic" panose="020B0502020202020204" pitchFamily="34" charset="0"/>
              <a:buChar char="→"/>
            </a:pPr>
            <a:endParaRPr lang="fr-FR" sz="1400" dirty="0"/>
          </a:p>
          <a:p>
            <a:pPr marL="742950" lvl="1" indent="-285750">
              <a:spcBef>
                <a:spcPts val="0"/>
              </a:spcBef>
              <a:buFont typeface="Century Gothic" panose="020B0502020202020204" pitchFamily="34" charset="0"/>
              <a:buChar char="→"/>
            </a:pPr>
            <a:r>
              <a:rPr lang="fr-FR" sz="1400" dirty="0" smtClean="0"/>
              <a:t>13,24 % utilisés pour l’alimentation animale</a:t>
            </a:r>
          </a:p>
          <a:p>
            <a:pPr marL="742950" lvl="1" indent="-285750">
              <a:spcBef>
                <a:spcPts val="0"/>
              </a:spcBef>
              <a:buFont typeface="Century Gothic" panose="020B0502020202020204" pitchFamily="34" charset="0"/>
              <a:buChar char="→"/>
            </a:pPr>
            <a:endParaRPr lang="fr-FR" sz="1400" dirty="0" smtClean="0"/>
          </a:p>
          <a:p>
            <a:pPr marL="742950" lvl="1" indent="-285750">
              <a:spcBef>
                <a:spcPts val="0"/>
              </a:spcBef>
              <a:buFont typeface="Century Gothic" panose="020B0502020202020204" pitchFamily="34" charset="0"/>
              <a:buChar char="→"/>
            </a:pPr>
            <a:r>
              <a:rPr lang="fr-FR" sz="1400" dirty="0" smtClean="0"/>
              <a:t>4,61 % perdus</a:t>
            </a:r>
          </a:p>
          <a:p>
            <a:pPr marL="0" indent="0">
              <a:spcBef>
                <a:spcPts val="0"/>
              </a:spcBef>
              <a:buNone/>
            </a:pPr>
            <a:endParaRPr sz="1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407368" y="2276872"/>
            <a:ext cx="11521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Disponibilité intérieure = quantité totale disponible en kg pour chaque ressource, quelque soit le moyen d’acquisition (import, production) ou son type d’utilisation (alimentation, export…). </a:t>
            </a:r>
            <a:endParaRPr lang="fr-FR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5) Part de l’utilisation des principales céréales entre l’alimentation humaine et animale</a:t>
            </a:r>
            <a:endParaRPr/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623392" y="2348880"/>
            <a:ext cx="8108195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 smtClean="0"/>
              <a:t>Céréales disponibles = Avoine, Blé, Maïs, Riz, Seigle,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sz="1400" dirty="0" smtClean="0"/>
              <a:t>			Millet, Orge, Sorgho + Autres</a:t>
            </a:r>
          </a:p>
          <a:p>
            <a:pPr marL="0" indent="0">
              <a:spcBef>
                <a:spcPts val="0"/>
              </a:spcBef>
              <a:buNone/>
            </a:pPr>
            <a:endParaRPr lang="fr-FR" sz="1400" dirty="0" smtClean="0"/>
          </a:p>
          <a:p>
            <a:pPr marL="0" indent="0">
              <a:spcBef>
                <a:spcPts val="0"/>
              </a:spcBef>
              <a:buNone/>
            </a:pPr>
            <a:endParaRPr lang="fr-FR" sz="1400" dirty="0"/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 smtClean="0"/>
              <a:t>Disponibilité intérieure totale de ces  céréales = 2407 milliards de kg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fr-FR" sz="1400" dirty="0"/>
          </a:p>
          <a:p>
            <a:pPr marL="742950" lvl="1" indent="-285750">
              <a:spcBef>
                <a:spcPts val="0"/>
              </a:spcBef>
              <a:buFont typeface="Symbol" panose="05050102010706020507" pitchFamily="18" charset="2"/>
              <a:buChar char=""/>
            </a:pPr>
            <a:r>
              <a:rPr lang="fr-FR" sz="1400" dirty="0" smtClean="0"/>
              <a:t>36,29 % utilisés pour l’alimentation animale</a:t>
            </a:r>
          </a:p>
          <a:p>
            <a:pPr marL="457200" lvl="1" indent="0">
              <a:spcBef>
                <a:spcPts val="0"/>
              </a:spcBef>
              <a:buNone/>
            </a:pPr>
            <a:endParaRPr lang="fr-FR" sz="1400" dirty="0" smtClean="0"/>
          </a:p>
          <a:p>
            <a:pPr marL="742950" lvl="1" indent="-285750">
              <a:spcBef>
                <a:spcPts val="0"/>
              </a:spcBef>
              <a:buFont typeface="Symbol" panose="05050102010706020507" pitchFamily="18" charset="2"/>
              <a:buChar char=""/>
            </a:pPr>
            <a:r>
              <a:rPr lang="fr-FR" sz="1400" dirty="0" smtClean="0"/>
              <a:t>42,75 % utilisés pour l’alimentation humaine</a:t>
            </a:r>
            <a:endParaRPr sz="1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923" y="2276872"/>
            <a:ext cx="2674937" cy="325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21" b="8877"/>
          <a:stretch/>
        </p:blipFill>
        <p:spPr bwMode="auto">
          <a:xfrm>
            <a:off x="1501502" y="4581128"/>
            <a:ext cx="5962650" cy="1700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113" y="2204864"/>
            <a:ext cx="7537519" cy="3522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</a:rPr>
              <a:t>2017</a:t>
            </a:r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981"/>
          <a:stretch/>
        </p:blipFill>
        <p:spPr bwMode="auto">
          <a:xfrm>
            <a:off x="263402" y="2492896"/>
            <a:ext cx="3888382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74651" y="5805264"/>
            <a:ext cx="81369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Pays considérés « en voie de développement »</a:t>
            </a: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Font partie des 100 pays ayant le Produit Intérieur Brut le plus faible en 2018 </a:t>
            </a: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En 2017 : pays en crise politique avec situation économique catastrophique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7) Liste des 10 pays qui ont le plus bénéficié de l’aide alimentaire entre 2013 et 2016</a:t>
            </a:r>
            <a:endParaRPr/>
          </a:p>
        </p:txBody>
      </p:sp>
      <p:sp>
        <p:nvSpPr>
          <p:cNvPr id="189" name="Google Shape;189;p10"/>
          <p:cNvSpPr txBox="1">
            <a:spLocks noGrp="1"/>
          </p:cNvSpPr>
          <p:nvPr>
            <p:ph type="body" idx="1"/>
          </p:nvPr>
        </p:nvSpPr>
        <p:spPr>
          <a:xfrm>
            <a:off x="5591944" y="1971423"/>
            <a:ext cx="1512168" cy="145757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b="1" dirty="0" smtClean="0"/>
              <a:t>République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b="1" dirty="0" smtClean="0"/>
              <a:t>Arabe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b="1" dirty="0" smtClean="0"/>
              <a:t>Syrienne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1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dirty="0" smtClean="0"/>
              <a:t>1,9 Mrd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dirty="0" smtClean="0"/>
              <a:t> kg</a:t>
            </a:r>
            <a:endParaRPr sz="1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2420888"/>
            <a:ext cx="3630733" cy="376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60714" l="9942" r="8976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678" b="35449"/>
          <a:stretch/>
        </p:blipFill>
        <p:spPr bwMode="auto">
          <a:xfrm>
            <a:off x="3719736" y="3000677"/>
            <a:ext cx="5328592" cy="1652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Google Shape;189;p10"/>
          <p:cNvSpPr txBox="1">
            <a:spLocks/>
          </p:cNvSpPr>
          <p:nvPr/>
        </p:nvSpPr>
        <p:spPr>
          <a:xfrm>
            <a:off x="4367808" y="2708920"/>
            <a:ext cx="1512168" cy="145757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indent="0" algn="ctr">
              <a:spcBef>
                <a:spcPts val="0"/>
              </a:spcBef>
              <a:buFont typeface="Noto Sans Symbols"/>
              <a:buNone/>
            </a:pPr>
            <a:r>
              <a:rPr lang="fr-FR" sz="1400" b="1" dirty="0" smtClean="0"/>
              <a:t>Ethiopie</a:t>
            </a:r>
          </a:p>
          <a:p>
            <a:pPr marL="0" indent="0" algn="ctr">
              <a:spcBef>
                <a:spcPts val="0"/>
              </a:spcBef>
              <a:buFont typeface="Noto Sans Symbols"/>
              <a:buNone/>
            </a:pPr>
            <a:endParaRPr lang="fr-FR" sz="1000" dirty="0" smtClean="0"/>
          </a:p>
          <a:p>
            <a:pPr marL="0" indent="0" algn="ctr">
              <a:spcBef>
                <a:spcPts val="0"/>
              </a:spcBef>
              <a:buFont typeface="Noto Sans Symbols"/>
              <a:buNone/>
            </a:pPr>
            <a:r>
              <a:rPr lang="fr-FR" sz="1400" dirty="0" smtClean="0"/>
              <a:t>1,4 Mrd</a:t>
            </a:r>
          </a:p>
          <a:p>
            <a:pPr marL="0" indent="0" algn="ctr">
              <a:spcBef>
                <a:spcPts val="0"/>
              </a:spcBef>
              <a:buFont typeface="Noto Sans Symbols"/>
              <a:buNone/>
            </a:pPr>
            <a:r>
              <a:rPr lang="fr-FR" sz="1400" dirty="0" smtClean="0"/>
              <a:t> kg</a:t>
            </a:r>
            <a:endParaRPr lang="fr-FR" sz="1400" dirty="0"/>
          </a:p>
        </p:txBody>
      </p:sp>
      <p:sp>
        <p:nvSpPr>
          <p:cNvPr id="10" name="Google Shape;189;p10"/>
          <p:cNvSpPr txBox="1">
            <a:spLocks/>
          </p:cNvSpPr>
          <p:nvPr/>
        </p:nvSpPr>
        <p:spPr>
          <a:xfrm>
            <a:off x="6816080" y="2835519"/>
            <a:ext cx="1512168" cy="145757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indent="0" algn="ctr">
              <a:spcBef>
                <a:spcPts val="0"/>
              </a:spcBef>
              <a:buFont typeface="Noto Sans Symbols"/>
              <a:buNone/>
            </a:pPr>
            <a:r>
              <a:rPr lang="fr-FR" sz="1400" b="1" dirty="0" smtClean="0"/>
              <a:t>Yémen</a:t>
            </a:r>
          </a:p>
          <a:p>
            <a:pPr marL="0" indent="0" algn="ctr">
              <a:spcBef>
                <a:spcPts val="0"/>
              </a:spcBef>
              <a:buFont typeface="Noto Sans Symbols"/>
              <a:buNone/>
            </a:pPr>
            <a:endParaRPr lang="fr-FR" sz="1000" dirty="0" smtClean="0"/>
          </a:p>
          <a:p>
            <a:pPr marL="0" indent="0" algn="ctr">
              <a:spcBef>
                <a:spcPts val="0"/>
              </a:spcBef>
              <a:buFont typeface="Noto Sans Symbols"/>
              <a:buNone/>
            </a:pPr>
            <a:r>
              <a:rPr lang="fr-FR" sz="1400" dirty="0" smtClean="0"/>
              <a:t>1,2 Mrd</a:t>
            </a:r>
          </a:p>
          <a:p>
            <a:pPr marL="0" indent="0" algn="ctr">
              <a:spcBef>
                <a:spcPts val="0"/>
              </a:spcBef>
              <a:buFont typeface="Noto Sans Symbols"/>
              <a:buNone/>
            </a:pPr>
            <a:r>
              <a:rPr lang="fr-FR" sz="1400" dirty="0" smtClean="0"/>
              <a:t> kg</a:t>
            </a:r>
            <a:endParaRPr lang="fr-FR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8616280" y="2261190"/>
            <a:ext cx="33123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Ne correspondent pas aux pays ayant les proportions de personnes en sous nutrition les plus élevées</a:t>
            </a:r>
          </a:p>
          <a:p>
            <a:pPr>
              <a:buClr>
                <a:schemeClr val="bg1"/>
              </a:buClr>
            </a:pPr>
            <a:endParaRPr lang="fr-FR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se situent également dans les 100 pays ayant le PIB le plus bas en 2017.</a:t>
            </a:r>
            <a:endParaRPr lang="fr-FR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11824" y="4581128"/>
            <a:ext cx="6840760" cy="52322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Pays situés dans des zones de guerre (civile, politique, religion) entre 2013 et 2016, déclarés en situation d’urgence par l’ONU*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824" y="5282624"/>
            <a:ext cx="6840760" cy="73866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Analyse approfondie pour comprendre pourquoi ils ont plus bénéficié de l’aide alimentaire que les pays ayant la proportion de personnes en sous nutrition la plus élevée.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345" y="6453336"/>
            <a:ext cx="7704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* ONU : Organisation des Nations Unies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8) Évolution de l’aide alimentaire pour les 5 pays qui en ont le plus bénéficié entre 2013 et 2016</a:t>
            </a:r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8" y="1988841"/>
            <a:ext cx="5904656" cy="298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2276872"/>
            <a:ext cx="2633947" cy="433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976320" y="2060848"/>
            <a:ext cx="3096345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Depuis 2014, aide alimentaire fortement diminuée pour ces pays (sauf Yémen)</a:t>
            </a:r>
          </a:p>
          <a:p>
            <a:pPr>
              <a:buClr>
                <a:schemeClr val="bg1"/>
              </a:buClr>
            </a:pPr>
            <a:endParaRPr lang="fr-FR" sz="10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baisse </a:t>
            </a:r>
            <a:r>
              <a:rPr 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due à la 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mauvaise accessibilité dans les zones </a:t>
            </a:r>
            <a:r>
              <a:rPr 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de conflit 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(convois ciblés</a:t>
            </a:r>
            <a:r>
              <a:rPr 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, mauvaises 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infrastructures…) </a:t>
            </a:r>
            <a:r>
              <a:rPr 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et des difficultés 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financières de </a:t>
            </a:r>
            <a:r>
              <a:rPr 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la FAO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.</a:t>
            </a: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endParaRPr lang="fr-FR" sz="1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Stratégie plus axée sur la résilience agricole dans ces pays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.</a:t>
            </a:r>
            <a:endParaRPr lang="fr-FR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endParaRPr lang="fr-FR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99656" y="5067181"/>
            <a:ext cx="8928992" cy="95410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Cas particulier du Yémen : urgence et priorité maintenues</a:t>
            </a:r>
          </a:p>
          <a:p>
            <a:pPr lvl="2">
              <a:buClr>
                <a:schemeClr val="bg1"/>
              </a:buClr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           - situation catastrophique, avec dépendance extrême à l’aide alimentaire reçue</a:t>
            </a:r>
          </a:p>
          <a:p>
            <a:pPr lvl="2">
              <a:buClr>
                <a:schemeClr val="bg1"/>
              </a:buClr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           - accès aux zones moins difficile</a:t>
            </a:r>
          </a:p>
          <a:p>
            <a:pPr lvl="2">
              <a:buClr>
                <a:schemeClr val="bg1"/>
              </a:buClr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           - médiatisation importante du conflit à permis de mobiliser plus d’aide financière (Europe, USA)</a:t>
            </a:r>
            <a:endParaRPr lang="fr-FR" sz="1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141" y="2057914"/>
            <a:ext cx="5895718" cy="3270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sz="32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801409" y="5499229"/>
            <a:ext cx="105891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Pays développés, font partie des 60 pays ayant le Produit Intérieur Brut  le plus élevé en 2018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.</a:t>
            </a:r>
            <a:endParaRPr lang="fr-FR" sz="10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Industrialisés donc production de ressources en grande quantité et accords commerciaux permettant d’avoir les ressources nécessaires pour nourrir l’ensemble de leur population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.</a:t>
            </a:r>
            <a:endParaRPr lang="fr-FR" sz="10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Fournisseurs de ressources (physiques ou financières) pour l’aide alimentaire.</a:t>
            </a:r>
            <a:endParaRPr lang="fr-FR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8" y="1988840"/>
            <a:ext cx="6768752" cy="311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faible disponibilité alimentaire par habitant</a:t>
            </a:r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263352" y="5157192"/>
            <a:ext cx="117373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Pays considérés « en voie de développement » + font partie des 100 pays ayant le Produit Intérieur Brut le plus faible en 2018.</a:t>
            </a: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6 correspondent également aux pays ayant les proportions de personnes en sous nutrition les plus élevées en 2017.</a:t>
            </a: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n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e correspondent pas aux pays ayant bénéficié le plus de l’aide alimentaire sur les années précédentes.</a:t>
            </a:r>
            <a:endParaRPr lang="fr-FR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1423" y="5949280"/>
            <a:ext cx="9217025" cy="73866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Faible disponibilité due à des conditions économiques (pauvreté), politiques (guerre), climatiques (sécheresse, catastrophes), ou agricoles compliquées (peu développée).</a:t>
            </a: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Stratégie d’amélioration et développement agricole plus pertinente que l’aide alimentaire directe.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10) Étude sur le manioc en Thaïlande</a:t>
            </a:r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601490171"/>
              </p:ext>
            </p:extLst>
          </p:nvPr>
        </p:nvGraphicFramePr>
        <p:xfrm>
          <a:off x="-96687" y="2060848"/>
          <a:ext cx="3960440" cy="3024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60997" y="2051556"/>
            <a:ext cx="1043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En 2017 :</a:t>
            </a:r>
            <a:endParaRPr lang="fr-FR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79776" y="1988840"/>
            <a:ext cx="7521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Cette année-là, Thaïlande = 3</a:t>
            </a:r>
            <a:r>
              <a:rPr lang="fr-FR" baseline="300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ème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plus grand producteur de Manioc dans le monde :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655840" y="1655771"/>
            <a:ext cx="7304361" cy="4293509"/>
            <a:chOff x="4655840" y="1943803"/>
            <a:chExt cx="7304361" cy="4293509"/>
          </a:xfrm>
        </p:grpSpPr>
        <p:grpSp>
          <p:nvGrpSpPr>
            <p:cNvPr id="10" name="Group 9"/>
            <p:cNvGrpSpPr/>
            <p:nvPr/>
          </p:nvGrpSpPr>
          <p:grpSpPr>
            <a:xfrm>
              <a:off x="4655840" y="1943803"/>
              <a:ext cx="7304361" cy="4293509"/>
              <a:chOff x="4768304" y="1484784"/>
              <a:chExt cx="7304361" cy="4293509"/>
            </a:xfrm>
          </p:grpSpPr>
          <p:graphicFrame>
            <p:nvGraphicFramePr>
              <p:cNvPr id="8" name="Diagram 7"/>
              <p:cNvGraphicFramePr/>
              <p:nvPr>
                <p:extLst>
                  <p:ext uri="{D42A27DB-BD31-4B8C-83A1-F6EECF244321}">
                    <p14:modId xmlns:p14="http://schemas.microsoft.com/office/powerpoint/2010/main" val="3858061475"/>
                  </p:ext>
                </p:extLst>
              </p:nvPr>
            </p:nvGraphicFramePr>
            <p:xfrm>
              <a:off x="4768304" y="1484784"/>
              <a:ext cx="6872312" cy="429350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  <p:sp>
            <p:nvSpPr>
              <p:cNvPr id="9" name="TextBox 8"/>
              <p:cNvSpPr txBox="1"/>
              <p:nvPr/>
            </p:nvSpPr>
            <p:spPr>
              <a:xfrm>
                <a:off x="9264352" y="1965351"/>
                <a:ext cx="2808313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50000"/>
                  </a:lnSpc>
                  <a:buClr>
                    <a:schemeClr val="bg1"/>
                  </a:buClr>
                  <a:buFont typeface="Symbol" pitchFamily="18" charset="2"/>
                  <a:buChar char="Þ"/>
                </a:pPr>
                <a:r>
                  <a:rPr lang="fr-FR" sz="1200" u="sng" dirty="0" smtClean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Source importante de revenus </a:t>
                </a:r>
                <a:r>
                  <a:rPr lang="fr-FR" sz="1200" dirty="0" smtClean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:</a:t>
                </a:r>
              </a:p>
              <a:p>
                <a:pPr>
                  <a:buClr>
                    <a:schemeClr val="bg1"/>
                  </a:buClr>
                </a:pPr>
                <a:r>
                  <a:rPr lang="fr-FR" sz="1200" dirty="0" smtClean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Expertise dans la transformation en amidon ou tapioca, exportés pour les industries alimentaire et textile ou les biocarburants</a:t>
                </a:r>
                <a:endParaRPr lang="fr-FR" sz="1200" dirty="0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9408368" y="5445224"/>
              <a:ext cx="24482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lvl="0" indent="-171450">
                <a:buClr>
                  <a:schemeClr val="bg1"/>
                </a:buClr>
                <a:buFont typeface="Symbol" pitchFamily="18" charset="2"/>
                <a:buChar char="Þ"/>
              </a:pPr>
              <a:r>
                <a:rPr lang="fr-FR" sz="1200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Conservation frais  </a:t>
              </a:r>
              <a:r>
                <a:rPr lang="fr-FR" sz="12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&lt; </a:t>
              </a:r>
              <a:r>
                <a:rPr lang="fr-FR" sz="1200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72h en </a:t>
              </a:r>
              <a:r>
                <a:rPr lang="fr-FR" sz="12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milieu chaud et </a:t>
              </a:r>
              <a:r>
                <a:rPr lang="fr-FR" sz="1200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humide </a:t>
              </a:r>
              <a:endParaRPr lang="fr-FR" sz="12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  <a:p>
              <a:endParaRPr lang="fr-FR" sz="12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91483" y="5013176"/>
            <a:ext cx="8684837" cy="954107"/>
          </a:xfrm>
          <a:prstGeom prst="rect">
            <a:avLst/>
          </a:prstGeom>
          <a:noFill/>
          <a:ln w="63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Utilisation intégrale de la production de manioc + importations pour l’alimentation humaine = 43,05 millions de personnes nourries.</a:t>
            </a: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Correction de la disponibilité alimentaire totale avec cette production = 127,48 millions de personnes nourries =&gt; intégralité de la population thaïlandaise + supplément.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483" y="6093296"/>
            <a:ext cx="8684837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La </a:t>
            </a:r>
            <a:r>
              <a:rPr 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Thaïlande a les moyens de nourrir correctement l’intégralité de sa population, il faut qu’elle revoit la répartition de l’utilisation de sa production de manioc pour favoriser sa 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population.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11) Analyses complémentaires</a:t>
            </a:r>
            <a:endParaRPr sz="3200"/>
          </a:p>
        </p:txBody>
      </p:sp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263352" y="1988840"/>
            <a:ext cx="1137726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dirty="0" smtClean="0"/>
              <a:t>Analyse complémentaire d’un des pays les plus en difficulté en 2017 </a:t>
            </a:r>
            <a:r>
              <a:rPr lang="fr-FR" sz="1600" dirty="0" smtClean="0"/>
              <a:t>: </a:t>
            </a:r>
            <a:r>
              <a:rPr lang="fr-FR" b="1" dirty="0" smtClean="0"/>
              <a:t>Haïti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/>
              <a:t>Pays en crise politique sévère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 smtClean="0"/>
              <a:t>Proportion de personnes en sous nutrition la plus élevée : 48,26 % de la population (5,3 millions de personnes).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 smtClean="0"/>
              <a:t>L’une des plus faibles disponibilité alimentaire = 6,17 milliards de kg de ressources disponibles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999873158"/>
              </p:ext>
            </p:extLst>
          </p:nvPr>
        </p:nvGraphicFramePr>
        <p:xfrm>
          <a:off x="-240704" y="2592288"/>
          <a:ext cx="6480720" cy="4365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07768" y="3429000"/>
            <a:ext cx="76328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Pays bon producteur</a:t>
            </a:r>
          </a:p>
          <a:p>
            <a:pPr marL="285750" indent="-285750">
              <a:buClr>
                <a:schemeClr val="bg1"/>
              </a:buClr>
              <a:buFont typeface="Symbol" pitchFamily="18" charset="2"/>
              <a:buChar char="Þ"/>
            </a:pPr>
            <a:r>
              <a:rPr 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A</a:t>
            </a:r>
            <a:r>
              <a:rPr lang="fr-FR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vec le total des ressources disponibles, il aurait dû être possible de nourrir presque l’intégralité de la population (10,98 millions de personnes).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447928" y="4221088"/>
            <a:ext cx="6768752" cy="739244"/>
            <a:chOff x="5735960" y="4532347"/>
            <a:chExt cx="6768752" cy="739244"/>
          </a:xfrm>
        </p:grpSpPr>
        <p:sp>
          <p:nvSpPr>
            <p:cNvPr id="12" name="TextBox 11"/>
            <p:cNvSpPr txBox="1"/>
            <p:nvPr/>
          </p:nvSpPr>
          <p:spPr>
            <a:xfrm>
              <a:off x="5735960" y="4532347"/>
              <a:ext cx="67687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chemeClr val="bg1"/>
                </a:buClr>
                <a:buFont typeface="Symbol" pitchFamily="18" charset="2"/>
                <a:buChar char="Þ"/>
              </a:pPr>
              <a:r>
                <a:rPr lang="fr-FR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Peu d’exportation, le pays priorise déjà l’alimentation de sa population.</a:t>
              </a:r>
            </a:p>
            <a:p>
              <a:pPr marL="285750" indent="-285750">
                <a:buClr>
                  <a:schemeClr val="bg1"/>
                </a:buClr>
                <a:buFont typeface="Symbol" pitchFamily="18" charset="2"/>
                <a:buChar char="Þ"/>
              </a:pPr>
              <a:r>
                <a:rPr lang="fr-FR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Problème = trop de pertes.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600056" y="4994592"/>
              <a:ext cx="5209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chemeClr val="bg1"/>
                </a:buClr>
                <a:buFont typeface="Wingdings" panose="05000000000000000000" pitchFamily="2" charset="2"/>
                <a:buChar char="Ä"/>
              </a:pPr>
              <a:r>
                <a:rPr lang="fr-FR" sz="12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 quoi sont-elles dues ? (accessibilité ou conservation)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496496" y="4869160"/>
            <a:ext cx="5360144" cy="1368152"/>
            <a:chOff x="6496496" y="4869160"/>
            <a:chExt cx="5360144" cy="1368152"/>
          </a:xfrm>
        </p:grpSpPr>
        <p:graphicFrame>
          <p:nvGraphicFramePr>
            <p:cNvPr id="9" name="Diagram 8"/>
            <p:cNvGraphicFramePr/>
            <p:nvPr>
              <p:extLst>
                <p:ext uri="{D42A27DB-BD31-4B8C-83A1-F6EECF244321}">
                  <p14:modId xmlns:p14="http://schemas.microsoft.com/office/powerpoint/2010/main" val="2366302991"/>
                </p:ext>
              </p:extLst>
            </p:nvPr>
          </p:nvGraphicFramePr>
          <p:xfrm>
            <a:off x="6496496" y="5166241"/>
            <a:ext cx="5360144" cy="107107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88488" y="4869160"/>
              <a:ext cx="1224136" cy="1190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303808" y="2231835"/>
            <a:ext cx="6368256" cy="4293509"/>
            <a:chOff x="2032000" y="719666"/>
            <a:chExt cx="8128000" cy="5418667"/>
          </a:xfrm>
        </p:grpSpPr>
        <p:graphicFrame>
          <p:nvGraphicFramePr>
            <p:cNvPr id="5" name="Diagram 4"/>
            <p:cNvGraphicFramePr/>
            <p:nvPr>
              <p:extLst>
                <p:ext uri="{D42A27DB-BD31-4B8C-83A1-F6EECF244321}">
                  <p14:modId xmlns:p14="http://schemas.microsoft.com/office/powerpoint/2010/main" val="3243977752"/>
                </p:ext>
              </p:extLst>
            </p:nvPr>
          </p:nvGraphicFramePr>
          <p:xfrm>
            <a:off x="2032000" y="719666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2639616" y="2760072"/>
              <a:ext cx="2304255" cy="137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  <a:latin typeface="Century Gothic" panose="020B0502020202020204" pitchFamily="34" charset="0"/>
                </a:rPr>
                <a:t>Population mondiale 2017 :</a:t>
              </a:r>
            </a:p>
            <a:p>
              <a:pPr algn="ctr"/>
              <a:endParaRPr lang="fr-FR" sz="900" b="1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  <a:p>
              <a:pPr algn="ctr"/>
              <a:r>
                <a:rPr lang="fr-FR" b="1" dirty="0" smtClean="0">
                  <a:solidFill>
                    <a:schemeClr val="tx1"/>
                  </a:solidFill>
                  <a:latin typeface="Century Gothic" panose="020B0502020202020204" pitchFamily="34" charset="0"/>
                </a:rPr>
                <a:t>7,6 milliards de personnes</a:t>
              </a:r>
              <a:endParaRPr lang="fr-FR" b="1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644143060"/>
              </p:ext>
            </p:extLst>
          </p:nvPr>
        </p:nvGraphicFramePr>
        <p:xfrm>
          <a:off x="7464152" y="1916832"/>
          <a:ext cx="4536504" cy="4104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033" name="Picture 9"/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134" b="86064" l="3300" r="98800">
                        <a14:foregroundMark x1="27900" y1="17514" x2="27900" y2="17514"/>
                        <a14:foregroundMark x1="15000" y1="37759" x2="15000" y2="37759"/>
                        <a14:foregroundMark x1="77300" y1="23917" x2="77300" y2="23917"/>
                        <a14:foregroundMark x1="71800" y1="19303" x2="71800" y2="19303"/>
                        <a14:foregroundMark x1="65100" y1="15254" x2="65100" y2="15254"/>
                        <a14:foregroundMark x1="67000" y1="16573" x2="67000" y2="16573"/>
                        <a14:foregroundMark x1="51000" y1="31544" x2="51000" y2="31544"/>
                        <a14:foregroundMark x1="39400" y1="30979" x2="57400" y2="26648"/>
                        <a14:foregroundMark x1="14600" y1="49718" x2="14600" y2="49718"/>
                        <a14:foregroundMark x1="19500" y1="49153" x2="19500" y2="49153"/>
                        <a14:foregroundMark x1="29900" y1="46234" x2="29900" y2="46234"/>
                        <a14:foregroundMark x1="32200" y1="51695" x2="32200" y2="51695"/>
                        <a14:foregroundMark x1="38800" y1="44539" x2="38800" y2="44539"/>
                        <a14:foregroundMark x1="40300" y1="50565" x2="40300" y2="50565"/>
                        <a14:foregroundMark x1="44900" y1="47834" x2="44900" y2="47834"/>
                        <a14:foregroundMark x1="52300" y1="45951" x2="52300" y2="45951"/>
                        <a14:foregroundMark x1="59700" y1="45104" x2="59700" y2="45104"/>
                        <a14:foregroundMark x1="64200" y1="41714" x2="64200" y2="41714"/>
                        <a14:foregroundMark x1="67900" y1="40019" x2="67900" y2="40019"/>
                        <a14:foregroundMark x1="75600" y1="40019" x2="75600" y2="40019"/>
                        <a14:foregroundMark x1="85000" y1="38795" x2="85000" y2="38795"/>
                        <a14:foregroundMark x1="85700" y1="54331" x2="85700" y2="54331"/>
                        <a14:foregroundMark x1="83200" y1="61299" x2="83200" y2="61299"/>
                        <a14:foregroundMark x1="78300" y1="69303" x2="78300" y2="69303"/>
                        <a14:foregroundMark x1="68800" y1="76177" x2="68800" y2="76177"/>
                        <a14:foregroundMark x1="56800" y1="80791" x2="56800" y2="80791"/>
                        <a14:foregroundMark x1="39200" y1="79755" x2="39200" y2="79755"/>
                        <a14:foregroundMark x1="32200" y1="77024" x2="32200" y2="77024"/>
                        <a14:foregroundMark x1="31200" y1="70245" x2="31200" y2="70245"/>
                        <a14:foregroundMark x1="43400" y1="65913" x2="70100" y2="58757"/>
                        <a14:foregroundMark x1="61700" y1="80885" x2="61700" y2="80885"/>
                        <a14:foregroundMark x1="38200" y1="80508" x2="38200" y2="805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92"/>
          <a:stretch/>
        </p:blipFill>
        <p:spPr bwMode="auto">
          <a:xfrm>
            <a:off x="5951984" y="1844824"/>
            <a:ext cx="1512168" cy="1474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2400</TotalTime>
  <Words>1951</Words>
  <Application>Microsoft Office PowerPoint</Application>
  <PresentationFormat>Custom</PresentationFormat>
  <Paragraphs>237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Symbol</vt:lpstr>
      <vt:lpstr>Century Gothic</vt:lpstr>
      <vt:lpstr>Wingdings</vt:lpstr>
      <vt:lpstr>Noto Sans Symbols</vt:lpstr>
      <vt:lpstr>Entre guillemets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11) Analyses complémentaires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Étude sur l’alimentation dans le monde</dc:title>
  <dc:creator>JeY jEy</dc:creator>
  <cp:lastModifiedBy>HP Inc.</cp:lastModifiedBy>
  <cp:revision>149</cp:revision>
  <dcterms:created xsi:type="dcterms:W3CDTF">2023-03-17T20:58:30Z</dcterms:created>
  <dcterms:modified xsi:type="dcterms:W3CDTF">2025-05-06T12:42:08Z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