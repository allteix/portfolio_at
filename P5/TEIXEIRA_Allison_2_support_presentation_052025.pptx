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6" r:id="rId14"/>
  </p:sldIdLst>
  <p:sldSz cx="9144000" cy="5143500" type="screen16x9"/>
  <p:notesSz cx="6797675" cy="9926638"/>
  <p:embeddedFontLst>
    <p:embeddedFont>
      <p:font typeface="Arial Black" panose="020B0A040201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P Inc." initials="HI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40" d="100"/>
          <a:sy n="140" d="100"/>
        </p:scale>
        <p:origin x="-58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CAA572-57FA-4ACE-9733-FA7CB1474D7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85FF00A-29A0-4089-A793-74139AC8FE7E}">
      <dgm:prSet phldrT="[Text]" custT="1"/>
      <dgm:spPr/>
      <dgm:t>
        <a:bodyPr/>
        <a:lstStyle/>
        <a:p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Stratégie de sauvegarde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1245C59-7C7C-4713-BBEE-CDFE10975886}" type="parTrans" cxnId="{228E3F67-7A06-436B-A8F7-D3BC09B6EE5B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3FE347C-3C86-4605-A56F-B77E26166006}" type="sibTrans" cxnId="{228E3F67-7A06-436B-A8F7-D3BC09B6EE5B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253D3C7-B738-4B95-94E3-1A0ADEE142F4}">
      <dgm:prSet phldrT="[Text]" custT="1"/>
      <dgm:spPr/>
      <dgm:t>
        <a:bodyPr/>
        <a:lstStyle/>
        <a:p>
          <a:r>
            <a:rPr lang="fr-FR" sz="12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Type de sauvegarde :</a:t>
          </a:r>
          <a:endParaRPr lang="fr-FR" sz="12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15C5BCB-13C6-4C7B-A11D-67F649560881}" type="parTrans" cxnId="{627A3FE0-2D77-4D00-983D-54D56460C3E9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33847BD-5B0F-4FB3-9076-F2A6E67ED3BC}" type="sibTrans" cxnId="{627A3FE0-2D77-4D00-983D-54D56460C3E9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A028243-32C2-43CB-B2A0-751B476B4057}">
      <dgm:prSet phldrT="[Text]" custT="1"/>
      <dgm:spPr/>
      <dgm:t>
        <a:bodyPr/>
        <a:lstStyle/>
        <a:p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Conformité RGPD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36DD6A5-0940-4636-880F-E386E4A4FDCD}" type="parTrans" cxnId="{7867E9C5-5A95-4F0C-BEAA-33FD1C0AC45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EDD8612-7828-40C8-BC84-D7529F40EA7A}" type="sibTrans" cxnId="{7867E9C5-5A95-4F0C-BEAA-33FD1C0AC45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982C751-1874-4E54-82E8-3A933190C272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des données à caractère personnel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(ex : nom du propriétaire)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FEA4FA9-C24C-46D6-A69B-2E1EBB2645B6}" type="parTrans" cxnId="{AD23B626-9C96-4F0E-8E0D-D5DEB5CB2324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2EE91E-E638-464F-B273-131A38DA03B4}" type="sibTrans" cxnId="{AD23B626-9C96-4F0E-8E0D-D5DEB5CB2324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85D52A1-4C9A-4D79-AABB-B5DF084CC1C5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des données vides ou inutiles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(ex : Articles CGI</a:t>
          </a:r>
          <a:r>
            <a:rPr lang="fr-FR" sz="105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non restitués depuis 2018, </a:t>
          </a:r>
          <a:r>
            <a:rPr lang="fr-FR" sz="11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uu_code</a:t>
          </a:r>
          <a:r>
            <a:rPr lang="fr-FR" sz="105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non nécessaire pour ce projet…)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CB34806-8039-475C-B8C2-0D0F3DF02F4F}" type="parTrans" cxnId="{7C03315C-74C2-445F-B937-1D41C3E50141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36AFC98-C353-4B69-9EAE-CA95D87E6A1A}" type="sibTrans" cxnId="{7C03315C-74C2-445F-B937-1D41C3E50141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C0C956F-21A5-43B5-B9EA-2DDF338D8238}">
      <dgm:prSet phldrT="[Text]"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manuelle incrémentale des fichiers de travail (Excel, CSV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…</a:t>
          </a: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toutes les heures ou après chaque modification.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F876D63-A2E1-4EB6-89C9-3DCBC36D2395}" type="parTrans" cxnId="{6E186434-F8D1-45BC-9443-FCD33322F327}">
      <dgm:prSet/>
      <dgm:spPr/>
      <dgm:t>
        <a:bodyPr/>
        <a:lstStyle/>
        <a:p>
          <a:endParaRPr lang="fr-FR"/>
        </a:p>
      </dgm:t>
    </dgm:pt>
    <dgm:pt modelId="{1581865D-7720-459C-89ED-92F38C5658EA}" type="sibTrans" cxnId="{6E186434-F8D1-45BC-9443-FCD33322F327}">
      <dgm:prSet/>
      <dgm:spPr/>
      <dgm:t>
        <a:bodyPr/>
        <a:lstStyle/>
        <a:p>
          <a:endParaRPr lang="fr-FR"/>
        </a:p>
      </dgm:t>
    </dgm:pt>
    <dgm:pt modelId="{1564DB19-BA58-419A-886D-79495017DF85}">
      <dgm:prSet phldrT="[Text]" custT="1"/>
      <dgm:spPr/>
      <dgm:t>
        <a:bodyPr/>
        <a:lstStyle/>
        <a:p>
          <a:r>
            <a:rPr lang="fr-FR" sz="12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Support de stockage :</a:t>
          </a:r>
          <a:endParaRPr lang="fr-FR" sz="12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225711C-4889-41E2-A998-822A98FC6A99}" type="parTrans" cxnId="{AF398F75-D54C-44D2-8198-ED455FAE7759}">
      <dgm:prSet/>
      <dgm:spPr/>
      <dgm:t>
        <a:bodyPr/>
        <a:lstStyle/>
        <a:p>
          <a:endParaRPr lang="fr-FR"/>
        </a:p>
      </dgm:t>
    </dgm:pt>
    <dgm:pt modelId="{03B2E291-E921-4A5C-AEC1-20C49C06D18E}" type="sibTrans" cxnId="{AF398F75-D54C-44D2-8198-ED455FAE7759}">
      <dgm:prSet/>
      <dgm:spPr/>
      <dgm:t>
        <a:bodyPr/>
        <a:lstStyle/>
        <a:p>
          <a:endParaRPr lang="fr-FR"/>
        </a:p>
      </dgm:t>
    </dgm:pt>
    <dgm:pt modelId="{12C85E05-94FC-4EE5-A913-905A42C1ED7E}">
      <dgm:prSet phldrT="[Text]"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disque dur de l’ordinateur pendant les sessions de travail.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E9EDB27-B602-4171-9693-A4B8FD9163C1}" type="parTrans" cxnId="{6193D0B5-318A-44A2-BCFC-E4164628D7E1}">
      <dgm:prSet/>
      <dgm:spPr/>
      <dgm:t>
        <a:bodyPr/>
        <a:lstStyle/>
        <a:p>
          <a:endParaRPr lang="fr-FR"/>
        </a:p>
      </dgm:t>
    </dgm:pt>
    <dgm:pt modelId="{71DC0D4D-7A35-4D59-BBF5-F6CF1611F097}" type="sibTrans" cxnId="{6193D0B5-318A-44A2-BCFC-E4164628D7E1}">
      <dgm:prSet/>
      <dgm:spPr/>
      <dgm:t>
        <a:bodyPr/>
        <a:lstStyle/>
        <a:p>
          <a:endParaRPr lang="fr-FR"/>
        </a:p>
      </dgm:t>
    </dgm:pt>
    <dgm:pt modelId="{0EBE1165-4EAF-45EA-8716-DB757536A5E1}">
      <dgm:prSet phldrT="[Text]"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serveur Cloud et disque dur externe pour sécuriser la sauvegarde quotidienne et conserver la possibilité de restaurer une version précédente si besoin.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0FE69F5-5830-4D39-8536-D852D800C27C}" type="parTrans" cxnId="{04B4753E-8EF8-43B4-9322-743C69A6B047}">
      <dgm:prSet/>
      <dgm:spPr/>
      <dgm:t>
        <a:bodyPr/>
        <a:lstStyle/>
        <a:p>
          <a:endParaRPr lang="fr-FR"/>
        </a:p>
      </dgm:t>
    </dgm:pt>
    <dgm:pt modelId="{9DAE95B7-2467-46BA-96EF-079CF5B00A3E}" type="sibTrans" cxnId="{04B4753E-8EF8-43B4-9322-743C69A6B047}">
      <dgm:prSet/>
      <dgm:spPr/>
      <dgm:t>
        <a:bodyPr/>
        <a:lstStyle/>
        <a:p>
          <a:endParaRPr lang="fr-FR"/>
        </a:p>
      </dgm:t>
    </dgm:pt>
    <dgm:pt modelId="{B5709CFB-111E-4D0D-AE74-76C42A3C5198}">
      <dgm:prSet phldrT="[Text]"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automatique de la BDD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après chaque modification/requête </a:t>
          </a:r>
          <a:r>
            <a:rPr lang="fr-FR" sz="10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(fonction </a:t>
          </a:r>
          <a:r>
            <a:rPr lang="fr-FR" sz="10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SQLite</a:t>
          </a:r>
          <a:r>
            <a:rPr lang="fr-FR" sz="10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Studio)</a:t>
          </a:r>
          <a:r>
            <a:rPr lang="fr-FR" sz="11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fr-FR" sz="1800" i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9B6B7DA-7E18-482F-BE80-9945725E30E6}" type="sibTrans" cxnId="{DB1F731C-27E7-470F-9016-6C9998855F63}">
      <dgm:prSet/>
      <dgm:spPr/>
      <dgm:t>
        <a:bodyPr/>
        <a:lstStyle/>
        <a:p>
          <a:endParaRPr lang="fr-FR"/>
        </a:p>
      </dgm:t>
    </dgm:pt>
    <dgm:pt modelId="{F5E5AD15-C91B-485B-84D5-D3DF51E513E3}" type="parTrans" cxnId="{DB1F731C-27E7-470F-9016-6C9998855F63}">
      <dgm:prSet/>
      <dgm:spPr/>
      <dgm:t>
        <a:bodyPr/>
        <a:lstStyle/>
        <a:p>
          <a:endParaRPr lang="fr-FR"/>
        </a:p>
      </dgm:t>
    </dgm:pt>
    <dgm:pt modelId="{794F6023-41A5-4303-BA45-1F8E609B626D}">
      <dgm:prSet phldrT="[Text]"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manuelle et totale de la BDD et des fichiers associés après chaque ½ journée ou journée de travail.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9EDF831-5448-4F8A-BB4C-BC5B28B8D851}" type="parTrans" cxnId="{69DE79A6-5BD9-4A70-B32A-FBC9264C7F3D}">
      <dgm:prSet/>
      <dgm:spPr/>
      <dgm:t>
        <a:bodyPr/>
        <a:lstStyle/>
        <a:p>
          <a:endParaRPr lang="fr-FR"/>
        </a:p>
      </dgm:t>
    </dgm:pt>
    <dgm:pt modelId="{1F9F729B-B31A-4EC2-BF69-FE009387DDAD}" type="sibTrans" cxnId="{69DE79A6-5BD9-4A70-B32A-FBC9264C7F3D}">
      <dgm:prSet/>
      <dgm:spPr/>
      <dgm:t>
        <a:bodyPr/>
        <a:lstStyle/>
        <a:p>
          <a:endParaRPr lang="fr-FR"/>
        </a:p>
      </dgm:t>
    </dgm:pt>
    <dgm:pt modelId="{7D75E6FC-757D-493E-B407-73D4616F01B5}" type="pres">
      <dgm:prSet presAssocID="{98CAA572-57FA-4ACE-9733-FA7CB1474D7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EA220DC-7779-43A1-8C45-9D3BECE98B71}" type="pres">
      <dgm:prSet presAssocID="{285FF00A-29A0-4089-A793-74139AC8FE7E}" presName="linNode" presStyleCnt="0"/>
      <dgm:spPr/>
    </dgm:pt>
    <dgm:pt modelId="{D21BA099-287F-48F8-8D52-758A4B894090}" type="pres">
      <dgm:prSet presAssocID="{285FF00A-29A0-4089-A793-74139AC8FE7E}" presName="parentText" presStyleLbl="node1" presStyleIdx="0" presStyleCnt="2" custScaleX="54974" custScaleY="131078" custLinFactNeighborX="-1403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544F51C-0326-42EB-A5C5-8A508EF6E8F5}" type="pres">
      <dgm:prSet presAssocID="{285FF00A-29A0-4089-A793-74139AC8FE7E}" presName="descendantText" presStyleLbl="alignAccFollowNode1" presStyleIdx="0" presStyleCnt="2" custScaleX="127301" custScaleY="15601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A74C7E3-BF2D-4C0B-93F8-3634D21F7ABE}" type="pres">
      <dgm:prSet presAssocID="{B3FE347C-3C86-4605-A56F-B77E26166006}" presName="sp" presStyleCnt="0"/>
      <dgm:spPr/>
    </dgm:pt>
    <dgm:pt modelId="{B428F5E4-C5AA-4714-B0C7-4965CC9175E7}" type="pres">
      <dgm:prSet presAssocID="{2A028243-32C2-43CB-B2A0-751B476B4057}" presName="linNode" presStyleCnt="0"/>
      <dgm:spPr/>
    </dgm:pt>
    <dgm:pt modelId="{2EE09575-4190-4397-ACAB-DB41FF279F43}" type="pres">
      <dgm:prSet presAssocID="{2A028243-32C2-43CB-B2A0-751B476B4057}" presName="parentText" presStyleLbl="node1" presStyleIdx="1" presStyleCnt="2" custScaleX="55357" custScaleY="107362" custLinFactNeighborX="-13620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2E5513-D9C6-48BA-AFD2-65D7484EE255}" type="pres">
      <dgm:prSet presAssocID="{2A028243-32C2-43CB-B2A0-751B476B4057}" presName="descendantText" presStyleLbl="alignAccFollowNode1" presStyleIdx="1" presStyleCnt="2" custScaleX="128111" custScaleY="9013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867E9C5-5A95-4F0C-BEAA-33FD1C0AC455}" srcId="{98CAA572-57FA-4ACE-9733-FA7CB1474D7E}" destId="{2A028243-32C2-43CB-B2A0-751B476B4057}" srcOrd="1" destOrd="0" parTransId="{E36DD6A5-0940-4636-880F-E386E4A4FDCD}" sibTransId="{8EDD8612-7828-40C8-BC84-D7529F40EA7A}"/>
    <dgm:cxn modelId="{04B4753E-8EF8-43B4-9322-743C69A6B047}" srcId="{1564DB19-BA58-419A-886D-79495017DF85}" destId="{0EBE1165-4EAF-45EA-8716-DB757536A5E1}" srcOrd="1" destOrd="0" parTransId="{B0FE69F5-5830-4D39-8536-D852D800C27C}" sibTransId="{9DAE95B7-2467-46BA-96EF-079CF5B00A3E}"/>
    <dgm:cxn modelId="{8F95FD41-27B5-4762-A007-3EE47F81E00A}" type="presOf" srcId="{2A028243-32C2-43CB-B2A0-751B476B4057}" destId="{2EE09575-4190-4397-ACAB-DB41FF279F43}" srcOrd="0" destOrd="0" presId="urn:microsoft.com/office/officeart/2005/8/layout/vList5"/>
    <dgm:cxn modelId="{EF221D47-2D74-4975-B390-F3D402200094}" type="presOf" srcId="{3C0C956F-21A5-43B5-B9EA-2DDF338D8238}" destId="{B544F51C-0326-42EB-A5C5-8A508EF6E8F5}" srcOrd="0" destOrd="1" presId="urn:microsoft.com/office/officeart/2005/8/layout/vList5"/>
    <dgm:cxn modelId="{D6744DC8-C1DB-4C8F-8469-19A97B9E6697}" type="presOf" srcId="{98CAA572-57FA-4ACE-9733-FA7CB1474D7E}" destId="{7D75E6FC-757D-493E-B407-73D4616F01B5}" srcOrd="0" destOrd="0" presId="urn:microsoft.com/office/officeart/2005/8/layout/vList5"/>
    <dgm:cxn modelId="{7C03315C-74C2-445F-B937-1D41C3E50141}" srcId="{2A028243-32C2-43CB-B2A0-751B476B4057}" destId="{F85D52A1-4C9A-4D79-AABB-B5DF084CC1C5}" srcOrd="1" destOrd="0" parTransId="{FCB34806-8039-475C-B8C2-0D0F3DF02F4F}" sibTransId="{236AFC98-C353-4B69-9EAE-CA95D87E6A1A}"/>
    <dgm:cxn modelId="{BCAEB083-FAEE-4695-A1EE-F6B67EDC36C1}" type="presOf" srcId="{F85D52A1-4C9A-4D79-AABB-B5DF084CC1C5}" destId="{352E5513-D9C6-48BA-AFD2-65D7484EE255}" srcOrd="0" destOrd="1" presId="urn:microsoft.com/office/officeart/2005/8/layout/vList5"/>
    <dgm:cxn modelId="{6193D0B5-318A-44A2-BCFC-E4164628D7E1}" srcId="{1564DB19-BA58-419A-886D-79495017DF85}" destId="{12C85E05-94FC-4EE5-A913-905A42C1ED7E}" srcOrd="0" destOrd="0" parTransId="{CE9EDB27-B602-4171-9693-A4B8FD9163C1}" sibTransId="{71DC0D4D-7A35-4D59-BBF5-F6CF1611F097}"/>
    <dgm:cxn modelId="{33F50430-AB97-4443-8294-9C7514257AB0}" type="presOf" srcId="{1564DB19-BA58-419A-886D-79495017DF85}" destId="{B544F51C-0326-42EB-A5C5-8A508EF6E8F5}" srcOrd="0" destOrd="4" presId="urn:microsoft.com/office/officeart/2005/8/layout/vList5"/>
    <dgm:cxn modelId="{704C5A89-27ED-4A9A-8E02-83AB848A0963}" type="presOf" srcId="{B5709CFB-111E-4D0D-AE74-76C42A3C5198}" destId="{B544F51C-0326-42EB-A5C5-8A508EF6E8F5}" srcOrd="0" destOrd="2" presId="urn:microsoft.com/office/officeart/2005/8/layout/vList5"/>
    <dgm:cxn modelId="{6E186434-F8D1-45BC-9443-FCD33322F327}" srcId="{5253D3C7-B738-4B95-94E3-1A0ADEE142F4}" destId="{3C0C956F-21A5-43B5-B9EA-2DDF338D8238}" srcOrd="0" destOrd="0" parTransId="{0F876D63-A2E1-4EB6-89C9-3DCBC36D2395}" sibTransId="{1581865D-7720-459C-89ED-92F38C5658EA}"/>
    <dgm:cxn modelId="{228E3F67-7A06-436B-A8F7-D3BC09B6EE5B}" srcId="{98CAA572-57FA-4ACE-9733-FA7CB1474D7E}" destId="{285FF00A-29A0-4089-A793-74139AC8FE7E}" srcOrd="0" destOrd="0" parTransId="{A1245C59-7C7C-4713-BBEE-CDFE10975886}" sibTransId="{B3FE347C-3C86-4605-A56F-B77E26166006}"/>
    <dgm:cxn modelId="{69DE79A6-5BD9-4A70-B32A-FBC9264C7F3D}" srcId="{5253D3C7-B738-4B95-94E3-1A0ADEE142F4}" destId="{794F6023-41A5-4303-BA45-1F8E609B626D}" srcOrd="2" destOrd="0" parTransId="{C9EDF831-5448-4F8A-BB4C-BC5B28B8D851}" sibTransId="{1F9F729B-B31A-4EC2-BF69-FE009387DDAD}"/>
    <dgm:cxn modelId="{4C4CAE99-CBF9-4229-BC46-9E0E0923FAC7}" type="presOf" srcId="{0EBE1165-4EAF-45EA-8716-DB757536A5E1}" destId="{B544F51C-0326-42EB-A5C5-8A508EF6E8F5}" srcOrd="0" destOrd="6" presId="urn:microsoft.com/office/officeart/2005/8/layout/vList5"/>
    <dgm:cxn modelId="{627A3FE0-2D77-4D00-983D-54D56460C3E9}" srcId="{285FF00A-29A0-4089-A793-74139AC8FE7E}" destId="{5253D3C7-B738-4B95-94E3-1A0ADEE142F4}" srcOrd="0" destOrd="0" parTransId="{315C5BCB-13C6-4C7B-A11D-67F649560881}" sibTransId="{133847BD-5B0F-4FB3-9076-F2A6E67ED3BC}"/>
    <dgm:cxn modelId="{DB1F731C-27E7-470F-9016-6C9998855F63}" srcId="{5253D3C7-B738-4B95-94E3-1A0ADEE142F4}" destId="{B5709CFB-111E-4D0D-AE74-76C42A3C5198}" srcOrd="1" destOrd="0" parTransId="{F5E5AD15-C91B-485B-84D5-D3DF51E513E3}" sibTransId="{09B6B7DA-7E18-482F-BE80-9945725E30E6}"/>
    <dgm:cxn modelId="{AD23B626-9C96-4F0E-8E0D-D5DEB5CB2324}" srcId="{2A028243-32C2-43CB-B2A0-751B476B4057}" destId="{0982C751-1874-4E54-82E8-3A933190C272}" srcOrd="0" destOrd="0" parTransId="{CFEA4FA9-C24C-46D6-A69B-2E1EBB2645B6}" sibTransId="{1F2EE91E-E638-464F-B273-131A38DA03B4}"/>
    <dgm:cxn modelId="{26E65A19-8051-4727-9134-0D2878574945}" type="presOf" srcId="{12C85E05-94FC-4EE5-A913-905A42C1ED7E}" destId="{B544F51C-0326-42EB-A5C5-8A508EF6E8F5}" srcOrd="0" destOrd="5" presId="urn:microsoft.com/office/officeart/2005/8/layout/vList5"/>
    <dgm:cxn modelId="{63F2BB91-D399-4A03-B2DE-DF0C36EE4C4A}" type="presOf" srcId="{285FF00A-29A0-4089-A793-74139AC8FE7E}" destId="{D21BA099-287F-48F8-8D52-758A4B894090}" srcOrd="0" destOrd="0" presId="urn:microsoft.com/office/officeart/2005/8/layout/vList5"/>
    <dgm:cxn modelId="{4B09577F-1479-4BFD-A728-9BAD62762643}" type="presOf" srcId="{794F6023-41A5-4303-BA45-1F8E609B626D}" destId="{B544F51C-0326-42EB-A5C5-8A508EF6E8F5}" srcOrd="0" destOrd="3" presId="urn:microsoft.com/office/officeart/2005/8/layout/vList5"/>
    <dgm:cxn modelId="{AF398F75-D54C-44D2-8198-ED455FAE7759}" srcId="{285FF00A-29A0-4089-A793-74139AC8FE7E}" destId="{1564DB19-BA58-419A-886D-79495017DF85}" srcOrd="1" destOrd="0" parTransId="{6225711C-4889-41E2-A998-822A98FC6A99}" sibTransId="{03B2E291-E921-4A5C-AEC1-20C49C06D18E}"/>
    <dgm:cxn modelId="{DD55EE61-07A1-4E9F-939A-98BBA80FE549}" type="presOf" srcId="{5253D3C7-B738-4B95-94E3-1A0ADEE142F4}" destId="{B544F51C-0326-42EB-A5C5-8A508EF6E8F5}" srcOrd="0" destOrd="0" presId="urn:microsoft.com/office/officeart/2005/8/layout/vList5"/>
    <dgm:cxn modelId="{223A9FB9-2742-475A-BCC8-F4899737EDF2}" type="presOf" srcId="{0982C751-1874-4E54-82E8-3A933190C272}" destId="{352E5513-D9C6-48BA-AFD2-65D7484EE255}" srcOrd="0" destOrd="0" presId="urn:microsoft.com/office/officeart/2005/8/layout/vList5"/>
    <dgm:cxn modelId="{0C032AD0-10CE-4849-A331-C06B66F2F42D}" type="presParOf" srcId="{7D75E6FC-757D-493E-B407-73D4616F01B5}" destId="{6EA220DC-7779-43A1-8C45-9D3BECE98B71}" srcOrd="0" destOrd="0" presId="urn:microsoft.com/office/officeart/2005/8/layout/vList5"/>
    <dgm:cxn modelId="{43E010EC-3BBF-4D52-AA95-01FA0F795E12}" type="presParOf" srcId="{6EA220DC-7779-43A1-8C45-9D3BECE98B71}" destId="{D21BA099-287F-48F8-8D52-758A4B894090}" srcOrd="0" destOrd="0" presId="urn:microsoft.com/office/officeart/2005/8/layout/vList5"/>
    <dgm:cxn modelId="{CA4E9504-951D-4026-A40A-7F7197D0A368}" type="presParOf" srcId="{6EA220DC-7779-43A1-8C45-9D3BECE98B71}" destId="{B544F51C-0326-42EB-A5C5-8A508EF6E8F5}" srcOrd="1" destOrd="0" presId="urn:microsoft.com/office/officeart/2005/8/layout/vList5"/>
    <dgm:cxn modelId="{51B114FC-2ABD-4F6A-B112-FB6BE713A746}" type="presParOf" srcId="{7D75E6FC-757D-493E-B407-73D4616F01B5}" destId="{DA74C7E3-BF2D-4C0B-93F8-3634D21F7ABE}" srcOrd="1" destOrd="0" presId="urn:microsoft.com/office/officeart/2005/8/layout/vList5"/>
    <dgm:cxn modelId="{7213FF7C-56C8-4670-A521-7E05A0059445}" type="presParOf" srcId="{7D75E6FC-757D-493E-B407-73D4616F01B5}" destId="{B428F5E4-C5AA-4714-B0C7-4965CC9175E7}" srcOrd="2" destOrd="0" presId="urn:microsoft.com/office/officeart/2005/8/layout/vList5"/>
    <dgm:cxn modelId="{BA12EBA6-55ED-40BF-BDF4-A84292E8DC81}" type="presParOf" srcId="{B428F5E4-C5AA-4714-B0C7-4965CC9175E7}" destId="{2EE09575-4190-4397-ACAB-DB41FF279F43}" srcOrd="0" destOrd="0" presId="urn:microsoft.com/office/officeart/2005/8/layout/vList5"/>
    <dgm:cxn modelId="{3D3306B8-0402-4292-A3E1-8231A58CBC52}" type="presParOf" srcId="{B428F5E4-C5AA-4714-B0C7-4965CC9175E7}" destId="{352E5513-D9C6-48BA-AFD2-65D7484EE25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CD3885-0D91-476C-8C59-477229FD1E40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5146ED08-A19B-4727-A5B1-109DE595F804}">
      <dgm:prSet phldrT="[Text]" custT="1"/>
      <dgm:spPr/>
      <dgm:t>
        <a:bodyPr/>
        <a:lstStyle/>
        <a:p>
          <a:pPr algn="ctr"/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Valeurs foncières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609A31A-06AE-4B50-9761-9C5607044814}" type="parTrans" cxnId="{1BC7213D-1AA2-4F81-818A-CFF9B5FD0523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DD00FD-A176-495C-85AD-400AC58D04CB}" type="sibTrans" cxnId="{1BC7213D-1AA2-4F81-818A-CFF9B5FD0523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CA4569A-E247-4F6A-9106-FD727BE64969}">
      <dgm:prSet phldrT="[Text]" custT="1"/>
      <dgm:spPr/>
      <dgm:t>
        <a:bodyPr/>
        <a:lstStyle/>
        <a:p>
          <a:pPr algn="ctr"/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Référentiel géographique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76DCE69-B601-46CF-9A97-BBBC561CD2B1}" type="parTrans" cxnId="{BB68533D-4511-4C3E-8218-E1392C9897FF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6D985AD-5957-4119-AEC0-499BF0C8F9A7}" type="sibTrans" cxnId="{BB68533D-4511-4C3E-8218-E1392C9897FF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AE03B1E-AD01-4B8C-B2E1-FC16CED6D6DD}">
      <dgm:prSet phldrT="[Text]" custT="1"/>
      <dgm:spPr/>
      <dgm:t>
        <a:bodyPr/>
        <a:lstStyle/>
        <a:p>
          <a:pPr algn="ctr"/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Données communes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B59DE00-9EEF-4904-8C44-C5659CFC2251}" type="parTrans" cxnId="{9421CCD2-C3DC-420B-ADAE-609A0431C2E4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3A9E86D-7604-4BC5-9214-6D63C325A7EF}" type="sibTrans" cxnId="{9421CCD2-C3DC-420B-ADAE-609A0431C2E4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C0BB29F-EF6F-47B6-B4D7-B77962EB2E39}">
      <dgm:prSet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Extrait du site officiel des Demandes de Valeurs Foncières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41182C7-C56F-4BB2-8D68-9011139DF972}" type="parTrans" cxnId="{9ED622F1-B0A8-4554-999C-AA1E8193FED1}">
      <dgm:prSet/>
      <dgm:spPr/>
      <dgm:t>
        <a:bodyPr/>
        <a:lstStyle/>
        <a:p>
          <a:endParaRPr lang="fr-FR"/>
        </a:p>
      </dgm:t>
    </dgm:pt>
    <dgm:pt modelId="{B62F4AC1-D5E0-4C96-9F32-BA2009AADE90}" type="sibTrans" cxnId="{9ED622F1-B0A8-4554-999C-AA1E8193FED1}">
      <dgm:prSet/>
      <dgm:spPr/>
      <dgm:t>
        <a:bodyPr/>
        <a:lstStyle/>
        <a:p>
          <a:endParaRPr lang="fr-FR"/>
        </a:p>
      </dgm:t>
    </dgm:pt>
    <dgm:pt modelId="{5341F5BA-B5C6-4B49-A33C-38E1E3A5DFAE}">
      <dgm:prSet custT="1"/>
      <dgm:spPr/>
      <dgm:t>
        <a:bodyPr/>
        <a:lstStyle/>
        <a:p>
          <a:endParaRPr lang="fr-FR" sz="3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D0DB3DC-C79F-48C7-A36F-EE95566FE2F3}" type="parTrans" cxnId="{77A93EAF-E319-4BAD-A5C6-114DEC75F50F}">
      <dgm:prSet/>
      <dgm:spPr/>
      <dgm:t>
        <a:bodyPr/>
        <a:lstStyle/>
        <a:p>
          <a:endParaRPr lang="fr-FR"/>
        </a:p>
      </dgm:t>
    </dgm:pt>
    <dgm:pt modelId="{46B03A29-92BC-4220-99BC-777EB74EC5BA}" type="sibTrans" cxnId="{77A93EAF-E319-4BAD-A5C6-114DEC75F50F}">
      <dgm:prSet/>
      <dgm:spPr/>
      <dgm:t>
        <a:bodyPr/>
        <a:lstStyle/>
        <a:p>
          <a:endParaRPr lang="fr-FR"/>
        </a:p>
      </dgm:t>
    </dgm:pt>
    <dgm:pt modelId="{7C39B05C-484E-44A7-992A-73D11A2604FA}">
      <dgm:prSet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Extrait du site officiel de l’INSEE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258236-1955-4401-8C09-96983C3396FD}" type="parTrans" cxnId="{D0EC08B7-82FF-4E26-A7B5-E8481C44A6F5}">
      <dgm:prSet/>
      <dgm:spPr/>
      <dgm:t>
        <a:bodyPr/>
        <a:lstStyle/>
        <a:p>
          <a:endParaRPr lang="fr-FR"/>
        </a:p>
      </dgm:t>
    </dgm:pt>
    <dgm:pt modelId="{A7106208-23CD-4FC4-ACAC-1032F030379E}" type="sibTrans" cxnId="{D0EC08B7-82FF-4E26-A7B5-E8481C44A6F5}">
      <dgm:prSet/>
      <dgm:spPr/>
      <dgm:t>
        <a:bodyPr/>
        <a:lstStyle/>
        <a:p>
          <a:endParaRPr lang="fr-FR"/>
        </a:p>
      </dgm:t>
    </dgm:pt>
    <dgm:pt modelId="{96555B2E-F709-4511-9EB7-E448002D4280}">
      <dgm:prSet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1 ligne = 1 bien immobilier vendu en 2020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B3C952C-B938-40B0-AE8A-AEB760BD0AC8}" type="parTrans" cxnId="{63055B58-BE82-4307-A0F4-374FC75669CE}">
      <dgm:prSet/>
      <dgm:spPr/>
      <dgm:t>
        <a:bodyPr/>
        <a:lstStyle/>
        <a:p>
          <a:endParaRPr lang="fr-FR"/>
        </a:p>
      </dgm:t>
    </dgm:pt>
    <dgm:pt modelId="{F49B519B-72F3-4CE9-9AAE-08739466959D}" type="sibTrans" cxnId="{63055B58-BE82-4307-A0F4-374FC75669CE}">
      <dgm:prSet/>
      <dgm:spPr/>
      <dgm:t>
        <a:bodyPr/>
        <a:lstStyle/>
        <a:p>
          <a:endParaRPr lang="fr-FR"/>
        </a:p>
      </dgm:t>
    </dgm:pt>
    <dgm:pt modelId="{6D0499F5-87B0-492B-B3FE-BAF71FEAC7B4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valeur foncière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7C94A79-121B-4718-BBE4-9803876A60E3}" type="parTrans" cxnId="{92A295D8-C9F7-4DFC-8CD0-642725DF4AB3}">
      <dgm:prSet/>
      <dgm:spPr/>
      <dgm:t>
        <a:bodyPr/>
        <a:lstStyle/>
        <a:p>
          <a:endParaRPr lang="fr-FR"/>
        </a:p>
      </dgm:t>
    </dgm:pt>
    <dgm:pt modelId="{599EB424-5F2C-4C5E-A421-BC882D0EFE04}" type="sibTrans" cxnId="{92A295D8-C9F7-4DFC-8CD0-642725DF4AB3}">
      <dgm:prSet/>
      <dgm:spPr/>
      <dgm:t>
        <a:bodyPr/>
        <a:lstStyle/>
        <a:p>
          <a:endParaRPr lang="fr-FR"/>
        </a:p>
      </dgm:t>
    </dgm:pt>
    <dgm:pt modelId="{59F9A3DF-E3F3-4362-AEC3-54791CB7BD53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date et nature de sa dernière mutation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2F49A01-B958-437A-B208-56AD1C1CA30C}" type="parTrans" cxnId="{309AE9BC-8B4B-41B7-9591-D34C5B99CC04}">
      <dgm:prSet/>
      <dgm:spPr/>
      <dgm:t>
        <a:bodyPr/>
        <a:lstStyle/>
        <a:p>
          <a:endParaRPr lang="fr-FR"/>
        </a:p>
      </dgm:t>
    </dgm:pt>
    <dgm:pt modelId="{4B6B0838-C814-421F-862C-3FF0417A2970}" type="sibTrans" cxnId="{309AE9BC-8B4B-41B7-9591-D34C5B99CC04}">
      <dgm:prSet/>
      <dgm:spPr/>
      <dgm:t>
        <a:bodyPr/>
        <a:lstStyle/>
        <a:p>
          <a:endParaRPr lang="fr-FR"/>
        </a:p>
      </dgm:t>
    </dgm:pt>
    <dgm:pt modelId="{6B45720E-540C-4D18-B1DD-F46FCF59C038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adresse complète + nom propriétaire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DCC3563-393F-4FCE-8EE9-7B55667C00F1}" type="parTrans" cxnId="{97492600-856B-4893-B2C9-806913277C6F}">
      <dgm:prSet/>
      <dgm:spPr/>
      <dgm:t>
        <a:bodyPr/>
        <a:lstStyle/>
        <a:p>
          <a:endParaRPr lang="fr-FR"/>
        </a:p>
      </dgm:t>
    </dgm:pt>
    <dgm:pt modelId="{DD70A84F-223D-4033-9B07-62D1B76F87C4}" type="sibTrans" cxnId="{97492600-856B-4893-B2C9-806913277C6F}">
      <dgm:prSet/>
      <dgm:spPr/>
      <dgm:t>
        <a:bodyPr/>
        <a:lstStyle/>
        <a:p>
          <a:endParaRPr lang="fr-FR"/>
        </a:p>
      </dgm:t>
    </dgm:pt>
    <dgm:pt modelId="{510A9FF7-E53B-4B93-8045-53A93CD307BF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caractéristiques immobilières et administratives (type local, surface, n° plan…)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581304B-47BF-46F8-946D-0B43D80C822D}" type="parTrans" cxnId="{069AF41D-88F1-4FE3-9159-FC9A2C39D9BD}">
      <dgm:prSet/>
      <dgm:spPr/>
      <dgm:t>
        <a:bodyPr/>
        <a:lstStyle/>
        <a:p>
          <a:endParaRPr lang="fr-FR"/>
        </a:p>
      </dgm:t>
    </dgm:pt>
    <dgm:pt modelId="{D1138575-8B75-4D83-80B7-37E354AE1085}" type="sibTrans" cxnId="{069AF41D-88F1-4FE3-9159-FC9A2C39D9BD}">
      <dgm:prSet/>
      <dgm:spPr/>
      <dgm:t>
        <a:bodyPr/>
        <a:lstStyle/>
        <a:p>
          <a:endParaRPr lang="fr-FR"/>
        </a:p>
      </dgm:t>
    </dgm:pt>
    <dgm:pt modelId="{61D42F30-F01D-43A7-8DFB-129EC269088E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données juridiques (retirées depuis 2018).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35945A4-2C7D-4512-950E-FD7C4739474D}" type="parTrans" cxnId="{8B4A48D7-77F5-4245-B143-B25A74E7B291}">
      <dgm:prSet/>
      <dgm:spPr/>
      <dgm:t>
        <a:bodyPr/>
        <a:lstStyle/>
        <a:p>
          <a:endParaRPr lang="fr-FR"/>
        </a:p>
      </dgm:t>
    </dgm:pt>
    <dgm:pt modelId="{81231B8D-57A5-4D79-AC07-D19923FC57D7}" type="sibTrans" cxnId="{8B4A48D7-77F5-4245-B143-B25A74E7B291}">
      <dgm:prSet/>
      <dgm:spPr/>
      <dgm:t>
        <a:bodyPr/>
        <a:lstStyle/>
        <a:p>
          <a:endParaRPr lang="fr-FR"/>
        </a:p>
      </dgm:t>
    </dgm:pt>
    <dgm:pt modelId="{F97A98D6-CEB6-4C94-9909-65CA375778BF}">
      <dgm:prSet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 ligne = 1 commune française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1F88300-B403-4599-A8FF-B0723D804BAD}" type="parTrans" cxnId="{3458D695-2C6E-4656-BAF9-D0DD5A7ABB5D}">
      <dgm:prSet/>
      <dgm:spPr/>
      <dgm:t>
        <a:bodyPr/>
        <a:lstStyle/>
        <a:p>
          <a:endParaRPr lang="fr-FR"/>
        </a:p>
      </dgm:t>
    </dgm:pt>
    <dgm:pt modelId="{3B0DB4BA-F1FB-4C3F-8B57-28A3FDA66712}" type="sibTrans" cxnId="{3458D695-2C6E-4656-BAF9-D0DD5A7ABB5D}">
      <dgm:prSet/>
      <dgm:spPr/>
      <dgm:t>
        <a:bodyPr/>
        <a:lstStyle/>
        <a:p>
          <a:endParaRPr lang="fr-FR"/>
        </a:p>
      </dgm:t>
    </dgm:pt>
    <dgm:pt modelId="{97006BEE-C9E2-4E39-ACB1-EA6DABBA95F3}">
      <dgm:prSet custT="1"/>
      <dgm:spPr/>
      <dgm:t>
        <a:bodyPr/>
        <a:lstStyle/>
        <a:p>
          <a:r>
            <a:rPr lang="fr-FR" sz="105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code INSEE et nom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11C4901-AB51-4BA0-A238-D083143F171D}" type="parTrans" cxnId="{9DB7A7BA-8B6D-4241-B595-8A0E34FDB0EE}">
      <dgm:prSet/>
      <dgm:spPr/>
      <dgm:t>
        <a:bodyPr/>
        <a:lstStyle/>
        <a:p>
          <a:endParaRPr lang="fr-FR"/>
        </a:p>
      </dgm:t>
    </dgm:pt>
    <dgm:pt modelId="{006ADFF0-6DA6-4902-8307-DCED3374E5A1}" type="sibTrans" cxnId="{9DB7A7BA-8B6D-4241-B595-8A0E34FDB0EE}">
      <dgm:prSet/>
      <dgm:spPr/>
      <dgm:t>
        <a:bodyPr/>
        <a:lstStyle/>
        <a:p>
          <a:endParaRPr lang="fr-FR"/>
        </a:p>
      </dgm:t>
    </dgm:pt>
    <dgm:pt modelId="{6E10FF2B-0C04-4E3F-851F-2286D51E67A9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codes région, département, arrondissement , canton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B4171BF-1420-4360-9FBB-236B94DA55E9}" type="parTrans" cxnId="{2DAD505D-CCEB-4CCE-AA09-F2874BB39D26}">
      <dgm:prSet/>
      <dgm:spPr/>
      <dgm:t>
        <a:bodyPr/>
        <a:lstStyle/>
        <a:p>
          <a:endParaRPr lang="fr-FR"/>
        </a:p>
      </dgm:t>
    </dgm:pt>
    <dgm:pt modelId="{0C1BC4F1-854A-41D0-A271-69A66B635BBA}" type="sibTrans" cxnId="{2DAD505D-CCEB-4CCE-AA09-F2874BB39D26}">
      <dgm:prSet/>
      <dgm:spPr/>
      <dgm:t>
        <a:bodyPr/>
        <a:lstStyle/>
        <a:p>
          <a:endParaRPr lang="fr-FR"/>
        </a:p>
      </dgm:t>
    </dgm:pt>
    <dgm:pt modelId="{CB64DEE0-EC44-4310-B8B9-D82EADEE5BB1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recensement de sa population (municipale, « à part », totale) en 2020.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87BF4E1-5E94-4DC5-BA87-51B635EAC726}" type="parTrans" cxnId="{97FAD045-F82B-42EB-A00A-DFB32D6603F9}">
      <dgm:prSet/>
      <dgm:spPr/>
      <dgm:t>
        <a:bodyPr/>
        <a:lstStyle/>
        <a:p>
          <a:endParaRPr lang="fr-FR"/>
        </a:p>
      </dgm:t>
    </dgm:pt>
    <dgm:pt modelId="{8395B87B-F260-41C4-B7A3-8678F7028D98}" type="sibTrans" cxnId="{97FAD045-F82B-42EB-A00A-DFB32D6603F9}">
      <dgm:prSet/>
      <dgm:spPr/>
      <dgm:t>
        <a:bodyPr/>
        <a:lstStyle/>
        <a:p>
          <a:endParaRPr lang="fr-FR"/>
        </a:p>
      </dgm:t>
    </dgm:pt>
    <dgm:pt modelId="{65044A05-4439-4A06-8918-CAF080B5A3D9}">
      <dgm:prSet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1 ligne = 1 commune française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A3A9C67-6C4B-4FE3-9AF3-5DC9441FF13E}" type="parTrans" cxnId="{B7A33220-DCCA-4842-AA36-EBFF8560710B}">
      <dgm:prSet/>
      <dgm:spPr/>
      <dgm:t>
        <a:bodyPr/>
        <a:lstStyle/>
        <a:p>
          <a:endParaRPr lang="fr-FR"/>
        </a:p>
      </dgm:t>
    </dgm:pt>
    <dgm:pt modelId="{8C6E4799-B8A2-4E0E-8A79-0B1711AB77D3}" type="sibTrans" cxnId="{B7A33220-DCCA-4842-AA36-EBFF8560710B}">
      <dgm:prSet/>
      <dgm:spPr/>
      <dgm:t>
        <a:bodyPr/>
        <a:lstStyle/>
        <a:p>
          <a:endParaRPr lang="fr-FR"/>
        </a:p>
      </dgm:t>
    </dgm:pt>
    <dgm:pt modelId="{F1FADAC2-1DA6-433A-987C-64378DDE9E39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code INSEE, identifiant officiel et nom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E9FF732-126E-4E59-9AF0-2BBB033D3CD1}" type="parTrans" cxnId="{6840D450-67B3-4E03-B0C3-4C0C6FA21E42}">
      <dgm:prSet/>
      <dgm:spPr/>
      <dgm:t>
        <a:bodyPr/>
        <a:lstStyle/>
        <a:p>
          <a:endParaRPr lang="fr-FR"/>
        </a:p>
      </dgm:t>
    </dgm:pt>
    <dgm:pt modelId="{FBBF89CE-73E9-4E8A-9513-5E68C180CE0D}" type="sibTrans" cxnId="{6840D450-67B3-4E03-B0C3-4C0C6FA21E42}">
      <dgm:prSet/>
      <dgm:spPr/>
      <dgm:t>
        <a:bodyPr/>
        <a:lstStyle/>
        <a:p>
          <a:endParaRPr lang="fr-FR"/>
        </a:p>
      </dgm:t>
    </dgm:pt>
    <dgm:pt modelId="{885C3EFB-8145-4061-9F35-A28178DAEDA1}">
      <dgm:prSet custT="1"/>
      <dgm:spPr/>
      <dgm:t>
        <a:bodyPr/>
        <a:lstStyle/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nom et codes de ses caractéristiques géographiques (région, académie, département, unité et aire urbaine, zone d’emploi…) avant et après différents décrets (1999, 2010, 2016)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136C6B0-282E-4AE6-A2A0-31AB1DEE5650}" type="parTrans" cxnId="{0B6C998E-6177-4275-956E-15F06F81F488}">
      <dgm:prSet/>
      <dgm:spPr/>
      <dgm:t>
        <a:bodyPr/>
        <a:lstStyle/>
        <a:p>
          <a:endParaRPr lang="fr-FR"/>
        </a:p>
      </dgm:t>
    </dgm:pt>
    <dgm:pt modelId="{ABDD0E27-50CF-419C-96FE-1EFAEE1F0C8D}" type="sibTrans" cxnId="{0B6C998E-6177-4275-956E-15F06F81F488}">
      <dgm:prSet/>
      <dgm:spPr/>
      <dgm:t>
        <a:bodyPr/>
        <a:lstStyle/>
        <a:p>
          <a:endParaRPr lang="fr-FR"/>
        </a:p>
      </dgm:t>
    </dgm:pt>
    <dgm:pt modelId="{054E5F81-1F42-49EB-AA8E-93FA6AD20556}">
      <dgm:prSet custT="1"/>
      <dgm:spPr/>
      <dgm:t>
        <a:bodyPr/>
        <a:lstStyle/>
        <a:p>
          <a:endParaRPr lang="fr-FR" sz="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7E915AE-1F2B-4A2D-86F8-0C697C84FF37}" type="parTrans" cxnId="{775D5C86-9B0B-4D7D-80C7-78D93AA229F8}">
      <dgm:prSet/>
      <dgm:spPr/>
      <dgm:t>
        <a:bodyPr/>
        <a:lstStyle/>
        <a:p>
          <a:endParaRPr lang="fr-FR"/>
        </a:p>
      </dgm:t>
    </dgm:pt>
    <dgm:pt modelId="{2299770A-DDD0-4BC3-80E4-880022DC1D21}" type="sibTrans" cxnId="{775D5C86-9B0B-4D7D-80C7-78D93AA229F8}">
      <dgm:prSet/>
      <dgm:spPr/>
      <dgm:t>
        <a:bodyPr/>
        <a:lstStyle/>
        <a:p>
          <a:endParaRPr lang="fr-FR"/>
        </a:p>
      </dgm:t>
    </dgm:pt>
    <dgm:pt modelId="{10CAE868-BF91-4576-ABE8-37641662617C}">
      <dgm:prSet custT="1"/>
      <dgm:spPr/>
      <dgm:t>
        <a:bodyPr/>
        <a:lstStyle/>
        <a:p>
          <a:endParaRPr lang="fr-FR" sz="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7071403-0EE2-4C4E-BD37-D49C216B2BE9}" type="parTrans" cxnId="{A48006DA-42FF-496E-BADA-B0FC10B077BE}">
      <dgm:prSet/>
      <dgm:spPr/>
      <dgm:t>
        <a:bodyPr/>
        <a:lstStyle/>
        <a:p>
          <a:endParaRPr lang="fr-FR"/>
        </a:p>
      </dgm:t>
    </dgm:pt>
    <dgm:pt modelId="{E57EEF99-0583-4ABD-9F75-E7CEC0794F34}" type="sibTrans" cxnId="{A48006DA-42FF-496E-BADA-B0FC10B077BE}">
      <dgm:prSet/>
      <dgm:spPr/>
      <dgm:t>
        <a:bodyPr/>
        <a:lstStyle/>
        <a:p>
          <a:endParaRPr lang="fr-FR"/>
        </a:p>
      </dgm:t>
    </dgm:pt>
    <dgm:pt modelId="{03928FCB-E4A9-4A27-8A22-B6E73A5FC4FB}">
      <dgm:prSet custT="1"/>
      <dgm:spPr/>
      <dgm:t>
        <a:bodyPr/>
        <a:lstStyle/>
        <a:p>
          <a:endParaRPr lang="fr-FR" sz="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CC91C70-2584-449F-9790-4BE9D524F96A}" type="parTrans" cxnId="{942D12FF-D3EE-4E2A-BF48-5127BF0FD21A}">
      <dgm:prSet/>
      <dgm:spPr/>
    </dgm:pt>
    <dgm:pt modelId="{3F65606B-9C1A-476A-93F1-AFB3D5735E86}" type="sibTrans" cxnId="{942D12FF-D3EE-4E2A-BF48-5127BF0FD21A}">
      <dgm:prSet/>
      <dgm:spPr/>
    </dgm:pt>
    <dgm:pt modelId="{9B69F1D6-0225-47B2-9764-4A1C47827077}">
      <dgm:prSet custT="1"/>
      <dgm:spPr/>
      <dgm:t>
        <a:bodyPr/>
        <a:lstStyle/>
        <a:p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Extrait du site gouvernemental </a:t>
          </a:r>
          <a:r>
            <a:rPr lang="fr-FR" sz="11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Data.gouv</a:t>
          </a:r>
          <a:endParaRPr lang="fr-FR" sz="11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FACA54D-2F9D-49F5-9E37-376F55CD64C6}" type="parTrans" cxnId="{EA19D8E3-B13C-4D85-943E-B4D6147B7E07}">
      <dgm:prSet/>
      <dgm:spPr/>
    </dgm:pt>
    <dgm:pt modelId="{0A83D4DE-F1F4-4CF6-8D0E-3F6DDF961560}" type="sibTrans" cxnId="{EA19D8E3-B13C-4D85-943E-B4D6147B7E07}">
      <dgm:prSet/>
      <dgm:spPr/>
    </dgm:pt>
    <dgm:pt modelId="{06714604-E74B-45F3-AE4A-97B064876C7D}">
      <dgm:prSet custT="1"/>
      <dgm:spPr/>
      <dgm:t>
        <a:bodyPr/>
        <a:lstStyle/>
        <a:p>
          <a:endParaRPr lang="fr-FR" sz="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E094C70-69BB-4469-A185-5249889C1E7C}" type="parTrans" cxnId="{9135B7D3-6714-4395-9E1B-06C8F6DEFCEC}">
      <dgm:prSet/>
      <dgm:spPr/>
    </dgm:pt>
    <dgm:pt modelId="{39A71218-CD72-4FA5-BBEF-2B5FAD69AD57}" type="sibTrans" cxnId="{9135B7D3-6714-4395-9E1B-06C8F6DEFCEC}">
      <dgm:prSet/>
      <dgm:spPr/>
    </dgm:pt>
    <dgm:pt modelId="{B5F29871-6040-4CCB-9FCD-F0F91623145C}">
      <dgm:prSet custT="1"/>
      <dgm:spPr/>
      <dgm:t>
        <a:bodyPr/>
        <a:lstStyle/>
        <a:p>
          <a:endParaRPr lang="fr-FR" sz="3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6764739-B54E-4F39-AE4C-2267A7054C9A}" type="parTrans" cxnId="{854C99B3-25EA-4EE0-91FB-F0F8CC6A7988}">
      <dgm:prSet/>
      <dgm:spPr/>
    </dgm:pt>
    <dgm:pt modelId="{A3970CB7-1D85-4A48-9D1D-6D6FDB04997E}" type="sibTrans" cxnId="{854C99B3-25EA-4EE0-91FB-F0F8CC6A7988}">
      <dgm:prSet/>
      <dgm:spPr/>
    </dgm:pt>
    <dgm:pt modelId="{4CACCE7C-533B-43B5-883A-6562489565F6}">
      <dgm:prSet custT="1"/>
      <dgm:spPr/>
      <dgm:t>
        <a:bodyPr/>
        <a:lstStyle/>
        <a:p>
          <a:endParaRPr lang="fr-FR" sz="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599162-D171-467E-B0F1-D63E8B8934D1}" type="parTrans" cxnId="{FC01DCEC-2E97-4E04-88EA-49A084563AD9}">
      <dgm:prSet/>
      <dgm:spPr/>
    </dgm:pt>
    <dgm:pt modelId="{7E128C97-9BD0-4112-8B2B-6D8BB3EFA090}" type="sibTrans" cxnId="{FC01DCEC-2E97-4E04-88EA-49A084563AD9}">
      <dgm:prSet/>
      <dgm:spPr/>
    </dgm:pt>
    <dgm:pt modelId="{837DEEB7-3882-4D2C-92CB-D69CD83A00EA}" type="pres">
      <dgm:prSet presAssocID="{E3CD3885-0D91-476C-8C59-477229FD1E40}" presName="diagram" presStyleCnt="0">
        <dgm:presLayoutVars>
          <dgm:dir/>
          <dgm:animLvl val="lvl"/>
          <dgm:resizeHandles val="exact"/>
        </dgm:presLayoutVars>
      </dgm:prSet>
      <dgm:spPr/>
    </dgm:pt>
    <dgm:pt modelId="{A93BF6E1-3003-4ABC-8D1C-151A63C49EA9}" type="pres">
      <dgm:prSet presAssocID="{5146ED08-A19B-4727-A5B1-109DE595F804}" presName="compNode" presStyleCnt="0"/>
      <dgm:spPr/>
    </dgm:pt>
    <dgm:pt modelId="{C52C8392-365E-46AF-BE08-A5B38012DA25}" type="pres">
      <dgm:prSet presAssocID="{5146ED08-A19B-4727-A5B1-109DE595F804}" presName="childRect" presStyleLbl="bgAcc1" presStyleIdx="0" presStyleCnt="3" custScaleX="10778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4F86ED9-BBA9-496D-B644-16C2542D5D2D}" type="pres">
      <dgm:prSet presAssocID="{5146ED08-A19B-4727-A5B1-109DE595F804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EAD8D46-A892-45B9-9FF7-60B1E1DB65D9}" type="pres">
      <dgm:prSet presAssocID="{5146ED08-A19B-4727-A5B1-109DE595F804}" presName="parentRect" presStyleLbl="alignNode1" presStyleIdx="0" presStyleCnt="3" custScaleX="107686"/>
      <dgm:spPr/>
      <dgm:t>
        <a:bodyPr/>
        <a:lstStyle/>
        <a:p>
          <a:endParaRPr lang="fr-FR"/>
        </a:p>
      </dgm:t>
    </dgm:pt>
    <dgm:pt modelId="{4570B42A-B3DD-4BDA-997F-11E6F638B8D4}" type="pres">
      <dgm:prSet presAssocID="{5146ED08-A19B-4727-A5B1-109DE595F804}" presName="adorn" presStyleLbl="fgAccFollowNode1" presStyleIdx="0" presStyleCnt="3"/>
      <dgm:spPr>
        <a:blipFill>
          <a:blip xmlns:r="http://schemas.openxmlformats.org/officeDocument/2006/relationships" r:embed="rId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06EF2BE-0D13-4196-AF29-8F623BF26316}" type="pres">
      <dgm:prSet presAssocID="{BEDD00FD-A176-495C-85AD-400AC58D04CB}" presName="sibTrans" presStyleLbl="sibTrans2D1" presStyleIdx="0" presStyleCnt="0"/>
      <dgm:spPr/>
      <dgm:t>
        <a:bodyPr/>
        <a:lstStyle/>
        <a:p>
          <a:endParaRPr lang="fr-FR"/>
        </a:p>
      </dgm:t>
    </dgm:pt>
    <dgm:pt modelId="{475315D1-E13A-4D01-A78E-A7E6AEA28700}" type="pres">
      <dgm:prSet presAssocID="{6CA4569A-E247-4F6A-9106-FD727BE64969}" presName="compNode" presStyleCnt="0"/>
      <dgm:spPr/>
    </dgm:pt>
    <dgm:pt modelId="{9B027D69-ACC0-44B9-9FE8-5EC31E0460B8}" type="pres">
      <dgm:prSet presAssocID="{6CA4569A-E247-4F6A-9106-FD727BE64969}" presName="childRect" presStyleLbl="bgAcc1" presStyleIdx="1" presStyleCnt="3" custScaleX="10795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9FEAC64-1F63-4A8D-ADDF-83F7062C6F60}" type="pres">
      <dgm:prSet presAssocID="{6CA4569A-E247-4F6A-9106-FD727BE6496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E0DDAE-3479-4D16-936B-073363548F29}" type="pres">
      <dgm:prSet presAssocID="{6CA4569A-E247-4F6A-9106-FD727BE64969}" presName="parentRect" presStyleLbl="alignNode1" presStyleIdx="1" presStyleCnt="3" custScaleX="107834"/>
      <dgm:spPr/>
      <dgm:t>
        <a:bodyPr/>
        <a:lstStyle/>
        <a:p>
          <a:endParaRPr lang="fr-FR"/>
        </a:p>
      </dgm:t>
    </dgm:pt>
    <dgm:pt modelId="{6CCF73AF-6BC9-4533-B2DF-78CED8DAE935}" type="pres">
      <dgm:prSet presAssocID="{6CA4569A-E247-4F6A-9106-FD727BE64969}" presName="adorn" presStyleLbl="fgAccFollowNode1" presStyleIdx="1" presStyleCnt="3" custLinFactNeighborX="0"/>
      <dgm:spPr>
        <a:blipFill>
          <a:blip xmlns:r="http://schemas.openxmlformats.org/officeDocument/2006/relationships"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CD02342-0C58-473A-8E5F-BC9752DE577B}" type="pres">
      <dgm:prSet presAssocID="{A6D985AD-5957-4119-AEC0-499BF0C8F9A7}" presName="sibTrans" presStyleLbl="sibTrans2D1" presStyleIdx="0" presStyleCnt="0"/>
      <dgm:spPr/>
      <dgm:t>
        <a:bodyPr/>
        <a:lstStyle/>
        <a:p>
          <a:endParaRPr lang="fr-FR"/>
        </a:p>
      </dgm:t>
    </dgm:pt>
    <dgm:pt modelId="{AFD80674-2CEC-46B4-A191-F6FDF0E47732}" type="pres">
      <dgm:prSet presAssocID="{AAE03B1E-AD01-4B8C-B2E1-FC16CED6D6DD}" presName="compNode" presStyleCnt="0"/>
      <dgm:spPr/>
    </dgm:pt>
    <dgm:pt modelId="{7302B615-119F-4238-9B87-3B0CDC74F470}" type="pres">
      <dgm:prSet presAssocID="{AAE03B1E-AD01-4B8C-B2E1-FC16CED6D6DD}" presName="childRect" presStyleLbl="bgAcc1" presStyleIdx="2" presStyleCnt="3" custScaleX="10761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4A8EF2E-0995-4AA1-8352-3DE3985FB404}" type="pres">
      <dgm:prSet presAssocID="{AAE03B1E-AD01-4B8C-B2E1-FC16CED6D6DD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847259-3EEB-4EEB-AA24-835CAE4EDC09}" type="pres">
      <dgm:prSet presAssocID="{AAE03B1E-AD01-4B8C-B2E1-FC16CED6D6DD}" presName="parentRect" presStyleLbl="alignNode1" presStyleIdx="2" presStyleCnt="3" custScaleX="107538"/>
      <dgm:spPr/>
      <dgm:t>
        <a:bodyPr/>
        <a:lstStyle/>
        <a:p>
          <a:endParaRPr lang="fr-FR"/>
        </a:p>
      </dgm:t>
    </dgm:pt>
    <dgm:pt modelId="{56F9F8E3-4702-4F45-B01C-5654FB280391}" type="pres">
      <dgm:prSet presAssocID="{AAE03B1E-AD01-4B8C-B2E1-FC16CED6D6DD}" presName="adorn" presStyleLbl="fgAccFollowNode1" presStyleIdx="2" presStyleCnt="3"/>
      <dgm:spPr>
        <a:blipFill dpi="0" rotWithShape="1">
          <a:blip xmlns:r="http://schemas.openxmlformats.org/officeDocument/2006/relationships"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23" b="-5409"/>
          </a:stretch>
        </a:blipFill>
      </dgm:spPr>
    </dgm:pt>
  </dgm:ptLst>
  <dgm:cxnLst>
    <dgm:cxn modelId="{A48006DA-42FF-496E-BADA-B0FC10B077BE}" srcId="{5146ED08-A19B-4727-A5B1-109DE595F804}" destId="{10CAE868-BF91-4576-ABE8-37641662617C}" srcOrd="1" destOrd="0" parTransId="{F7071403-0EE2-4C4E-BD37-D49C216B2BE9}" sibTransId="{E57EEF99-0583-4ABD-9F75-E7CEC0794F34}"/>
    <dgm:cxn modelId="{635E97FE-2431-4F5E-818F-E0DCF5EC14B5}" type="presOf" srcId="{6D0499F5-87B0-492B-B3FE-BAF71FEAC7B4}" destId="{C52C8392-365E-46AF-BE08-A5B38012DA25}" srcOrd="0" destOrd="3" presId="urn:microsoft.com/office/officeart/2005/8/layout/bList2"/>
    <dgm:cxn modelId="{77A93EAF-E319-4BAD-A5C6-114DEC75F50F}" srcId="{6CA4569A-E247-4F6A-9106-FD727BE64969}" destId="{5341F5BA-B5C6-4B49-A33C-38E1E3A5DFAE}" srcOrd="0" destOrd="0" parTransId="{6D0DB3DC-C79F-48C7-A36F-EE95566FE2F3}" sibTransId="{46B03A29-92BC-4220-99BC-777EB74EC5BA}"/>
    <dgm:cxn modelId="{3BADDC26-5207-4B65-A739-6BFDE81A649E}" type="presOf" srcId="{65044A05-4439-4A06-8918-CAF080B5A3D9}" destId="{9B027D69-ACC0-44B9-9FE8-5EC31E0460B8}" srcOrd="0" destOrd="4" presId="urn:microsoft.com/office/officeart/2005/8/layout/bList2"/>
    <dgm:cxn modelId="{5B20CB95-2FFB-410A-BA56-7C14E4C2FB25}" type="presOf" srcId="{BEDD00FD-A176-495C-85AD-400AC58D04CB}" destId="{306EF2BE-0D13-4196-AF29-8F623BF26316}" srcOrd="0" destOrd="0" presId="urn:microsoft.com/office/officeart/2005/8/layout/bList2"/>
    <dgm:cxn modelId="{FEC09C09-675F-4A2D-BA88-24DFBBAE4F76}" type="presOf" srcId="{054E5F81-1F42-49EB-AA8E-93FA6AD20556}" destId="{7302B615-119F-4238-9B87-3B0CDC74F470}" srcOrd="0" destOrd="3" presId="urn:microsoft.com/office/officeart/2005/8/layout/bList2"/>
    <dgm:cxn modelId="{D0EC08B7-82FF-4E26-A7B5-E8481C44A6F5}" srcId="{AAE03B1E-AD01-4B8C-B2E1-FC16CED6D6DD}" destId="{7C39B05C-484E-44A7-992A-73D11A2604FA}" srcOrd="1" destOrd="0" parTransId="{5F258236-1955-4401-8C09-96983C3396FD}" sibTransId="{A7106208-23CD-4FC4-ACAC-1032F030379E}"/>
    <dgm:cxn modelId="{2FEE4497-7939-49CD-B982-130739672721}" type="presOf" srcId="{5146ED08-A19B-4727-A5B1-109DE595F804}" destId="{34F86ED9-BBA9-496D-B644-16C2542D5D2D}" srcOrd="0" destOrd="0" presId="urn:microsoft.com/office/officeart/2005/8/layout/bList2"/>
    <dgm:cxn modelId="{942D12FF-D3EE-4E2A-BF48-5127BF0FD21A}" srcId="{6CA4569A-E247-4F6A-9106-FD727BE64969}" destId="{03928FCB-E4A9-4A27-8A22-B6E73A5FC4FB}" srcOrd="3" destOrd="0" parTransId="{5CC91C70-2584-449F-9790-4BE9D524F96A}" sibTransId="{3F65606B-9C1A-476A-93F1-AFB3D5735E86}"/>
    <dgm:cxn modelId="{9135B7D3-6714-4395-9E1B-06C8F6DEFCEC}" srcId="{6CA4569A-E247-4F6A-9106-FD727BE64969}" destId="{06714604-E74B-45F3-AE4A-97B064876C7D}" srcOrd="2" destOrd="0" parTransId="{DE094C70-69BB-4469-A185-5249889C1E7C}" sibTransId="{39A71218-CD72-4FA5-BBEF-2B5FAD69AD57}"/>
    <dgm:cxn modelId="{68C96AE5-935F-4D22-BDAA-270263BC98C2}" type="presOf" srcId="{9B69F1D6-0225-47B2-9764-4A1C47827077}" destId="{9B027D69-ACC0-44B9-9FE8-5EC31E0460B8}" srcOrd="0" destOrd="1" presId="urn:microsoft.com/office/officeart/2005/8/layout/bList2"/>
    <dgm:cxn modelId="{EFB80E04-5406-4575-9272-B4A93E282516}" type="presOf" srcId="{5341F5BA-B5C6-4B49-A33C-38E1E3A5DFAE}" destId="{9B027D69-ACC0-44B9-9FE8-5EC31E0460B8}" srcOrd="0" destOrd="0" presId="urn:microsoft.com/office/officeart/2005/8/layout/bList2"/>
    <dgm:cxn modelId="{4CFC6922-FFBB-49F0-BABC-155474B3D0BE}" type="presOf" srcId="{59F9A3DF-E3F3-4362-AEC3-54791CB7BD53}" destId="{C52C8392-365E-46AF-BE08-A5B38012DA25}" srcOrd="0" destOrd="4" presId="urn:microsoft.com/office/officeart/2005/8/layout/bList2"/>
    <dgm:cxn modelId="{847941B1-8F54-43F3-8D07-2F1096C534A7}" type="presOf" srcId="{61D42F30-F01D-43A7-8DFB-129EC269088E}" destId="{C52C8392-365E-46AF-BE08-A5B38012DA25}" srcOrd="0" destOrd="7" presId="urn:microsoft.com/office/officeart/2005/8/layout/bList2"/>
    <dgm:cxn modelId="{92A295D8-C9F7-4DFC-8CD0-642725DF4AB3}" srcId="{96555B2E-F709-4511-9EB7-E448002D4280}" destId="{6D0499F5-87B0-492B-B3FE-BAF71FEAC7B4}" srcOrd="0" destOrd="0" parTransId="{27C94A79-121B-4718-BBE4-9803876A60E3}" sibTransId="{599EB424-5F2C-4C5E-A421-BC882D0EFE04}"/>
    <dgm:cxn modelId="{EA19D8E3-B13C-4D85-943E-B4D6147B7E07}" srcId="{6CA4569A-E247-4F6A-9106-FD727BE64969}" destId="{9B69F1D6-0225-47B2-9764-4A1C47827077}" srcOrd="1" destOrd="0" parTransId="{2FACA54D-2F9D-49F5-9E37-376F55CD64C6}" sibTransId="{0A83D4DE-F1F4-4CF6-8D0E-3F6DDF961560}"/>
    <dgm:cxn modelId="{C6B889B6-2BAB-40F1-B3D5-02E9050B372F}" type="presOf" srcId="{4CACCE7C-533B-43B5-883A-6562489565F6}" destId="{7302B615-119F-4238-9B87-3B0CDC74F470}" srcOrd="0" destOrd="2" presId="urn:microsoft.com/office/officeart/2005/8/layout/bList2"/>
    <dgm:cxn modelId="{1BC7213D-1AA2-4F81-818A-CFF9B5FD0523}" srcId="{E3CD3885-0D91-476C-8C59-477229FD1E40}" destId="{5146ED08-A19B-4727-A5B1-109DE595F804}" srcOrd="0" destOrd="0" parTransId="{C609A31A-06AE-4B50-9761-9C5607044814}" sibTransId="{BEDD00FD-A176-495C-85AD-400AC58D04CB}"/>
    <dgm:cxn modelId="{854C99B3-25EA-4EE0-91FB-F0F8CC6A7988}" srcId="{AAE03B1E-AD01-4B8C-B2E1-FC16CED6D6DD}" destId="{B5F29871-6040-4CCB-9FCD-F0F91623145C}" srcOrd="0" destOrd="0" parTransId="{D6764739-B54E-4F39-AE4C-2267A7054C9A}" sibTransId="{A3970CB7-1D85-4A48-9D1D-6D6FDB04997E}"/>
    <dgm:cxn modelId="{069AF41D-88F1-4FE3-9159-FC9A2C39D9BD}" srcId="{96555B2E-F709-4511-9EB7-E448002D4280}" destId="{510A9FF7-E53B-4B93-8045-53A93CD307BF}" srcOrd="3" destOrd="0" parTransId="{2581304B-47BF-46F8-946D-0B43D80C822D}" sibTransId="{D1138575-8B75-4D83-80B7-37E354AE1085}"/>
    <dgm:cxn modelId="{A1EC3688-30F9-4114-8CE7-AFFB6D01A8E1}" type="presOf" srcId="{10CAE868-BF91-4576-ABE8-37641662617C}" destId="{C52C8392-365E-46AF-BE08-A5B38012DA25}" srcOrd="0" destOrd="1" presId="urn:microsoft.com/office/officeart/2005/8/layout/bList2"/>
    <dgm:cxn modelId="{26269B99-3AC9-494C-9E57-83D276E9128F}" type="presOf" srcId="{AAE03B1E-AD01-4B8C-B2E1-FC16CED6D6DD}" destId="{D3847259-3EEB-4EEB-AA24-835CAE4EDC09}" srcOrd="1" destOrd="0" presId="urn:microsoft.com/office/officeart/2005/8/layout/bList2"/>
    <dgm:cxn modelId="{EDCADC2C-FBF1-4A55-86B3-3FB566941A92}" type="presOf" srcId="{5146ED08-A19B-4727-A5B1-109DE595F804}" destId="{8EAD8D46-A892-45B9-9FF7-60B1E1DB65D9}" srcOrd="1" destOrd="0" presId="urn:microsoft.com/office/officeart/2005/8/layout/bList2"/>
    <dgm:cxn modelId="{8B4A48D7-77F5-4245-B143-B25A74E7B291}" srcId="{96555B2E-F709-4511-9EB7-E448002D4280}" destId="{61D42F30-F01D-43A7-8DFB-129EC269088E}" srcOrd="4" destOrd="0" parTransId="{735945A4-2C7D-4512-950E-FD7C4739474D}" sibTransId="{81231B8D-57A5-4D79-AC07-D19923FC57D7}"/>
    <dgm:cxn modelId="{0B6C998E-6177-4275-956E-15F06F81F488}" srcId="{65044A05-4439-4A06-8918-CAF080B5A3D9}" destId="{885C3EFB-8145-4061-9F35-A28178DAEDA1}" srcOrd="1" destOrd="0" parTransId="{6136C6B0-282E-4AE6-A2A0-31AB1DEE5650}" sibTransId="{ABDD0E27-50CF-419C-96FE-1EFAEE1F0C8D}"/>
    <dgm:cxn modelId="{B7A33220-DCCA-4842-AA36-EBFF8560710B}" srcId="{6CA4569A-E247-4F6A-9106-FD727BE64969}" destId="{65044A05-4439-4A06-8918-CAF080B5A3D9}" srcOrd="4" destOrd="0" parTransId="{CA3A9C67-6C4B-4FE3-9AF3-5DC9441FF13E}" sibTransId="{8C6E4799-B8A2-4E0E-8A79-0B1711AB77D3}"/>
    <dgm:cxn modelId="{DB9501A5-6FB5-4A58-AA79-F2D7A7DB38C6}" type="presOf" srcId="{CB64DEE0-EC44-4310-B8B9-D82EADEE5BB1}" destId="{7302B615-119F-4238-9B87-3B0CDC74F470}" srcOrd="0" destOrd="7" presId="urn:microsoft.com/office/officeart/2005/8/layout/bList2"/>
    <dgm:cxn modelId="{93AE8B59-6921-4B29-A980-9F1D76B43CE5}" type="presOf" srcId="{F97A98D6-CEB6-4C94-9909-65CA375778BF}" destId="{7302B615-119F-4238-9B87-3B0CDC74F470}" srcOrd="0" destOrd="4" presId="urn:microsoft.com/office/officeart/2005/8/layout/bList2"/>
    <dgm:cxn modelId="{57F963BE-A745-4D6E-91D1-603C29A754A9}" type="presOf" srcId="{7C39B05C-484E-44A7-992A-73D11A2604FA}" destId="{7302B615-119F-4238-9B87-3B0CDC74F470}" srcOrd="0" destOrd="1" presId="urn:microsoft.com/office/officeart/2005/8/layout/bList2"/>
    <dgm:cxn modelId="{A728D1F5-C8F9-4875-AD79-6D95BB04B37F}" type="presOf" srcId="{6CA4569A-E247-4F6A-9106-FD727BE64969}" destId="{49FEAC64-1F63-4A8D-ADDF-83F7062C6F60}" srcOrd="0" destOrd="0" presId="urn:microsoft.com/office/officeart/2005/8/layout/bList2"/>
    <dgm:cxn modelId="{C4942CB0-B335-420E-A11F-AAFEF3FEF9B2}" type="presOf" srcId="{6B45720E-540C-4D18-B1DD-F46FCF59C038}" destId="{C52C8392-365E-46AF-BE08-A5B38012DA25}" srcOrd="0" destOrd="5" presId="urn:microsoft.com/office/officeart/2005/8/layout/bList2"/>
    <dgm:cxn modelId="{0C553F36-9B0F-4AF3-9A51-B3670F3AA236}" type="presOf" srcId="{6E10FF2B-0C04-4E3F-851F-2286D51E67A9}" destId="{7302B615-119F-4238-9B87-3B0CDC74F470}" srcOrd="0" destOrd="6" presId="urn:microsoft.com/office/officeart/2005/8/layout/bList2"/>
    <dgm:cxn modelId="{97492600-856B-4893-B2C9-806913277C6F}" srcId="{96555B2E-F709-4511-9EB7-E448002D4280}" destId="{6B45720E-540C-4D18-B1DD-F46FCF59C038}" srcOrd="2" destOrd="0" parTransId="{FDCC3563-393F-4FCE-8EE9-7B55667C00F1}" sibTransId="{DD70A84F-223D-4033-9B07-62D1B76F87C4}"/>
    <dgm:cxn modelId="{775D5C86-9B0B-4D7D-80C7-78D93AA229F8}" srcId="{AAE03B1E-AD01-4B8C-B2E1-FC16CED6D6DD}" destId="{054E5F81-1F42-49EB-AA8E-93FA6AD20556}" srcOrd="3" destOrd="0" parTransId="{27E915AE-1F2B-4A2D-86F8-0C697C84FF37}" sibTransId="{2299770A-DDD0-4BC3-80E4-880022DC1D21}"/>
    <dgm:cxn modelId="{AAA2890B-9173-4C13-801D-BD2827400E97}" type="presOf" srcId="{F1FADAC2-1DA6-433A-987C-64378DDE9E39}" destId="{9B027D69-ACC0-44B9-9FE8-5EC31E0460B8}" srcOrd="0" destOrd="5" presId="urn:microsoft.com/office/officeart/2005/8/layout/bList2"/>
    <dgm:cxn modelId="{95A6732F-6D04-4E96-9522-897E7B3C9385}" type="presOf" srcId="{B5F29871-6040-4CCB-9FCD-F0F91623145C}" destId="{7302B615-119F-4238-9B87-3B0CDC74F470}" srcOrd="0" destOrd="0" presId="urn:microsoft.com/office/officeart/2005/8/layout/bList2"/>
    <dgm:cxn modelId="{3458D695-2C6E-4656-BAF9-D0DD5A7ABB5D}" srcId="{AAE03B1E-AD01-4B8C-B2E1-FC16CED6D6DD}" destId="{F97A98D6-CEB6-4C94-9909-65CA375778BF}" srcOrd="4" destOrd="0" parTransId="{51F88300-B403-4599-A8FF-B0723D804BAD}" sibTransId="{3B0DB4BA-F1FB-4C3F-8B57-28A3FDA66712}"/>
    <dgm:cxn modelId="{D3C7456C-66D2-4693-8355-AE56B279C6B8}" type="presOf" srcId="{885C3EFB-8145-4061-9F35-A28178DAEDA1}" destId="{9B027D69-ACC0-44B9-9FE8-5EC31E0460B8}" srcOrd="0" destOrd="6" presId="urn:microsoft.com/office/officeart/2005/8/layout/bList2"/>
    <dgm:cxn modelId="{9ED622F1-B0A8-4554-999C-AA1E8193FED1}" srcId="{5146ED08-A19B-4727-A5B1-109DE595F804}" destId="{FC0BB29F-EF6F-47B6-B4D7-B77962EB2E39}" srcOrd="0" destOrd="0" parTransId="{A41182C7-C56F-4BB2-8D68-9011139DF972}" sibTransId="{B62F4AC1-D5E0-4C96-9F32-BA2009AADE90}"/>
    <dgm:cxn modelId="{BB68533D-4511-4C3E-8218-E1392C9897FF}" srcId="{E3CD3885-0D91-476C-8C59-477229FD1E40}" destId="{6CA4569A-E247-4F6A-9106-FD727BE64969}" srcOrd="1" destOrd="0" parTransId="{E76DCE69-B601-46CF-9A97-BBBC561CD2B1}" sibTransId="{A6D985AD-5957-4119-AEC0-499BF0C8F9A7}"/>
    <dgm:cxn modelId="{F7BC8BE8-5C7E-4CB4-879A-AF86B7537ECA}" type="presOf" srcId="{510A9FF7-E53B-4B93-8045-53A93CD307BF}" destId="{C52C8392-365E-46AF-BE08-A5B38012DA25}" srcOrd="0" destOrd="6" presId="urn:microsoft.com/office/officeart/2005/8/layout/bList2"/>
    <dgm:cxn modelId="{FC01DCEC-2E97-4E04-88EA-49A084563AD9}" srcId="{AAE03B1E-AD01-4B8C-B2E1-FC16CED6D6DD}" destId="{4CACCE7C-533B-43B5-883A-6562489565F6}" srcOrd="2" destOrd="0" parTransId="{75599162-D171-467E-B0F1-D63E8B8934D1}" sibTransId="{7E128C97-9BD0-4112-8B2B-6D8BB3EFA090}"/>
    <dgm:cxn modelId="{63055B58-BE82-4307-A0F4-374FC75669CE}" srcId="{5146ED08-A19B-4727-A5B1-109DE595F804}" destId="{96555B2E-F709-4511-9EB7-E448002D4280}" srcOrd="2" destOrd="0" parTransId="{BB3C952C-B938-40B0-AE8A-AEB760BD0AC8}" sibTransId="{F49B519B-72F3-4CE9-9AAE-08739466959D}"/>
    <dgm:cxn modelId="{517D6BAE-9AF9-4CD9-9702-7A084FA9CA8D}" type="presOf" srcId="{06714604-E74B-45F3-AE4A-97B064876C7D}" destId="{9B027D69-ACC0-44B9-9FE8-5EC31E0460B8}" srcOrd="0" destOrd="2" presId="urn:microsoft.com/office/officeart/2005/8/layout/bList2"/>
    <dgm:cxn modelId="{92EE7507-7808-42CB-A78B-4E55987A3076}" type="presOf" srcId="{03928FCB-E4A9-4A27-8A22-B6E73A5FC4FB}" destId="{9B027D69-ACC0-44B9-9FE8-5EC31E0460B8}" srcOrd="0" destOrd="3" presId="urn:microsoft.com/office/officeart/2005/8/layout/bList2"/>
    <dgm:cxn modelId="{9DB7A7BA-8B6D-4241-B595-8A0E34FDB0EE}" srcId="{F97A98D6-CEB6-4C94-9909-65CA375778BF}" destId="{97006BEE-C9E2-4E39-ACB1-EA6DABBA95F3}" srcOrd="0" destOrd="0" parTransId="{211C4901-AB51-4BA0-A238-D083143F171D}" sibTransId="{006ADFF0-6DA6-4902-8307-DCED3374E5A1}"/>
    <dgm:cxn modelId="{F045C298-310B-4EBD-83FE-D5562B56F517}" type="presOf" srcId="{E3CD3885-0D91-476C-8C59-477229FD1E40}" destId="{837DEEB7-3882-4D2C-92CB-D69CD83A00EA}" srcOrd="0" destOrd="0" presId="urn:microsoft.com/office/officeart/2005/8/layout/bList2"/>
    <dgm:cxn modelId="{309AE9BC-8B4B-41B7-9591-D34C5B99CC04}" srcId="{96555B2E-F709-4511-9EB7-E448002D4280}" destId="{59F9A3DF-E3F3-4362-AEC3-54791CB7BD53}" srcOrd="1" destOrd="0" parTransId="{22F49A01-B958-437A-B208-56AD1C1CA30C}" sibTransId="{4B6B0838-C814-421F-862C-3FF0417A2970}"/>
    <dgm:cxn modelId="{6840D450-67B3-4E03-B0C3-4C0C6FA21E42}" srcId="{65044A05-4439-4A06-8918-CAF080B5A3D9}" destId="{F1FADAC2-1DA6-433A-987C-64378DDE9E39}" srcOrd="0" destOrd="0" parTransId="{3E9FF732-126E-4E59-9AF0-2BBB033D3CD1}" sibTransId="{FBBF89CE-73E9-4E8A-9513-5E68C180CE0D}"/>
    <dgm:cxn modelId="{2DAD505D-CCEB-4CCE-AA09-F2874BB39D26}" srcId="{F97A98D6-CEB6-4C94-9909-65CA375778BF}" destId="{6E10FF2B-0C04-4E3F-851F-2286D51E67A9}" srcOrd="1" destOrd="0" parTransId="{EB4171BF-1420-4360-9FBB-236B94DA55E9}" sibTransId="{0C1BC4F1-854A-41D0-A271-69A66B635BBA}"/>
    <dgm:cxn modelId="{64E928C2-E5E9-4B04-BCB4-4881871A0D47}" type="presOf" srcId="{97006BEE-C9E2-4E39-ACB1-EA6DABBA95F3}" destId="{7302B615-119F-4238-9B87-3B0CDC74F470}" srcOrd="0" destOrd="5" presId="urn:microsoft.com/office/officeart/2005/8/layout/bList2"/>
    <dgm:cxn modelId="{97FAD045-F82B-42EB-A00A-DFB32D6603F9}" srcId="{F97A98D6-CEB6-4C94-9909-65CA375778BF}" destId="{CB64DEE0-EC44-4310-B8B9-D82EADEE5BB1}" srcOrd="2" destOrd="0" parTransId="{D87BF4E1-5E94-4DC5-BA87-51B635EAC726}" sibTransId="{8395B87B-F260-41C4-B7A3-8678F7028D98}"/>
    <dgm:cxn modelId="{7B7DA194-8009-41E4-BF8D-164B6E6B0DE6}" type="presOf" srcId="{A6D985AD-5957-4119-AEC0-499BF0C8F9A7}" destId="{6CD02342-0C58-473A-8E5F-BC9752DE577B}" srcOrd="0" destOrd="0" presId="urn:microsoft.com/office/officeart/2005/8/layout/bList2"/>
    <dgm:cxn modelId="{C77942FF-8AB2-493F-8B1A-3B81E3BF7630}" type="presOf" srcId="{FC0BB29F-EF6F-47B6-B4D7-B77962EB2E39}" destId="{C52C8392-365E-46AF-BE08-A5B38012DA25}" srcOrd="0" destOrd="0" presId="urn:microsoft.com/office/officeart/2005/8/layout/bList2"/>
    <dgm:cxn modelId="{3E2E6605-8D85-4686-9DFC-2FEABAAB6879}" type="presOf" srcId="{96555B2E-F709-4511-9EB7-E448002D4280}" destId="{C52C8392-365E-46AF-BE08-A5B38012DA25}" srcOrd="0" destOrd="2" presId="urn:microsoft.com/office/officeart/2005/8/layout/bList2"/>
    <dgm:cxn modelId="{9421CCD2-C3DC-420B-ADAE-609A0431C2E4}" srcId="{E3CD3885-0D91-476C-8C59-477229FD1E40}" destId="{AAE03B1E-AD01-4B8C-B2E1-FC16CED6D6DD}" srcOrd="2" destOrd="0" parTransId="{3B59DE00-9EEF-4904-8C44-C5659CFC2251}" sibTransId="{33A9E86D-7604-4BC5-9214-6D63C325A7EF}"/>
    <dgm:cxn modelId="{ADEBC085-6E60-4AE7-B98B-433A6ED52747}" type="presOf" srcId="{6CA4569A-E247-4F6A-9106-FD727BE64969}" destId="{2BE0DDAE-3479-4D16-936B-073363548F29}" srcOrd="1" destOrd="0" presId="urn:microsoft.com/office/officeart/2005/8/layout/bList2"/>
    <dgm:cxn modelId="{3A3B277C-9632-470C-A67B-F2A155CA514D}" type="presOf" srcId="{AAE03B1E-AD01-4B8C-B2E1-FC16CED6D6DD}" destId="{24A8EF2E-0995-4AA1-8352-3DE3985FB404}" srcOrd="0" destOrd="0" presId="urn:microsoft.com/office/officeart/2005/8/layout/bList2"/>
    <dgm:cxn modelId="{9686F4ED-D1D8-4055-84A8-8F859C62F8C9}" type="presParOf" srcId="{837DEEB7-3882-4D2C-92CB-D69CD83A00EA}" destId="{A93BF6E1-3003-4ABC-8D1C-151A63C49EA9}" srcOrd="0" destOrd="0" presId="urn:microsoft.com/office/officeart/2005/8/layout/bList2"/>
    <dgm:cxn modelId="{F05F6A10-5D82-4846-A623-486958C8309A}" type="presParOf" srcId="{A93BF6E1-3003-4ABC-8D1C-151A63C49EA9}" destId="{C52C8392-365E-46AF-BE08-A5B38012DA25}" srcOrd="0" destOrd="0" presId="urn:microsoft.com/office/officeart/2005/8/layout/bList2"/>
    <dgm:cxn modelId="{8D704614-CE63-4DC5-A79E-1951185A5AA4}" type="presParOf" srcId="{A93BF6E1-3003-4ABC-8D1C-151A63C49EA9}" destId="{34F86ED9-BBA9-496D-B644-16C2542D5D2D}" srcOrd="1" destOrd="0" presId="urn:microsoft.com/office/officeart/2005/8/layout/bList2"/>
    <dgm:cxn modelId="{723D7C15-72B3-4AC1-B777-8D84E99ED425}" type="presParOf" srcId="{A93BF6E1-3003-4ABC-8D1C-151A63C49EA9}" destId="{8EAD8D46-A892-45B9-9FF7-60B1E1DB65D9}" srcOrd="2" destOrd="0" presId="urn:microsoft.com/office/officeart/2005/8/layout/bList2"/>
    <dgm:cxn modelId="{0515D90D-43A4-44D2-9496-AD4A57D0FBB0}" type="presParOf" srcId="{A93BF6E1-3003-4ABC-8D1C-151A63C49EA9}" destId="{4570B42A-B3DD-4BDA-997F-11E6F638B8D4}" srcOrd="3" destOrd="0" presId="urn:microsoft.com/office/officeart/2005/8/layout/bList2"/>
    <dgm:cxn modelId="{D5B4FB99-AF74-4E87-AF7C-A37ABF18D666}" type="presParOf" srcId="{837DEEB7-3882-4D2C-92CB-D69CD83A00EA}" destId="{306EF2BE-0D13-4196-AF29-8F623BF26316}" srcOrd="1" destOrd="0" presId="urn:microsoft.com/office/officeart/2005/8/layout/bList2"/>
    <dgm:cxn modelId="{92354AC8-E76C-4616-B6A5-8DB99B2579F4}" type="presParOf" srcId="{837DEEB7-3882-4D2C-92CB-D69CD83A00EA}" destId="{475315D1-E13A-4D01-A78E-A7E6AEA28700}" srcOrd="2" destOrd="0" presId="urn:microsoft.com/office/officeart/2005/8/layout/bList2"/>
    <dgm:cxn modelId="{8835CB6C-804F-459C-AA14-1A0D52839448}" type="presParOf" srcId="{475315D1-E13A-4D01-A78E-A7E6AEA28700}" destId="{9B027D69-ACC0-44B9-9FE8-5EC31E0460B8}" srcOrd="0" destOrd="0" presId="urn:microsoft.com/office/officeart/2005/8/layout/bList2"/>
    <dgm:cxn modelId="{B7D4AB86-4D9D-4E8A-8E2C-4721B3A351B7}" type="presParOf" srcId="{475315D1-E13A-4D01-A78E-A7E6AEA28700}" destId="{49FEAC64-1F63-4A8D-ADDF-83F7062C6F60}" srcOrd="1" destOrd="0" presId="urn:microsoft.com/office/officeart/2005/8/layout/bList2"/>
    <dgm:cxn modelId="{E5B32BD8-8017-4BB4-9466-9F9060E59F59}" type="presParOf" srcId="{475315D1-E13A-4D01-A78E-A7E6AEA28700}" destId="{2BE0DDAE-3479-4D16-936B-073363548F29}" srcOrd="2" destOrd="0" presId="urn:microsoft.com/office/officeart/2005/8/layout/bList2"/>
    <dgm:cxn modelId="{43BBA481-2734-4095-BA7A-CD6641C8CFC5}" type="presParOf" srcId="{475315D1-E13A-4D01-A78E-A7E6AEA28700}" destId="{6CCF73AF-6BC9-4533-B2DF-78CED8DAE935}" srcOrd="3" destOrd="0" presId="urn:microsoft.com/office/officeart/2005/8/layout/bList2"/>
    <dgm:cxn modelId="{322F26E4-3735-49FC-A3B4-EB668E410A49}" type="presParOf" srcId="{837DEEB7-3882-4D2C-92CB-D69CD83A00EA}" destId="{6CD02342-0C58-473A-8E5F-BC9752DE577B}" srcOrd="3" destOrd="0" presId="urn:microsoft.com/office/officeart/2005/8/layout/bList2"/>
    <dgm:cxn modelId="{1CA4FE81-C376-43F5-9665-8313B33F29F1}" type="presParOf" srcId="{837DEEB7-3882-4D2C-92CB-D69CD83A00EA}" destId="{AFD80674-2CEC-46B4-A191-F6FDF0E47732}" srcOrd="4" destOrd="0" presId="urn:microsoft.com/office/officeart/2005/8/layout/bList2"/>
    <dgm:cxn modelId="{9007ECED-BDDF-4C02-B5E4-B70EEACE1102}" type="presParOf" srcId="{AFD80674-2CEC-46B4-A191-F6FDF0E47732}" destId="{7302B615-119F-4238-9B87-3B0CDC74F470}" srcOrd="0" destOrd="0" presId="urn:microsoft.com/office/officeart/2005/8/layout/bList2"/>
    <dgm:cxn modelId="{161F3C54-52A2-49AF-BFEB-B1EE0B8C486F}" type="presParOf" srcId="{AFD80674-2CEC-46B4-A191-F6FDF0E47732}" destId="{24A8EF2E-0995-4AA1-8352-3DE3985FB404}" srcOrd="1" destOrd="0" presId="urn:microsoft.com/office/officeart/2005/8/layout/bList2"/>
    <dgm:cxn modelId="{B0182215-7A9C-4CCF-A44D-F1408120ACA1}" type="presParOf" srcId="{AFD80674-2CEC-46B4-A191-F6FDF0E47732}" destId="{D3847259-3EEB-4EEB-AA24-835CAE4EDC09}" srcOrd="2" destOrd="0" presId="urn:microsoft.com/office/officeart/2005/8/layout/bList2"/>
    <dgm:cxn modelId="{490F452D-D004-46C8-B827-D62CC7B0D67F}" type="presParOf" srcId="{AFD80674-2CEC-46B4-A191-F6FDF0E47732}" destId="{56F9F8E3-4702-4F45-B01C-5654FB28039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9C1931-0CF7-4B18-B56A-C8BE714FEA1E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BFDCC8A-25C9-4202-93CA-57AB467E305B}">
      <dgm:prSet phldrT="[Text]" custT="1"/>
      <dgm:spPr/>
      <dgm:t>
        <a:bodyPr anchor="ctr"/>
        <a:lstStyle/>
        <a:p>
          <a:r>
            <a:rPr lang="fr-FR" sz="14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de lignes par tables</a:t>
          </a:r>
          <a:endParaRPr lang="fr-FR" sz="14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C64DE7A-BEC3-4149-A246-B365B594F0E9}" type="parTrans" cxnId="{9661399D-CC79-4588-A53F-3E5110D7DA14}">
      <dgm:prSet/>
      <dgm:spPr/>
      <dgm:t>
        <a:bodyPr/>
        <a:lstStyle/>
        <a:p>
          <a:endParaRPr lang="fr-FR" sz="1400"/>
        </a:p>
      </dgm:t>
    </dgm:pt>
    <dgm:pt modelId="{89954F2A-1498-439E-A916-0A2B55497941}" type="sibTrans" cxnId="{9661399D-CC79-4588-A53F-3E5110D7DA14}">
      <dgm:prSet/>
      <dgm:spPr/>
      <dgm:t>
        <a:bodyPr/>
        <a:lstStyle/>
        <a:p>
          <a:endParaRPr lang="fr-FR" sz="1400"/>
        </a:p>
      </dgm:t>
    </dgm:pt>
    <dgm:pt modelId="{A2B4F758-B38E-4BB4-AFF2-A26EA85CCAB3}">
      <dgm:prSet phldrT="[Text]" custT="1"/>
      <dgm:spPr/>
      <dgm:t>
        <a:bodyPr/>
        <a:lstStyle/>
        <a:p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"Bien" </a:t>
          </a:r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</a:t>
          </a:r>
          <a:r>
            <a:rPr lang="fr-FR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Nb_lignes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 </a:t>
          </a:r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Bien</a:t>
          </a:r>
          <a:endParaRPr lang="fr-FR" sz="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CB512DF-07F3-4E6B-A93E-E367328CC615}" type="parTrans" cxnId="{711C3DF0-1DC4-4D59-BB3A-DCD90D5BF41A}">
      <dgm:prSet/>
      <dgm:spPr/>
      <dgm:t>
        <a:bodyPr/>
        <a:lstStyle/>
        <a:p>
          <a:endParaRPr lang="fr-FR" sz="1400"/>
        </a:p>
      </dgm:t>
    </dgm:pt>
    <dgm:pt modelId="{A0EF56F6-7AC6-41CA-A0C4-02A65A73D4E9}" type="sibTrans" cxnId="{711C3DF0-1DC4-4D59-BB3A-DCD90D5BF41A}">
      <dgm:prSet/>
      <dgm:spPr/>
      <dgm:t>
        <a:bodyPr/>
        <a:lstStyle/>
        <a:p>
          <a:endParaRPr lang="fr-FR" sz="1400"/>
        </a:p>
      </dgm:t>
    </dgm:pt>
    <dgm:pt modelId="{CF6C7FC0-8D56-4889-982B-3B1E817E7A07}">
      <dgm:prSet phldrT="[Text]" custT="1"/>
      <dgm:spPr/>
      <dgm:t>
        <a:bodyPr anchor="ctr"/>
        <a:lstStyle/>
        <a:p>
          <a:r>
            <a:rPr lang="fr-FR" sz="14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Extrait de la table Bien</a:t>
          </a:r>
          <a:endParaRPr lang="fr-FR" sz="14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A8DBB5D-8A50-4E8E-A87C-630D94506A06}" type="parTrans" cxnId="{EACA715A-C56A-44B3-BD7D-2A1450697BDA}">
      <dgm:prSet/>
      <dgm:spPr/>
      <dgm:t>
        <a:bodyPr/>
        <a:lstStyle/>
        <a:p>
          <a:endParaRPr lang="fr-FR" sz="1400"/>
        </a:p>
      </dgm:t>
    </dgm:pt>
    <dgm:pt modelId="{AB280187-E382-4501-AA40-4E1C0BA0A2D0}" type="sibTrans" cxnId="{EACA715A-C56A-44B3-BD7D-2A1450697BDA}">
      <dgm:prSet/>
      <dgm:spPr/>
      <dgm:t>
        <a:bodyPr/>
        <a:lstStyle/>
        <a:p>
          <a:endParaRPr lang="fr-FR" sz="1400"/>
        </a:p>
      </dgm:t>
    </dgm:pt>
    <dgm:pt modelId="{27CC3439-221A-4D3E-B4F1-02FADA98611C}">
      <dgm:prSet phldrT="[Text]" custT="1"/>
      <dgm:spPr/>
      <dgm:t>
        <a:bodyPr/>
        <a:lstStyle/>
        <a:p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*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Bien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5</a:t>
          </a:r>
          <a:endParaRPr lang="fr-FR" sz="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C8110C2-0787-47C2-8ECF-324E8EBE4B45}" type="parTrans" cxnId="{CC65169C-C40B-4FDC-B2A1-207F567FA9D7}">
      <dgm:prSet/>
      <dgm:spPr/>
      <dgm:t>
        <a:bodyPr/>
        <a:lstStyle/>
        <a:p>
          <a:endParaRPr lang="fr-FR" sz="1400"/>
        </a:p>
      </dgm:t>
    </dgm:pt>
    <dgm:pt modelId="{50C5A131-2546-4283-BE09-2FBC7743F590}" type="sibTrans" cxnId="{CC65169C-C40B-4FDC-B2A1-207F567FA9D7}">
      <dgm:prSet/>
      <dgm:spPr/>
      <dgm:t>
        <a:bodyPr/>
        <a:lstStyle/>
        <a:p>
          <a:endParaRPr lang="fr-FR" sz="1400"/>
        </a:p>
      </dgm:t>
    </dgm:pt>
    <dgm:pt modelId="{3CE17E96-60C3-404D-B8FF-C04BFF316B05}">
      <dgm:prSet custT="1"/>
      <dgm:spPr/>
      <dgm:t>
        <a:bodyPr/>
        <a:lstStyle/>
        <a:p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UNION</a:t>
          </a:r>
        </a:p>
      </dgm:t>
    </dgm:pt>
    <dgm:pt modelId="{2D0F7522-DE6E-4273-9C79-3F76D8696486}" type="parTrans" cxnId="{7B069522-7818-4EC6-A421-38B114D2060F}">
      <dgm:prSet/>
      <dgm:spPr/>
      <dgm:t>
        <a:bodyPr/>
        <a:lstStyle/>
        <a:p>
          <a:endParaRPr lang="fr-FR"/>
        </a:p>
      </dgm:t>
    </dgm:pt>
    <dgm:pt modelId="{6CF2EB7A-1B83-442B-BC74-8F0354ED827C}" type="sibTrans" cxnId="{7B069522-7818-4EC6-A421-38B114D2060F}">
      <dgm:prSet/>
      <dgm:spPr/>
      <dgm:t>
        <a:bodyPr/>
        <a:lstStyle/>
        <a:p>
          <a:endParaRPr lang="fr-FR"/>
        </a:p>
      </dgm:t>
    </dgm:pt>
    <dgm:pt modelId="{C3E3B8A3-39F3-4C65-BF01-048EBFDBD2F8}">
      <dgm:prSet custT="1"/>
      <dgm:spPr/>
      <dgm:t>
        <a:bodyPr/>
        <a:lstStyle/>
        <a:p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"Vente"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"Nb_lignes"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</a:t>
          </a:r>
          <a:endParaRPr lang="fr-FR" sz="9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BC2C099-037C-4020-B2E4-B15C80CB9464}" type="parTrans" cxnId="{3E9DE76D-EF78-4594-951F-64019B808F4E}">
      <dgm:prSet/>
      <dgm:spPr/>
      <dgm:t>
        <a:bodyPr/>
        <a:lstStyle/>
        <a:p>
          <a:endParaRPr lang="fr-FR"/>
        </a:p>
      </dgm:t>
    </dgm:pt>
    <dgm:pt modelId="{E678DE00-AECB-4C20-A2F0-1C3C1F0E3912}" type="sibTrans" cxnId="{3E9DE76D-EF78-4594-951F-64019B808F4E}">
      <dgm:prSet/>
      <dgm:spPr/>
      <dgm:t>
        <a:bodyPr/>
        <a:lstStyle/>
        <a:p>
          <a:endParaRPr lang="fr-FR"/>
        </a:p>
      </dgm:t>
    </dgm:pt>
    <dgm:pt modelId="{46B6E534-947E-4253-B74C-96F80D24415A}">
      <dgm:prSet custT="1"/>
      <dgm:spPr/>
      <dgm:t>
        <a:bodyPr/>
        <a:lstStyle/>
        <a:p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UNION</a:t>
          </a:r>
        </a:p>
      </dgm:t>
    </dgm:pt>
    <dgm:pt modelId="{D973544B-CAB4-427A-9C8C-28D9E03C4976}" type="parTrans" cxnId="{36FDCBAF-0173-427D-90D9-75474259E41E}">
      <dgm:prSet/>
      <dgm:spPr/>
      <dgm:t>
        <a:bodyPr/>
        <a:lstStyle/>
        <a:p>
          <a:endParaRPr lang="fr-FR"/>
        </a:p>
      </dgm:t>
    </dgm:pt>
    <dgm:pt modelId="{7E8DB276-AFB7-4D33-826F-26CDCC6D46AF}" type="sibTrans" cxnId="{36FDCBAF-0173-427D-90D9-75474259E41E}">
      <dgm:prSet/>
      <dgm:spPr/>
      <dgm:t>
        <a:bodyPr/>
        <a:lstStyle/>
        <a:p>
          <a:endParaRPr lang="fr-FR"/>
        </a:p>
      </dgm:t>
    </dgm:pt>
    <dgm:pt modelId="{2DFA0701-3F22-4EA8-9C25-0C757A546A84}">
      <dgm:prSet custT="1"/>
      <dgm:spPr/>
      <dgm:t>
        <a:bodyPr/>
        <a:lstStyle/>
        <a:p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"Commune"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"Nb_lignes"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Commune</a:t>
          </a:r>
          <a:endParaRPr lang="fr-FR" sz="9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0D97403-B4A8-46B1-8E55-D2505F00ACB9}" type="parTrans" cxnId="{3E5BB917-9DFF-41BC-B3BF-6246B5478401}">
      <dgm:prSet/>
      <dgm:spPr/>
      <dgm:t>
        <a:bodyPr/>
        <a:lstStyle/>
        <a:p>
          <a:endParaRPr lang="fr-FR"/>
        </a:p>
      </dgm:t>
    </dgm:pt>
    <dgm:pt modelId="{E4EE430D-B866-472B-9864-0D25DCF58421}" type="sibTrans" cxnId="{3E5BB917-9DFF-41BC-B3BF-6246B5478401}">
      <dgm:prSet/>
      <dgm:spPr/>
      <dgm:t>
        <a:bodyPr/>
        <a:lstStyle/>
        <a:p>
          <a:endParaRPr lang="fr-FR"/>
        </a:p>
      </dgm:t>
    </dgm:pt>
    <dgm:pt modelId="{74E7C989-C921-42F5-BDFA-EE8CF92D23D4}">
      <dgm:prSet custT="1"/>
      <dgm:spPr/>
      <dgm:t>
        <a:bodyPr/>
        <a:lstStyle/>
        <a:p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UNION</a:t>
          </a:r>
        </a:p>
      </dgm:t>
    </dgm:pt>
    <dgm:pt modelId="{B471DF8D-0039-4DDE-A1AB-703FAEF371DF}" type="parTrans" cxnId="{095FAAE5-B42E-4C4A-879D-13CDD2A26228}">
      <dgm:prSet/>
      <dgm:spPr/>
      <dgm:t>
        <a:bodyPr/>
        <a:lstStyle/>
        <a:p>
          <a:endParaRPr lang="fr-FR"/>
        </a:p>
      </dgm:t>
    </dgm:pt>
    <dgm:pt modelId="{3F1BF7BA-E82E-4CDD-8667-194A0B9EAA5D}" type="sibTrans" cxnId="{095FAAE5-B42E-4C4A-879D-13CDD2A26228}">
      <dgm:prSet/>
      <dgm:spPr/>
      <dgm:t>
        <a:bodyPr/>
        <a:lstStyle/>
        <a:p>
          <a:endParaRPr lang="fr-FR"/>
        </a:p>
      </dgm:t>
    </dgm:pt>
    <dgm:pt modelId="{E150E39E-28CE-4564-A300-E07B8A8E1557}">
      <dgm:prSet custT="1"/>
      <dgm:spPr/>
      <dgm:t>
        <a:bodyPr/>
        <a:lstStyle/>
        <a:p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"Region"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"Nb_lignes"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Region</a:t>
          </a:r>
          <a:endParaRPr lang="fr-FR" sz="9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96BB723-17B3-46AC-81E0-4E0222F65640}" type="parTrans" cxnId="{2C18267F-D6E4-4BDD-A265-ACB92F1D9B82}">
      <dgm:prSet/>
      <dgm:spPr/>
      <dgm:t>
        <a:bodyPr/>
        <a:lstStyle/>
        <a:p>
          <a:endParaRPr lang="fr-FR"/>
        </a:p>
      </dgm:t>
    </dgm:pt>
    <dgm:pt modelId="{B86E6413-365D-4012-9C38-E8A9891AAA14}" type="sibTrans" cxnId="{2C18267F-D6E4-4BDD-A265-ACB92F1D9B82}">
      <dgm:prSet/>
      <dgm:spPr/>
      <dgm:t>
        <a:bodyPr/>
        <a:lstStyle/>
        <a:p>
          <a:endParaRPr lang="fr-FR"/>
        </a:p>
      </dgm:t>
    </dgm:pt>
    <dgm:pt modelId="{AD557A00-4008-468B-BB01-CC4D77602C6C}" type="pres">
      <dgm:prSet presAssocID="{C19C1931-0CF7-4B18-B56A-C8BE714FEA1E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1D456F50-793E-4CAA-8CCD-9E6D13DB9DAD}" type="pres">
      <dgm:prSet presAssocID="{0BFDCC8A-25C9-4202-93CA-57AB467E305B}" presName="composite" presStyleCnt="0"/>
      <dgm:spPr/>
    </dgm:pt>
    <dgm:pt modelId="{FCC07F38-45F4-49B2-A6BB-93B07E59BB50}" type="pres">
      <dgm:prSet presAssocID="{0BFDCC8A-25C9-4202-93CA-57AB467E305B}" presName="BackAccent" presStyleLbl="bgShp" presStyleIdx="0" presStyleCnt="2" custScaleX="70237" custScaleY="70169" custLinFactNeighborX="-80884"/>
      <dgm:spPr/>
    </dgm:pt>
    <dgm:pt modelId="{42984637-D064-4327-AA6C-788C7ECA8709}" type="pres">
      <dgm:prSet presAssocID="{0BFDCC8A-25C9-4202-93CA-57AB467E305B}" presName="Accent" presStyleLbl="alignNode1" presStyleIdx="0" presStyleCnt="2" custScaleX="51165" custScaleY="51165" custLinFactX="-1178" custLinFactNeighborX="-100000"/>
      <dgm:spPr/>
    </dgm:pt>
    <dgm:pt modelId="{43E5BB42-859A-4381-9C66-EE7276DA573A}" type="pres">
      <dgm:prSet presAssocID="{0BFDCC8A-25C9-4202-93CA-57AB467E305B}" presName="Child" presStyleLbl="revTx" presStyleIdx="0" presStyleCnt="4" custScaleX="22730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3B88119-5EA9-4B2F-96DD-81DEDF007183}" type="pres">
      <dgm:prSet presAssocID="{0BFDCC8A-25C9-4202-93CA-57AB467E305B}" presName="Parent" presStyleLbl="revTx" presStyleIdx="1" presStyleCnt="4" custScaleX="146267" custLinFactNeighborX="-12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99C87F0-18BA-4D24-B1BB-8D28BF8A9EB5}" type="pres">
      <dgm:prSet presAssocID="{89954F2A-1498-439E-A916-0A2B55497941}" presName="sibTrans" presStyleCnt="0"/>
      <dgm:spPr/>
    </dgm:pt>
    <dgm:pt modelId="{1FBC92DF-E33F-48CF-BA37-0313B919B47C}" type="pres">
      <dgm:prSet presAssocID="{CF6C7FC0-8D56-4889-982B-3B1E817E7A07}" presName="composite" presStyleCnt="0"/>
      <dgm:spPr/>
    </dgm:pt>
    <dgm:pt modelId="{CD96B906-6F62-4342-B3B4-DC5FC36C7887}" type="pres">
      <dgm:prSet presAssocID="{CF6C7FC0-8D56-4889-982B-3B1E817E7A07}" presName="BackAccent" presStyleLbl="bgShp" presStyleIdx="1" presStyleCnt="2" custScaleX="70169" custScaleY="70169" custLinFactNeighborX="-85316"/>
      <dgm:spPr/>
    </dgm:pt>
    <dgm:pt modelId="{F8B1EE7F-1A93-45C5-B8A5-7BC6C24C57CA}" type="pres">
      <dgm:prSet presAssocID="{CF6C7FC0-8D56-4889-982B-3B1E817E7A07}" presName="Accent" presStyleLbl="alignNode1" presStyleIdx="1" presStyleCnt="2" custScaleX="65783" custScaleY="65783" custLinFactX="-6722" custLinFactNeighborX="-100000"/>
      <dgm:spPr/>
      <dgm:t>
        <a:bodyPr/>
        <a:lstStyle/>
        <a:p>
          <a:endParaRPr lang="fr-FR"/>
        </a:p>
      </dgm:t>
    </dgm:pt>
    <dgm:pt modelId="{E22C986B-1E07-4C90-9BB5-C39964E1BE81}" type="pres">
      <dgm:prSet presAssocID="{CF6C7FC0-8D56-4889-982B-3B1E817E7A07}" presName="Child" presStyleLbl="revTx" presStyleIdx="2" presStyleCnt="4" custScaleX="22730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6E9059B-A25A-40BB-93D6-82D4A6865631}" type="pres">
      <dgm:prSet presAssocID="{CF6C7FC0-8D56-4889-982B-3B1E817E7A07}" presName="Parent" presStyleLbl="revTx" presStyleIdx="3" presStyleCnt="4" custScaleX="146267" custLinFactNeighborX="-1425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8AABA88-BCD9-4B12-A4E9-5D0BEBD09B3B}" type="presOf" srcId="{27CC3439-221A-4D3E-B4F1-02FADA98611C}" destId="{E22C986B-1E07-4C90-9BB5-C39964E1BE81}" srcOrd="0" destOrd="0" presId="urn:microsoft.com/office/officeart/2008/layout/IncreasingCircleProcess"/>
    <dgm:cxn modelId="{CC65169C-C40B-4FDC-B2A1-207F567FA9D7}" srcId="{CF6C7FC0-8D56-4889-982B-3B1E817E7A07}" destId="{27CC3439-221A-4D3E-B4F1-02FADA98611C}" srcOrd="0" destOrd="0" parTransId="{4C8110C2-0787-47C2-8ECF-324E8EBE4B45}" sibTransId="{50C5A131-2546-4283-BE09-2FBC7743F590}"/>
    <dgm:cxn modelId="{EB5EC509-5638-4490-8092-755A5F929443}" type="presOf" srcId="{74E7C989-C921-42F5-BDFA-EE8CF92D23D4}" destId="{43E5BB42-859A-4381-9C66-EE7276DA573A}" srcOrd="0" destOrd="5" presId="urn:microsoft.com/office/officeart/2008/layout/IncreasingCircleProcess"/>
    <dgm:cxn modelId="{EACA715A-C56A-44B3-BD7D-2A1450697BDA}" srcId="{C19C1931-0CF7-4B18-B56A-C8BE714FEA1E}" destId="{CF6C7FC0-8D56-4889-982B-3B1E817E7A07}" srcOrd="1" destOrd="0" parTransId="{7A8DBB5D-8A50-4E8E-A87C-630D94506A06}" sibTransId="{AB280187-E382-4501-AA40-4E1C0BA0A2D0}"/>
    <dgm:cxn modelId="{5FD305BD-B95B-4FB1-91E6-255558C03979}" type="presOf" srcId="{46B6E534-947E-4253-B74C-96F80D24415A}" destId="{43E5BB42-859A-4381-9C66-EE7276DA573A}" srcOrd="0" destOrd="3" presId="urn:microsoft.com/office/officeart/2008/layout/IncreasingCircleProcess"/>
    <dgm:cxn modelId="{9661399D-CC79-4588-A53F-3E5110D7DA14}" srcId="{C19C1931-0CF7-4B18-B56A-C8BE714FEA1E}" destId="{0BFDCC8A-25C9-4202-93CA-57AB467E305B}" srcOrd="0" destOrd="0" parTransId="{5C64DE7A-BEC3-4149-A246-B365B594F0E9}" sibTransId="{89954F2A-1498-439E-A916-0A2B55497941}"/>
    <dgm:cxn modelId="{36FDCBAF-0173-427D-90D9-75474259E41E}" srcId="{0BFDCC8A-25C9-4202-93CA-57AB467E305B}" destId="{46B6E534-947E-4253-B74C-96F80D24415A}" srcOrd="3" destOrd="0" parTransId="{D973544B-CAB4-427A-9C8C-28D9E03C4976}" sibTransId="{7E8DB276-AFB7-4D33-826F-26CDCC6D46AF}"/>
    <dgm:cxn modelId="{2C18267F-D6E4-4BDD-A265-ACB92F1D9B82}" srcId="{0BFDCC8A-25C9-4202-93CA-57AB467E305B}" destId="{E150E39E-28CE-4564-A300-E07B8A8E1557}" srcOrd="6" destOrd="0" parTransId="{F96BB723-17B3-46AC-81E0-4E0222F65640}" sibTransId="{B86E6413-365D-4012-9C38-E8A9891AAA14}"/>
    <dgm:cxn modelId="{FC92523D-0F0F-474E-AB2E-C0A73989EF85}" type="presOf" srcId="{C3E3B8A3-39F3-4C65-BF01-048EBFDBD2F8}" destId="{43E5BB42-859A-4381-9C66-EE7276DA573A}" srcOrd="0" destOrd="2" presId="urn:microsoft.com/office/officeart/2008/layout/IncreasingCircleProcess"/>
    <dgm:cxn modelId="{50C1158A-0893-43AE-BCEB-7BE445A2C8E7}" type="presOf" srcId="{2DFA0701-3F22-4EA8-9C25-0C757A546A84}" destId="{43E5BB42-859A-4381-9C66-EE7276DA573A}" srcOrd="0" destOrd="4" presId="urn:microsoft.com/office/officeart/2008/layout/IncreasingCircleProcess"/>
    <dgm:cxn modelId="{711C3DF0-1DC4-4D59-BB3A-DCD90D5BF41A}" srcId="{0BFDCC8A-25C9-4202-93CA-57AB467E305B}" destId="{A2B4F758-B38E-4BB4-AFF2-A26EA85CCAB3}" srcOrd="0" destOrd="0" parTransId="{DCB512DF-07F3-4E6B-A93E-E367328CC615}" sibTransId="{A0EF56F6-7AC6-41CA-A0C4-02A65A73D4E9}"/>
    <dgm:cxn modelId="{5BE78DEB-3CD8-4068-82A4-AE10EC9AFDBC}" type="presOf" srcId="{A2B4F758-B38E-4BB4-AFF2-A26EA85CCAB3}" destId="{43E5BB42-859A-4381-9C66-EE7276DA573A}" srcOrd="0" destOrd="0" presId="urn:microsoft.com/office/officeart/2008/layout/IncreasingCircleProcess"/>
    <dgm:cxn modelId="{7B069522-7818-4EC6-A421-38B114D2060F}" srcId="{0BFDCC8A-25C9-4202-93CA-57AB467E305B}" destId="{3CE17E96-60C3-404D-B8FF-C04BFF316B05}" srcOrd="1" destOrd="0" parTransId="{2D0F7522-DE6E-4273-9C79-3F76D8696486}" sibTransId="{6CF2EB7A-1B83-442B-BC74-8F0354ED827C}"/>
    <dgm:cxn modelId="{37374072-DB79-4387-87D5-6E22DD629EC6}" type="presOf" srcId="{E150E39E-28CE-4564-A300-E07B8A8E1557}" destId="{43E5BB42-859A-4381-9C66-EE7276DA573A}" srcOrd="0" destOrd="6" presId="urn:microsoft.com/office/officeart/2008/layout/IncreasingCircleProcess"/>
    <dgm:cxn modelId="{CA3CB72F-5F36-4DBC-864B-D196FAAED448}" type="presOf" srcId="{CF6C7FC0-8D56-4889-982B-3B1E817E7A07}" destId="{96E9059B-A25A-40BB-93D6-82D4A6865631}" srcOrd="0" destOrd="0" presId="urn:microsoft.com/office/officeart/2008/layout/IncreasingCircleProcess"/>
    <dgm:cxn modelId="{095FAAE5-B42E-4C4A-879D-13CDD2A26228}" srcId="{0BFDCC8A-25C9-4202-93CA-57AB467E305B}" destId="{74E7C989-C921-42F5-BDFA-EE8CF92D23D4}" srcOrd="5" destOrd="0" parTransId="{B471DF8D-0039-4DDE-A1AB-703FAEF371DF}" sibTransId="{3F1BF7BA-E82E-4CDD-8667-194A0B9EAA5D}"/>
    <dgm:cxn modelId="{46D18B1F-78FE-46F3-A2AB-EFA0D7E09951}" type="presOf" srcId="{C19C1931-0CF7-4B18-B56A-C8BE714FEA1E}" destId="{AD557A00-4008-468B-BB01-CC4D77602C6C}" srcOrd="0" destOrd="0" presId="urn:microsoft.com/office/officeart/2008/layout/IncreasingCircleProcess"/>
    <dgm:cxn modelId="{F35B1416-2D7F-4E1B-AC37-6CFF7C2B0EB4}" type="presOf" srcId="{0BFDCC8A-25C9-4202-93CA-57AB467E305B}" destId="{53B88119-5EA9-4B2F-96DD-81DEDF007183}" srcOrd="0" destOrd="0" presId="urn:microsoft.com/office/officeart/2008/layout/IncreasingCircleProcess"/>
    <dgm:cxn modelId="{3E9DE76D-EF78-4594-951F-64019B808F4E}" srcId="{0BFDCC8A-25C9-4202-93CA-57AB467E305B}" destId="{C3E3B8A3-39F3-4C65-BF01-048EBFDBD2F8}" srcOrd="2" destOrd="0" parTransId="{4BC2C099-037C-4020-B2E4-B15C80CB9464}" sibTransId="{E678DE00-AECB-4C20-A2F0-1C3C1F0E3912}"/>
    <dgm:cxn modelId="{3E5BB917-9DFF-41BC-B3BF-6246B5478401}" srcId="{0BFDCC8A-25C9-4202-93CA-57AB467E305B}" destId="{2DFA0701-3F22-4EA8-9C25-0C757A546A84}" srcOrd="4" destOrd="0" parTransId="{50D97403-B4A8-46B1-8E55-D2505F00ACB9}" sibTransId="{E4EE430D-B866-472B-9864-0D25DCF58421}"/>
    <dgm:cxn modelId="{C9BD7433-C1EE-46E0-9646-37D06DD507CA}" type="presOf" srcId="{3CE17E96-60C3-404D-B8FF-C04BFF316B05}" destId="{43E5BB42-859A-4381-9C66-EE7276DA573A}" srcOrd="0" destOrd="1" presId="urn:microsoft.com/office/officeart/2008/layout/IncreasingCircleProcess"/>
    <dgm:cxn modelId="{C8DAC83D-7C2B-46E4-AF4B-997E3CE1D9BB}" type="presParOf" srcId="{AD557A00-4008-468B-BB01-CC4D77602C6C}" destId="{1D456F50-793E-4CAA-8CCD-9E6D13DB9DAD}" srcOrd="0" destOrd="0" presId="urn:microsoft.com/office/officeart/2008/layout/IncreasingCircleProcess"/>
    <dgm:cxn modelId="{B00FEFE4-BFD3-4BF5-8981-CFA09EC93505}" type="presParOf" srcId="{1D456F50-793E-4CAA-8CCD-9E6D13DB9DAD}" destId="{FCC07F38-45F4-49B2-A6BB-93B07E59BB50}" srcOrd="0" destOrd="0" presId="urn:microsoft.com/office/officeart/2008/layout/IncreasingCircleProcess"/>
    <dgm:cxn modelId="{AD7970B2-F3A2-4057-903C-162FE111DB0C}" type="presParOf" srcId="{1D456F50-793E-4CAA-8CCD-9E6D13DB9DAD}" destId="{42984637-D064-4327-AA6C-788C7ECA8709}" srcOrd="1" destOrd="0" presId="urn:microsoft.com/office/officeart/2008/layout/IncreasingCircleProcess"/>
    <dgm:cxn modelId="{73967220-4570-4D4A-802F-7242A624294A}" type="presParOf" srcId="{1D456F50-793E-4CAA-8CCD-9E6D13DB9DAD}" destId="{43E5BB42-859A-4381-9C66-EE7276DA573A}" srcOrd="2" destOrd="0" presId="urn:microsoft.com/office/officeart/2008/layout/IncreasingCircleProcess"/>
    <dgm:cxn modelId="{DF235835-B99F-432F-8021-FF3708ED7009}" type="presParOf" srcId="{1D456F50-793E-4CAA-8CCD-9E6D13DB9DAD}" destId="{53B88119-5EA9-4B2F-96DD-81DEDF007183}" srcOrd="3" destOrd="0" presId="urn:microsoft.com/office/officeart/2008/layout/IncreasingCircleProcess"/>
    <dgm:cxn modelId="{8CD1273D-542F-460B-86A9-510DFF25D702}" type="presParOf" srcId="{AD557A00-4008-468B-BB01-CC4D77602C6C}" destId="{199C87F0-18BA-4D24-B1BB-8D28BF8A9EB5}" srcOrd="1" destOrd="0" presId="urn:microsoft.com/office/officeart/2008/layout/IncreasingCircleProcess"/>
    <dgm:cxn modelId="{FA63BAD5-CAA5-4E70-9843-82450FAD4881}" type="presParOf" srcId="{AD557A00-4008-468B-BB01-CC4D77602C6C}" destId="{1FBC92DF-E33F-48CF-BA37-0313B919B47C}" srcOrd="2" destOrd="0" presId="urn:microsoft.com/office/officeart/2008/layout/IncreasingCircleProcess"/>
    <dgm:cxn modelId="{6D7F3746-06D1-4575-AC14-5D92EF1E56FD}" type="presParOf" srcId="{1FBC92DF-E33F-48CF-BA37-0313B919B47C}" destId="{CD96B906-6F62-4342-B3B4-DC5FC36C7887}" srcOrd="0" destOrd="0" presId="urn:microsoft.com/office/officeart/2008/layout/IncreasingCircleProcess"/>
    <dgm:cxn modelId="{2BB18455-5260-4B45-8B6F-D909F051356E}" type="presParOf" srcId="{1FBC92DF-E33F-48CF-BA37-0313B919B47C}" destId="{F8B1EE7F-1A93-45C5-B8A5-7BC6C24C57CA}" srcOrd="1" destOrd="0" presId="urn:microsoft.com/office/officeart/2008/layout/IncreasingCircleProcess"/>
    <dgm:cxn modelId="{955219F2-A595-4483-884C-141D73D3D76A}" type="presParOf" srcId="{1FBC92DF-E33F-48CF-BA37-0313B919B47C}" destId="{E22C986B-1E07-4C90-9BB5-C39964E1BE81}" srcOrd="2" destOrd="0" presId="urn:microsoft.com/office/officeart/2008/layout/IncreasingCircleProcess"/>
    <dgm:cxn modelId="{E29B88CB-481C-4514-90CC-BAAD8D22E913}" type="presParOf" srcId="{1FBC92DF-E33F-48CF-BA37-0313B919B47C}" destId="{96E9059B-A25A-40BB-93D6-82D4A6865631}" srcOrd="3" destOrd="0" presId="urn:microsoft.com/office/officeart/2008/layout/IncreasingCircleProcess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B981E3-31B1-4944-B603-C6CE979B5D82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58B4669-1B81-4A54-A18E-00CB5F844619}">
      <dgm:prSet phldrT="[Text]" custT="1"/>
      <dgm:spPr/>
      <dgm:t>
        <a:bodyPr anchor="ctr"/>
        <a:lstStyle/>
        <a:p>
          <a:r>
            <a:rPr lang="fr-FR" sz="14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de valeurs nulles dans la table Vente</a:t>
          </a:r>
          <a:r>
            <a:rPr lang="fr-FR" sz="1400" u="none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(extrait)</a:t>
          </a:r>
          <a:endParaRPr lang="fr-FR" sz="1400" u="none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204BF76-502F-48FF-943A-0F5561E8B9C3}" type="parTrans" cxnId="{176C0D11-AEE0-4C5D-9190-042AF38A8F7E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9D2B7A3-D076-47AA-A95E-7F9D40C1807A}" type="sibTrans" cxnId="{176C0D11-AEE0-4C5D-9190-042AF38A8F7E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337EBB3-67BC-4F23-A4EC-7BFCBB04E1BD}">
      <dgm:prSet phldrT="[Text]" custT="1"/>
      <dgm:spPr/>
      <dgm:t>
        <a:bodyPr/>
        <a:lstStyle/>
        <a:p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 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"Vente" </a:t>
          </a:r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 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"Table", </a:t>
          </a:r>
          <a:r>
            <a:rPr lang="fr-FR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Nb_nulls_ID_vente</a:t>
          </a:r>
          <a:r>
            <a:rPr lang="fr-FR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fr-FR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Nb_nulls_Valeur</a:t>
          </a:r>
          <a:endParaRPr lang="fr-FR" sz="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FCF68DB-F3ED-4893-B769-7400CE20C03F}" type="parTrans" cxnId="{AC95FE61-EF46-463B-84A0-2D364B799EED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A450C64-90FF-44DC-B2A5-153083F5D3F9}" type="sibTrans" cxnId="{AC95FE61-EF46-463B-84A0-2D364B799EED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3AAC2E6-3A9E-4CDC-A942-2D1D213496B3}">
      <dgm:prSet custT="1"/>
      <dgm:spPr/>
      <dgm:t>
        <a:bodyPr/>
        <a:lstStyle/>
        <a:p>
          <a:r>
            <a:rPr lang="fr-FR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 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 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Count(*)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 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</a:t>
          </a:r>
          <a:r>
            <a:rPr lang="en-US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Nb_nulls_ID_vente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 </a:t>
          </a:r>
          <a:r>
            <a:rPr lang="en-US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Vente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 </a:t>
          </a:r>
          <a:r>
            <a:rPr lang="en-US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ID_vente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NULL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),</a:t>
          </a:r>
          <a:endParaRPr lang="fr-FR" sz="900" b="1"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130E34E-AF38-41BA-8176-68AB501126E3}" type="parTrans" cxnId="{68573B2F-2A9A-4B33-A27D-D5B250C3F623}">
      <dgm:prSet/>
      <dgm:spPr/>
      <dgm:t>
        <a:bodyPr/>
        <a:lstStyle/>
        <a:p>
          <a:endParaRPr lang="fr-FR"/>
        </a:p>
      </dgm:t>
    </dgm:pt>
    <dgm:pt modelId="{783564A8-1DAD-4645-8ED0-DEF3835EB05E}" type="sibTrans" cxnId="{68573B2F-2A9A-4B33-A27D-D5B250C3F623}">
      <dgm:prSet/>
      <dgm:spPr/>
      <dgm:t>
        <a:bodyPr/>
        <a:lstStyle/>
        <a:p>
          <a:endParaRPr lang="fr-FR"/>
        </a:p>
      </dgm:t>
    </dgm:pt>
    <dgm:pt modelId="{9F9725CD-7C21-4E2E-9EA6-CC5ED86B1E3D}">
      <dgm:prSet custT="1"/>
      <dgm:spPr/>
      <dgm:t>
        <a:bodyPr/>
        <a:lstStyle/>
        <a:p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           (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 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Count(*)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 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</a:t>
          </a:r>
          <a:r>
            <a:rPr lang="en-US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Nb_nulls_Valeur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 </a:t>
          </a:r>
          <a:r>
            <a:rPr lang="en-US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Vente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 </a:t>
          </a:r>
          <a:r>
            <a:rPr lang="en-US" sz="9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Valeur_fonciere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IS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NULL</a:t>
          </a:r>
          <a:r>
            <a:rPr lang="en-US" sz="9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900"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9EE9A88-D321-4F96-841C-2080A475DBD7}" type="parTrans" cxnId="{D4D6286D-6782-4E9B-B745-AB4A26273759}">
      <dgm:prSet/>
      <dgm:spPr/>
      <dgm:t>
        <a:bodyPr/>
        <a:lstStyle/>
        <a:p>
          <a:endParaRPr lang="fr-FR"/>
        </a:p>
      </dgm:t>
    </dgm:pt>
    <dgm:pt modelId="{8B32A310-0992-4F13-8F09-F313479D44D0}" type="sibTrans" cxnId="{D4D6286D-6782-4E9B-B745-AB4A26273759}">
      <dgm:prSet/>
      <dgm:spPr/>
      <dgm:t>
        <a:bodyPr/>
        <a:lstStyle/>
        <a:p>
          <a:endParaRPr lang="fr-FR"/>
        </a:p>
      </dgm:t>
    </dgm:pt>
    <dgm:pt modelId="{3F4065CB-879F-4ED4-BE6C-3B87801EC8FD}" type="pres">
      <dgm:prSet presAssocID="{F6B981E3-31B1-4944-B603-C6CE979B5D82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E4421C87-4989-4468-9122-113EE63A6DBB}" type="pres">
      <dgm:prSet presAssocID="{F58B4669-1B81-4A54-A18E-00CB5F844619}" presName="composite" presStyleCnt="0"/>
      <dgm:spPr/>
    </dgm:pt>
    <dgm:pt modelId="{C2410D57-5556-40E9-8D39-EBFB4AA514C5}" type="pres">
      <dgm:prSet presAssocID="{F58B4669-1B81-4A54-A18E-00CB5F844619}" presName="BackAccent" presStyleLbl="bgShp" presStyleIdx="0" presStyleCnt="1" custScaleX="145457" custScaleY="145457" custLinFactX="-198420" custLinFactNeighborX="-200000"/>
      <dgm:spPr/>
    </dgm:pt>
    <dgm:pt modelId="{6FF049B8-D266-45DE-B18A-2B71CA10BF33}" type="pres">
      <dgm:prSet presAssocID="{F58B4669-1B81-4A54-A18E-00CB5F844619}" presName="Accent" presStyleLbl="alignNode1" presStyleIdx="0" presStyleCnt="1" custScaleX="136366" custScaleY="136366" custLinFactX="-200000" custLinFactNeighborX="-297929" custLinFactNeighborY="-2872"/>
      <dgm:spPr/>
    </dgm:pt>
    <dgm:pt modelId="{3572AC2A-363E-4720-B27C-3824C59282EE}" type="pres">
      <dgm:prSet presAssocID="{F58B4669-1B81-4A54-A18E-00CB5F844619}" presName="Child" presStyleLbl="revTx" presStyleIdx="0" presStyleCnt="2" custScaleX="508076" custScaleY="86364" custLinFactNeighborX="93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FEAD972-F740-4A26-A670-637030BB4926}" type="pres">
      <dgm:prSet presAssocID="{F58B4669-1B81-4A54-A18E-00CB5F844619}" presName="Parent" presStyleLbl="revTx" presStyleIdx="1" presStyleCnt="2" custScaleX="450713" custLinFactNeighborX="4309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8573B2F-2A9A-4B33-A27D-D5B250C3F623}" srcId="{F58B4669-1B81-4A54-A18E-00CB5F844619}" destId="{F3AAC2E6-3A9E-4CDC-A942-2D1D213496B3}" srcOrd="1" destOrd="0" parTransId="{E130E34E-AF38-41BA-8176-68AB501126E3}" sibTransId="{783564A8-1DAD-4645-8ED0-DEF3835EB05E}"/>
    <dgm:cxn modelId="{985F2DB7-AF6A-4881-97C9-D006C7BE1ED8}" type="presOf" srcId="{F3AAC2E6-3A9E-4CDC-A942-2D1D213496B3}" destId="{3572AC2A-363E-4720-B27C-3824C59282EE}" srcOrd="0" destOrd="1" presId="urn:microsoft.com/office/officeart/2008/layout/IncreasingCircleProcess"/>
    <dgm:cxn modelId="{176C0D11-AEE0-4C5D-9190-042AF38A8F7E}" srcId="{F6B981E3-31B1-4944-B603-C6CE979B5D82}" destId="{F58B4669-1B81-4A54-A18E-00CB5F844619}" srcOrd="0" destOrd="0" parTransId="{8204BF76-502F-48FF-943A-0F5561E8B9C3}" sibTransId="{79D2B7A3-D076-47AA-A95E-7F9D40C1807A}"/>
    <dgm:cxn modelId="{BAFDB643-C830-448C-8579-ED3DF587D670}" type="presOf" srcId="{F6B981E3-31B1-4944-B603-C6CE979B5D82}" destId="{3F4065CB-879F-4ED4-BE6C-3B87801EC8FD}" srcOrd="0" destOrd="0" presId="urn:microsoft.com/office/officeart/2008/layout/IncreasingCircleProcess"/>
    <dgm:cxn modelId="{4BC1B0A3-F377-47B5-BB77-597209B672D2}" type="presOf" srcId="{F58B4669-1B81-4A54-A18E-00CB5F844619}" destId="{2FEAD972-F740-4A26-A670-637030BB4926}" srcOrd="0" destOrd="0" presId="urn:microsoft.com/office/officeart/2008/layout/IncreasingCircleProcess"/>
    <dgm:cxn modelId="{A57A0B27-1695-4118-A93E-4D9FD76DC2D1}" type="presOf" srcId="{9F9725CD-7C21-4E2E-9EA6-CC5ED86B1E3D}" destId="{3572AC2A-363E-4720-B27C-3824C59282EE}" srcOrd="0" destOrd="2" presId="urn:microsoft.com/office/officeart/2008/layout/IncreasingCircleProcess"/>
    <dgm:cxn modelId="{D4D6286D-6782-4E9B-B745-AB4A26273759}" srcId="{F58B4669-1B81-4A54-A18E-00CB5F844619}" destId="{9F9725CD-7C21-4E2E-9EA6-CC5ED86B1E3D}" srcOrd="2" destOrd="0" parTransId="{89EE9A88-D321-4F96-841C-2080A475DBD7}" sibTransId="{8B32A310-0992-4F13-8F09-F313479D44D0}"/>
    <dgm:cxn modelId="{AC95FE61-EF46-463B-84A0-2D364B799EED}" srcId="{F58B4669-1B81-4A54-A18E-00CB5F844619}" destId="{5337EBB3-67BC-4F23-A4EC-7BFCBB04E1BD}" srcOrd="0" destOrd="0" parTransId="{3FCF68DB-F3ED-4893-B769-7400CE20C03F}" sibTransId="{DA450C64-90FF-44DC-B2A5-153083F5D3F9}"/>
    <dgm:cxn modelId="{E0E998BF-2D86-45E9-BF3D-3384D97986C2}" type="presOf" srcId="{5337EBB3-67BC-4F23-A4EC-7BFCBB04E1BD}" destId="{3572AC2A-363E-4720-B27C-3824C59282EE}" srcOrd="0" destOrd="0" presId="urn:microsoft.com/office/officeart/2008/layout/IncreasingCircleProcess"/>
    <dgm:cxn modelId="{648A1AC7-2CAE-48C1-8743-E1D703D7FE32}" type="presParOf" srcId="{3F4065CB-879F-4ED4-BE6C-3B87801EC8FD}" destId="{E4421C87-4989-4468-9122-113EE63A6DBB}" srcOrd="0" destOrd="0" presId="urn:microsoft.com/office/officeart/2008/layout/IncreasingCircleProcess"/>
    <dgm:cxn modelId="{CE418471-1AC6-4B11-A68D-6C3E0ED5A37C}" type="presParOf" srcId="{E4421C87-4989-4468-9122-113EE63A6DBB}" destId="{C2410D57-5556-40E9-8D39-EBFB4AA514C5}" srcOrd="0" destOrd="0" presId="urn:microsoft.com/office/officeart/2008/layout/IncreasingCircleProcess"/>
    <dgm:cxn modelId="{EBFD9623-D387-41DC-B307-B203448429C4}" type="presParOf" srcId="{E4421C87-4989-4468-9122-113EE63A6DBB}" destId="{6FF049B8-D266-45DE-B18A-2B71CA10BF33}" srcOrd="1" destOrd="0" presId="urn:microsoft.com/office/officeart/2008/layout/IncreasingCircleProcess"/>
    <dgm:cxn modelId="{6C64CB54-01FF-4FA5-BA80-C2E055DF05BD}" type="presParOf" srcId="{E4421C87-4989-4468-9122-113EE63A6DBB}" destId="{3572AC2A-363E-4720-B27C-3824C59282EE}" srcOrd="2" destOrd="0" presId="urn:microsoft.com/office/officeart/2008/layout/IncreasingCircleProcess"/>
    <dgm:cxn modelId="{F27910A0-99EE-475D-ACE6-528A62A07F9A}" type="presParOf" srcId="{E4421C87-4989-4468-9122-113EE63A6DBB}" destId="{2FEAD972-F740-4A26-A670-637030BB4926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426B5B-92AF-4A3F-B1E0-8BC13149391B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E75B4B2-CCE2-4B1F-BAAE-0430008F4F81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4. Liste des 10 départements où le prix au m² est le plus élevé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17251AB-E17E-4E74-8483-C302439951EA}" type="parTrans" cxnId="{25AF109B-A9B2-43E7-BC88-569C223F05A0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D853370-AC85-4A78-954B-1FEDF8ECE45F}" type="sibTrans" cxnId="{25AF109B-A9B2-43E7-BC88-569C223F05A0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987B810-FAA5-4187-8955-F774C0B0F8E6}">
      <dgm:prSet phldrT="[Text]" custT="1"/>
      <dgm:spPr/>
      <dgm:t>
        <a:bodyPr anchor="ctr"/>
        <a:lstStyle/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Nom_dep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Departement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", Round(AVG(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Valeur_fonciere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/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Surface_Carrez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), 2)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"Prix_moyen_m²"</a:t>
          </a:r>
        </a:p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</a:t>
          </a:r>
        </a:p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JOIN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Bien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Vente.ID_bien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=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Bien.ID_bien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JOIN 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Commune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ON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Bien.ID_com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=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Commune.ID_com</a:t>
          </a:r>
          <a:endParaRPr lang="fr-FR" sz="10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GROUP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BY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Nom_dep</a:t>
          </a:r>
          <a:endParaRPr lang="fr-FR" sz="10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ORDER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BY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"Prix_moyen_m²"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DESC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10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029512B-ECF5-451B-8061-85E2C5570A89}" type="parTrans" cxnId="{384B772B-33F4-4474-B039-0F8350BE03AA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66E2006-2A6A-4E49-A206-4F4A3B9775D3}" type="sibTrans" cxnId="{384B772B-33F4-4474-B039-0F8350BE03AA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31ADDD8-62E5-4E77-9733-0F1BE179236C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7. Taux d’évolution du nombre de ventes entre le 1</a:t>
          </a:r>
          <a:r>
            <a:rPr lang="fr-FR" sz="1200" baseline="30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er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et le 2</a:t>
          </a:r>
          <a:r>
            <a:rPr lang="fr-FR" sz="1200" baseline="30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nd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trimestre 2020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B63206D-3424-42D4-B761-76EF46971A92}" type="parTrans" cxnId="{345EEC67-10C8-4F45-88D0-565CA66DE6D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10DFDC8-3FA5-4351-9C8B-078FDDA43932}" type="sibTrans" cxnId="{345EEC67-10C8-4F45-88D0-565CA66DE6D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9C56408-608C-49C1-BF89-A9C7D57AA98B}">
      <dgm:prSet phldrT="[Text]" custT="1"/>
      <dgm:spPr/>
      <dgm:t>
        <a:bodyPr anchor="ctr"/>
        <a:lstStyle/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Ventes_T1, Ventes_T2, Round(((Ventes_T2-Ventes_T1)*100.0/Ventes_T1), 2)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"Taux_Evolution_T1/T2"</a:t>
          </a:r>
        </a:p>
        <a:p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endParaRPr lang="fr-FR" sz="10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Count(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ID_vente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"Ventes_T1"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Date_mutation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BETWEEN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"2020/01/01"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AND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"2020/03/31"), </a:t>
          </a:r>
        </a:p>
        <a:p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Count(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ID_vente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"Ventes_T2"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Date_mutation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BETWEEN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"2020/04/01" </a:t>
          </a:r>
          <a:r>
            <a:rPr lang="fr-FR" sz="1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AND</a:t>
          </a: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"2020/06/30")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77DA884-0D04-405E-BC08-503C0E3CBEA6}" type="parTrans" cxnId="{E0E14B10-8325-4941-B2A0-02488918D2F6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32B8EEF-991C-4787-A396-9FDF59DE6E4B}" type="sibTrans" cxnId="{E0E14B10-8325-4941-B2A0-02488918D2F6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F6E4740-1D65-4188-B161-1A044C58DC80}" type="pres">
      <dgm:prSet presAssocID="{A2426B5B-92AF-4A3F-B1E0-8BC13149391B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7B5AEFDE-C5B9-4213-A906-6790184EA1D9}" type="pres">
      <dgm:prSet presAssocID="{1E75B4B2-CCE2-4B1F-BAAE-0430008F4F81}" presName="thickLine" presStyleLbl="alignNode1" presStyleIdx="0" presStyleCnt="2"/>
      <dgm:spPr/>
      <dgm:t>
        <a:bodyPr/>
        <a:lstStyle/>
        <a:p>
          <a:endParaRPr lang="fr-FR"/>
        </a:p>
      </dgm:t>
    </dgm:pt>
    <dgm:pt modelId="{2111C03D-F2D4-4B87-B3D9-C0138905EEBF}" type="pres">
      <dgm:prSet presAssocID="{1E75B4B2-CCE2-4B1F-BAAE-0430008F4F81}" presName="horz1" presStyleCnt="0"/>
      <dgm:spPr/>
    </dgm:pt>
    <dgm:pt modelId="{E618A437-13D3-4889-A490-7617A7B8AA51}" type="pres">
      <dgm:prSet presAssocID="{1E75B4B2-CCE2-4B1F-BAAE-0430008F4F81}" presName="tx1" presStyleLbl="revTx" presStyleIdx="0" presStyleCnt="4" custScaleX="137353"/>
      <dgm:spPr/>
      <dgm:t>
        <a:bodyPr/>
        <a:lstStyle/>
        <a:p>
          <a:endParaRPr lang="fr-FR"/>
        </a:p>
      </dgm:t>
    </dgm:pt>
    <dgm:pt modelId="{76D25D7E-B920-4F9E-B3E0-C1C14AB7A4A1}" type="pres">
      <dgm:prSet presAssocID="{1E75B4B2-CCE2-4B1F-BAAE-0430008F4F81}" presName="vert1" presStyleCnt="0"/>
      <dgm:spPr/>
    </dgm:pt>
    <dgm:pt modelId="{016E168E-60DA-4D52-900D-E33A37290F30}" type="pres">
      <dgm:prSet presAssocID="{A987B810-FAA5-4187-8955-F774C0B0F8E6}" presName="vertSpace2a" presStyleCnt="0"/>
      <dgm:spPr/>
    </dgm:pt>
    <dgm:pt modelId="{CC6CEB75-27F4-4D8F-8524-9B12F2F7395D}" type="pres">
      <dgm:prSet presAssocID="{A987B810-FAA5-4187-8955-F774C0B0F8E6}" presName="horz2" presStyleCnt="0"/>
      <dgm:spPr/>
    </dgm:pt>
    <dgm:pt modelId="{ED40BACD-51E8-44D5-8762-52A3977BFCAA}" type="pres">
      <dgm:prSet presAssocID="{A987B810-FAA5-4187-8955-F774C0B0F8E6}" presName="horzSpace2" presStyleCnt="0"/>
      <dgm:spPr/>
    </dgm:pt>
    <dgm:pt modelId="{340272D3-D258-47E1-ABDA-149B4759BCB3}" type="pres">
      <dgm:prSet presAssocID="{A987B810-FAA5-4187-8955-F774C0B0F8E6}" presName="tx2" presStyleLbl="revTx" presStyleIdx="1" presStyleCnt="4" custScaleX="96019"/>
      <dgm:spPr/>
      <dgm:t>
        <a:bodyPr/>
        <a:lstStyle/>
        <a:p>
          <a:endParaRPr lang="fr-FR"/>
        </a:p>
      </dgm:t>
    </dgm:pt>
    <dgm:pt modelId="{DB2AD04A-6C69-4118-92E0-5CB45493EA2D}" type="pres">
      <dgm:prSet presAssocID="{A987B810-FAA5-4187-8955-F774C0B0F8E6}" presName="vert2" presStyleCnt="0"/>
      <dgm:spPr/>
    </dgm:pt>
    <dgm:pt modelId="{A20E1BB1-D08D-4F94-AFD4-F3A8A86607D1}" type="pres">
      <dgm:prSet presAssocID="{A987B810-FAA5-4187-8955-F774C0B0F8E6}" presName="thinLine2b" presStyleLbl="callout" presStyleIdx="0" presStyleCnt="2"/>
      <dgm:spPr/>
    </dgm:pt>
    <dgm:pt modelId="{E59E31B3-BC07-49C5-9489-3FAC6FFA126B}" type="pres">
      <dgm:prSet presAssocID="{A987B810-FAA5-4187-8955-F774C0B0F8E6}" presName="vertSpace2b" presStyleCnt="0"/>
      <dgm:spPr/>
    </dgm:pt>
    <dgm:pt modelId="{DFFF0C2C-FFD6-41D8-A911-CD688A63BF76}" type="pres">
      <dgm:prSet presAssocID="{C31ADDD8-62E5-4E77-9733-0F1BE179236C}" presName="thickLine" presStyleLbl="alignNode1" presStyleIdx="1" presStyleCnt="2"/>
      <dgm:spPr/>
    </dgm:pt>
    <dgm:pt modelId="{21113118-16B9-44ED-BDFD-7B298024937E}" type="pres">
      <dgm:prSet presAssocID="{C31ADDD8-62E5-4E77-9733-0F1BE179236C}" presName="horz1" presStyleCnt="0"/>
      <dgm:spPr/>
    </dgm:pt>
    <dgm:pt modelId="{1F9AAFC2-06CE-4422-B34F-50A3D3D61CE0}" type="pres">
      <dgm:prSet presAssocID="{C31ADDD8-62E5-4E77-9733-0F1BE179236C}" presName="tx1" presStyleLbl="revTx" presStyleIdx="2" presStyleCnt="4" custScaleX="137353"/>
      <dgm:spPr/>
      <dgm:t>
        <a:bodyPr/>
        <a:lstStyle/>
        <a:p>
          <a:endParaRPr lang="fr-FR"/>
        </a:p>
      </dgm:t>
    </dgm:pt>
    <dgm:pt modelId="{AE2836CF-C81C-4466-9EBD-0A7A762000F9}" type="pres">
      <dgm:prSet presAssocID="{C31ADDD8-62E5-4E77-9733-0F1BE179236C}" presName="vert1" presStyleCnt="0"/>
      <dgm:spPr/>
    </dgm:pt>
    <dgm:pt modelId="{C0EA8606-7275-4E89-BAE3-A329493D7226}" type="pres">
      <dgm:prSet presAssocID="{69C56408-608C-49C1-BF89-A9C7D57AA98B}" presName="vertSpace2a" presStyleCnt="0"/>
      <dgm:spPr/>
    </dgm:pt>
    <dgm:pt modelId="{EA46BB17-011E-4BD0-B8B4-F21CEA323A5A}" type="pres">
      <dgm:prSet presAssocID="{69C56408-608C-49C1-BF89-A9C7D57AA98B}" presName="horz2" presStyleCnt="0"/>
      <dgm:spPr/>
    </dgm:pt>
    <dgm:pt modelId="{28250598-D1DC-4E73-9F8F-6BAFFB7031B7}" type="pres">
      <dgm:prSet presAssocID="{69C56408-608C-49C1-BF89-A9C7D57AA98B}" presName="horzSpace2" presStyleCnt="0"/>
      <dgm:spPr/>
    </dgm:pt>
    <dgm:pt modelId="{FD0C849A-B49A-41BD-9D1A-74BC6DD54632}" type="pres">
      <dgm:prSet presAssocID="{69C56408-608C-49C1-BF89-A9C7D57AA98B}" presName="tx2" presStyleLbl="revTx" presStyleIdx="3" presStyleCnt="4" custScaleX="96019"/>
      <dgm:spPr/>
      <dgm:t>
        <a:bodyPr/>
        <a:lstStyle/>
        <a:p>
          <a:endParaRPr lang="fr-FR"/>
        </a:p>
      </dgm:t>
    </dgm:pt>
    <dgm:pt modelId="{A5AF6ACF-7925-490F-AB26-0248BFC5E4A8}" type="pres">
      <dgm:prSet presAssocID="{69C56408-608C-49C1-BF89-A9C7D57AA98B}" presName="vert2" presStyleCnt="0"/>
      <dgm:spPr/>
    </dgm:pt>
    <dgm:pt modelId="{A980B952-68A4-427B-8465-CC0F2B490E8E}" type="pres">
      <dgm:prSet presAssocID="{69C56408-608C-49C1-BF89-A9C7D57AA98B}" presName="thinLine2b" presStyleLbl="callout" presStyleIdx="1" presStyleCnt="2"/>
      <dgm:spPr/>
    </dgm:pt>
    <dgm:pt modelId="{6072BD4B-F15B-4CEF-966C-982718507429}" type="pres">
      <dgm:prSet presAssocID="{69C56408-608C-49C1-BF89-A9C7D57AA98B}" presName="vertSpace2b" presStyleCnt="0"/>
      <dgm:spPr/>
    </dgm:pt>
  </dgm:ptLst>
  <dgm:cxnLst>
    <dgm:cxn modelId="{384B772B-33F4-4474-B039-0F8350BE03AA}" srcId="{1E75B4B2-CCE2-4B1F-BAAE-0430008F4F81}" destId="{A987B810-FAA5-4187-8955-F774C0B0F8E6}" srcOrd="0" destOrd="0" parTransId="{A029512B-ECF5-451B-8061-85E2C5570A89}" sibTransId="{366E2006-2A6A-4E49-A206-4F4A3B9775D3}"/>
    <dgm:cxn modelId="{EE4DC030-2AAE-43B8-9EB3-D33925871EE2}" type="presOf" srcId="{69C56408-608C-49C1-BF89-A9C7D57AA98B}" destId="{FD0C849A-B49A-41BD-9D1A-74BC6DD54632}" srcOrd="0" destOrd="0" presId="urn:microsoft.com/office/officeart/2008/layout/LinedList"/>
    <dgm:cxn modelId="{E0E14B10-8325-4941-B2A0-02488918D2F6}" srcId="{C31ADDD8-62E5-4E77-9733-0F1BE179236C}" destId="{69C56408-608C-49C1-BF89-A9C7D57AA98B}" srcOrd="0" destOrd="0" parTransId="{477DA884-0D04-405E-BC08-503C0E3CBEA6}" sibTransId="{932B8EEF-991C-4787-A396-9FDF59DE6E4B}"/>
    <dgm:cxn modelId="{49B664BF-B3E3-4FD3-8A6C-A6E3E17EF283}" type="presOf" srcId="{C31ADDD8-62E5-4E77-9733-0F1BE179236C}" destId="{1F9AAFC2-06CE-4422-B34F-50A3D3D61CE0}" srcOrd="0" destOrd="0" presId="urn:microsoft.com/office/officeart/2008/layout/LinedList"/>
    <dgm:cxn modelId="{25AF109B-A9B2-43E7-BC88-569C223F05A0}" srcId="{A2426B5B-92AF-4A3F-B1E0-8BC13149391B}" destId="{1E75B4B2-CCE2-4B1F-BAAE-0430008F4F81}" srcOrd="0" destOrd="0" parTransId="{517251AB-E17E-4E74-8483-C302439951EA}" sibTransId="{9D853370-AC85-4A78-954B-1FEDF8ECE45F}"/>
    <dgm:cxn modelId="{088CD21C-F530-42D5-9662-921EA6D2381F}" type="presOf" srcId="{A987B810-FAA5-4187-8955-F774C0B0F8E6}" destId="{340272D3-D258-47E1-ABDA-149B4759BCB3}" srcOrd="0" destOrd="0" presId="urn:microsoft.com/office/officeart/2008/layout/LinedList"/>
    <dgm:cxn modelId="{345EEC67-10C8-4F45-88D0-565CA66DE6D5}" srcId="{A2426B5B-92AF-4A3F-B1E0-8BC13149391B}" destId="{C31ADDD8-62E5-4E77-9733-0F1BE179236C}" srcOrd="1" destOrd="0" parTransId="{3B63206D-3424-42D4-B761-76EF46971A92}" sibTransId="{910DFDC8-3FA5-4351-9C8B-078FDDA43932}"/>
    <dgm:cxn modelId="{CAFD08D6-5A21-4C9F-8880-DDB7D2B2B2BA}" type="presOf" srcId="{A2426B5B-92AF-4A3F-B1E0-8BC13149391B}" destId="{FF6E4740-1D65-4188-B161-1A044C58DC80}" srcOrd="0" destOrd="0" presId="urn:microsoft.com/office/officeart/2008/layout/LinedList"/>
    <dgm:cxn modelId="{A6EDACC7-C5E7-4B40-8DBF-3CDD4AFABE57}" type="presOf" srcId="{1E75B4B2-CCE2-4B1F-BAAE-0430008F4F81}" destId="{E618A437-13D3-4889-A490-7617A7B8AA51}" srcOrd="0" destOrd="0" presId="urn:microsoft.com/office/officeart/2008/layout/LinedList"/>
    <dgm:cxn modelId="{3527076C-9AB5-46FF-8DFB-5BC466B3EA7F}" type="presParOf" srcId="{FF6E4740-1D65-4188-B161-1A044C58DC80}" destId="{7B5AEFDE-C5B9-4213-A906-6790184EA1D9}" srcOrd="0" destOrd="0" presId="urn:microsoft.com/office/officeart/2008/layout/LinedList"/>
    <dgm:cxn modelId="{116A2716-099C-4DC7-BFFB-2920B4CC401E}" type="presParOf" srcId="{FF6E4740-1D65-4188-B161-1A044C58DC80}" destId="{2111C03D-F2D4-4B87-B3D9-C0138905EEBF}" srcOrd="1" destOrd="0" presId="urn:microsoft.com/office/officeart/2008/layout/LinedList"/>
    <dgm:cxn modelId="{DB3EB59C-0FAF-488D-8673-7AA4D698A3E6}" type="presParOf" srcId="{2111C03D-F2D4-4B87-B3D9-C0138905EEBF}" destId="{E618A437-13D3-4889-A490-7617A7B8AA51}" srcOrd="0" destOrd="0" presId="urn:microsoft.com/office/officeart/2008/layout/LinedList"/>
    <dgm:cxn modelId="{E3C2D22B-52DB-4CA8-9E4D-DE280901FE3E}" type="presParOf" srcId="{2111C03D-F2D4-4B87-B3D9-C0138905EEBF}" destId="{76D25D7E-B920-4F9E-B3E0-C1C14AB7A4A1}" srcOrd="1" destOrd="0" presId="urn:microsoft.com/office/officeart/2008/layout/LinedList"/>
    <dgm:cxn modelId="{7B3ACA04-E477-4A48-B6D8-B2C39E7F6A89}" type="presParOf" srcId="{76D25D7E-B920-4F9E-B3E0-C1C14AB7A4A1}" destId="{016E168E-60DA-4D52-900D-E33A37290F30}" srcOrd="0" destOrd="0" presId="urn:microsoft.com/office/officeart/2008/layout/LinedList"/>
    <dgm:cxn modelId="{22CC3090-511C-4BA1-8D87-13820370C4F6}" type="presParOf" srcId="{76D25D7E-B920-4F9E-B3E0-C1C14AB7A4A1}" destId="{CC6CEB75-27F4-4D8F-8524-9B12F2F7395D}" srcOrd="1" destOrd="0" presId="urn:microsoft.com/office/officeart/2008/layout/LinedList"/>
    <dgm:cxn modelId="{52A6B930-CFCD-4C05-8EEC-5C803C8A47D7}" type="presParOf" srcId="{CC6CEB75-27F4-4D8F-8524-9B12F2F7395D}" destId="{ED40BACD-51E8-44D5-8762-52A3977BFCAA}" srcOrd="0" destOrd="0" presId="urn:microsoft.com/office/officeart/2008/layout/LinedList"/>
    <dgm:cxn modelId="{965AE706-6313-4EB6-860B-373AC6096F7A}" type="presParOf" srcId="{CC6CEB75-27F4-4D8F-8524-9B12F2F7395D}" destId="{340272D3-D258-47E1-ABDA-149B4759BCB3}" srcOrd="1" destOrd="0" presId="urn:microsoft.com/office/officeart/2008/layout/LinedList"/>
    <dgm:cxn modelId="{D06C5EBA-AC4D-45F4-A0FA-E47DD3D18D98}" type="presParOf" srcId="{CC6CEB75-27F4-4D8F-8524-9B12F2F7395D}" destId="{DB2AD04A-6C69-4118-92E0-5CB45493EA2D}" srcOrd="2" destOrd="0" presId="urn:microsoft.com/office/officeart/2008/layout/LinedList"/>
    <dgm:cxn modelId="{FBA4A639-56A6-4E10-80A0-E1A782A63F5F}" type="presParOf" srcId="{76D25D7E-B920-4F9E-B3E0-C1C14AB7A4A1}" destId="{A20E1BB1-D08D-4F94-AFD4-F3A8A86607D1}" srcOrd="2" destOrd="0" presId="urn:microsoft.com/office/officeart/2008/layout/LinedList"/>
    <dgm:cxn modelId="{5F9DED61-DDA5-43E9-BBB5-F2661ED5885E}" type="presParOf" srcId="{76D25D7E-B920-4F9E-B3E0-C1C14AB7A4A1}" destId="{E59E31B3-BC07-49C5-9489-3FAC6FFA126B}" srcOrd="3" destOrd="0" presId="urn:microsoft.com/office/officeart/2008/layout/LinedList"/>
    <dgm:cxn modelId="{EBDCD0D8-C34B-4453-A612-EAB39D55A4B9}" type="presParOf" srcId="{FF6E4740-1D65-4188-B161-1A044C58DC80}" destId="{DFFF0C2C-FFD6-41D8-A911-CD688A63BF76}" srcOrd="2" destOrd="0" presId="urn:microsoft.com/office/officeart/2008/layout/LinedList"/>
    <dgm:cxn modelId="{130FE709-7599-47B6-99E5-7D68F92A1231}" type="presParOf" srcId="{FF6E4740-1D65-4188-B161-1A044C58DC80}" destId="{21113118-16B9-44ED-BDFD-7B298024937E}" srcOrd="3" destOrd="0" presId="urn:microsoft.com/office/officeart/2008/layout/LinedList"/>
    <dgm:cxn modelId="{64C96D27-0FB9-422B-A310-1601E5A5938E}" type="presParOf" srcId="{21113118-16B9-44ED-BDFD-7B298024937E}" destId="{1F9AAFC2-06CE-4422-B34F-50A3D3D61CE0}" srcOrd="0" destOrd="0" presId="urn:microsoft.com/office/officeart/2008/layout/LinedList"/>
    <dgm:cxn modelId="{9F4548D5-1BAC-4FE5-A4B4-A74F61BB6DD8}" type="presParOf" srcId="{21113118-16B9-44ED-BDFD-7B298024937E}" destId="{AE2836CF-C81C-4466-9EBD-0A7A762000F9}" srcOrd="1" destOrd="0" presId="urn:microsoft.com/office/officeart/2008/layout/LinedList"/>
    <dgm:cxn modelId="{E1828182-48C8-4691-875C-80742C248757}" type="presParOf" srcId="{AE2836CF-C81C-4466-9EBD-0A7A762000F9}" destId="{C0EA8606-7275-4E89-BAE3-A329493D7226}" srcOrd="0" destOrd="0" presId="urn:microsoft.com/office/officeart/2008/layout/LinedList"/>
    <dgm:cxn modelId="{91F5B5E5-953C-46B0-B744-EDC2B86AB2D2}" type="presParOf" srcId="{AE2836CF-C81C-4466-9EBD-0A7A762000F9}" destId="{EA46BB17-011E-4BD0-B8B4-F21CEA323A5A}" srcOrd="1" destOrd="0" presId="urn:microsoft.com/office/officeart/2008/layout/LinedList"/>
    <dgm:cxn modelId="{23670425-9415-4B41-B117-4D764918AB77}" type="presParOf" srcId="{EA46BB17-011E-4BD0-B8B4-F21CEA323A5A}" destId="{28250598-D1DC-4E73-9F8F-6BAFFB7031B7}" srcOrd="0" destOrd="0" presId="urn:microsoft.com/office/officeart/2008/layout/LinedList"/>
    <dgm:cxn modelId="{1499C89F-548A-4CAD-8458-386898DF4052}" type="presParOf" srcId="{EA46BB17-011E-4BD0-B8B4-F21CEA323A5A}" destId="{FD0C849A-B49A-41BD-9D1A-74BC6DD54632}" srcOrd="1" destOrd="0" presId="urn:microsoft.com/office/officeart/2008/layout/LinedList"/>
    <dgm:cxn modelId="{D681E49D-8A56-454D-878C-BB58E69C4A2A}" type="presParOf" srcId="{EA46BB17-011E-4BD0-B8B4-F21CEA323A5A}" destId="{A5AF6ACF-7925-490F-AB26-0248BFC5E4A8}" srcOrd="2" destOrd="0" presId="urn:microsoft.com/office/officeart/2008/layout/LinedList"/>
    <dgm:cxn modelId="{89150593-90B6-4AF8-9F00-50B4E80BDB1D}" type="presParOf" srcId="{AE2836CF-C81C-4466-9EBD-0A7A762000F9}" destId="{A980B952-68A4-427B-8465-CC0F2B490E8E}" srcOrd="2" destOrd="0" presId="urn:microsoft.com/office/officeart/2008/layout/LinedList"/>
    <dgm:cxn modelId="{9BCD07E4-EDFC-4D2E-A069-F2D9635CE07B}" type="presParOf" srcId="{AE2836CF-C81C-4466-9EBD-0A7A762000F9}" destId="{6072BD4B-F15B-4CEF-966C-982718507429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7B7DC9-3062-4A44-8D11-F740DAD6A95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142862E-8022-4621-ACCA-5ADF9FF87821}">
      <dgm:prSet phldrT="[Text]" custT="1"/>
      <dgm:spPr/>
      <dgm:t>
        <a:bodyPr/>
        <a:lstStyle/>
        <a:p>
          <a:pPr algn="ctr"/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BDD</a:t>
          </a:r>
          <a:r>
            <a:rPr lang="fr-FR" sz="14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créée et opérationnelle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0E37485-F839-46A7-A7E4-1DEA93FBFD5E}" type="parTrans" cxnId="{4D2D1A12-BD0D-47A0-BC8F-D3E22296DA8E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EDDD576-00BD-46D5-86F8-61D9D4E503EA}" type="sibTrans" cxnId="{4D2D1A12-BD0D-47A0-BC8F-D3E22296DA8E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5425EDB-CE77-4F33-A6F1-4E8041BC71BB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Possibilité de modifier et/ou ajouter des données pour les prochaines analyses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93DCE98-9231-4AEC-A3AA-9665024AC7DF}" type="parTrans" cxnId="{3F264ED8-9C35-40EE-9475-662BAAA1242B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4446132-9771-46A2-8821-395C3114F67E}" type="sibTrans" cxnId="{3F264ED8-9C35-40EE-9475-662BAAA1242B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DF0BFF2-1E41-49AE-8B89-1F3BD849D6BE}">
      <dgm:prSet phldrT="[Text]" custT="1"/>
      <dgm:spPr/>
      <dgm:t>
        <a:bodyPr/>
        <a:lstStyle/>
        <a:p>
          <a:pPr algn="ctr"/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</a:t>
          </a:r>
          <a:r>
            <a:rPr lang="fr-FR" sz="1400" baseline="30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ère</a:t>
          </a: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analyse effectuée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48FAA82-605A-429A-B5CB-DFA49D229F50}" type="parTrans" cxnId="{45DF05F2-BD8A-450B-B770-CECD8AA9C63C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F230C5F-4515-4F38-8498-0CDB1C17FDF6}" type="sibTrans" cxnId="{45DF05F2-BD8A-450B-B770-CECD8AA9C63C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CF4FE2E-FAC0-430B-9AEE-E3919EFB28CD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Approfondir les analyses pour l’étude de marché du S1-2020 et valider le POC</a:t>
          </a:r>
          <a:r>
            <a:rPr lang="fr-FR" sz="11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CD0799B-D58F-468B-8F20-5113896E91DB}" type="parTrans" cxnId="{0468DFDE-E136-4026-BEA4-FB431323F88F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87E9B0B-0308-4701-8376-DB963B52FA3E}" type="sibTrans" cxnId="{0468DFDE-E136-4026-BEA4-FB431323F88F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A0622E4-E914-461A-8072-914287FB40ED}">
      <dgm:prSet phldrT="[Text]" custT="1"/>
      <dgm:spPr/>
      <dgm:t>
        <a:bodyPr/>
        <a:lstStyle/>
        <a:p>
          <a:pPr algn="ctr"/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Suggestion</a:t>
          </a:r>
        </a:p>
      </dgm:t>
    </dgm:pt>
    <dgm:pt modelId="{32864653-2066-43B1-841E-0920EDBAFEC0}" type="parTrans" cxnId="{28EF8603-5E0E-4B11-AD07-3DAFDC881943}">
      <dgm:prSet/>
      <dgm:spPr/>
      <dgm:t>
        <a:bodyPr/>
        <a:lstStyle/>
        <a:p>
          <a:endParaRPr lang="fr-FR"/>
        </a:p>
      </dgm:t>
    </dgm:pt>
    <dgm:pt modelId="{258341E3-A438-47FC-BF8A-EEEF89B9AB5C}" type="sibTrans" cxnId="{28EF8603-5E0E-4B11-AD07-3DAFDC881943}">
      <dgm:prSet/>
      <dgm:spPr/>
      <dgm:t>
        <a:bodyPr/>
        <a:lstStyle/>
        <a:p>
          <a:endParaRPr lang="fr-FR"/>
        </a:p>
      </dgm:t>
    </dgm:pt>
    <dgm:pt modelId="{CD696342-83EF-4534-8D50-A1D700D30B92}">
      <dgm:prSet phldrT="[Text]" custT="1"/>
      <dgm:spPr/>
      <dgm:t>
        <a:bodyPr/>
        <a:lstStyle/>
        <a:p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Commencer par les régions extrêmes (Ile-de-France et Martinique) pour identifier les éventuelles différences puis effectuer un comparatif avec les autres régions</a:t>
          </a:r>
        </a:p>
      </dgm:t>
    </dgm:pt>
    <dgm:pt modelId="{60325D6F-822C-4EF5-9228-5D5D32BEF225}" type="parTrans" cxnId="{94658B83-C6C6-4EFF-B024-3D0A3042761A}">
      <dgm:prSet/>
      <dgm:spPr/>
      <dgm:t>
        <a:bodyPr/>
        <a:lstStyle/>
        <a:p>
          <a:endParaRPr lang="fr-FR"/>
        </a:p>
      </dgm:t>
    </dgm:pt>
    <dgm:pt modelId="{C3CDFC5D-AD4B-4ECD-BFDC-AC5B75584DB3}" type="sibTrans" cxnId="{94658B83-C6C6-4EFF-B024-3D0A3042761A}">
      <dgm:prSet/>
      <dgm:spPr/>
      <dgm:t>
        <a:bodyPr/>
        <a:lstStyle/>
        <a:p>
          <a:endParaRPr lang="fr-FR"/>
        </a:p>
      </dgm:t>
    </dgm:pt>
    <dgm:pt modelId="{D9E60E17-94ED-48B5-857F-CECC1CFA2CEE}" type="pres">
      <dgm:prSet presAssocID="{607B7DC9-3062-4A44-8D11-F740DAD6A955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699AA35C-EFCC-480B-AB64-450D163C4696}" type="pres">
      <dgm:prSet presAssocID="{5142862E-8022-4621-ACCA-5ADF9FF87821}" presName="horFlow" presStyleCnt="0"/>
      <dgm:spPr/>
    </dgm:pt>
    <dgm:pt modelId="{322C7AB7-6FDF-4079-9FE4-B000052A606F}" type="pres">
      <dgm:prSet presAssocID="{5142862E-8022-4621-ACCA-5ADF9FF87821}" presName="bigChev" presStyleLbl="node1" presStyleIdx="0" presStyleCnt="3" custScaleX="116858" custScaleY="97433" custLinFactNeighborX="-81769" custLinFactNeighborY="-768"/>
      <dgm:spPr/>
      <dgm:t>
        <a:bodyPr/>
        <a:lstStyle/>
        <a:p>
          <a:endParaRPr lang="fr-FR"/>
        </a:p>
      </dgm:t>
    </dgm:pt>
    <dgm:pt modelId="{D5FC1155-E8AA-4D0A-A748-63FF2E64E66A}" type="pres">
      <dgm:prSet presAssocID="{B93DCE98-9231-4AEC-A3AA-9665024AC7DF}" presName="parTrans" presStyleCnt="0"/>
      <dgm:spPr/>
    </dgm:pt>
    <dgm:pt modelId="{9917E5A1-C307-4078-A4EE-39DFB3576630}" type="pres">
      <dgm:prSet presAssocID="{B5425EDB-CE77-4F33-A6F1-4E8041BC71BB}" presName="node" presStyleLbl="alignAccFollowNode1" presStyleIdx="0" presStyleCnt="3" custScaleX="258684" custScaleY="108580" custLinFactNeighborX="-54315" custLinFactNeighborY="-169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CBF9B66-4574-4F31-821C-3D7D0B8B0920}" type="pres">
      <dgm:prSet presAssocID="{5142862E-8022-4621-ACCA-5ADF9FF87821}" presName="vSp" presStyleCnt="0"/>
      <dgm:spPr/>
    </dgm:pt>
    <dgm:pt modelId="{775D39E5-D5F6-48BD-BFB6-00EE2ECF914A}" type="pres">
      <dgm:prSet presAssocID="{2DF0BFF2-1E41-49AE-8B89-1F3BD849D6BE}" presName="horFlow" presStyleCnt="0"/>
      <dgm:spPr/>
    </dgm:pt>
    <dgm:pt modelId="{9211C28C-FBA2-45AB-AAEE-E3CA6A84103B}" type="pres">
      <dgm:prSet presAssocID="{2DF0BFF2-1E41-49AE-8B89-1F3BD849D6BE}" presName="bigChev" presStyleLbl="node1" presStyleIdx="1" presStyleCnt="3" custScaleX="116858" custScaleY="97433" custLinFactNeighborX="-81769" custLinFactNeighborY="-1404"/>
      <dgm:spPr/>
      <dgm:t>
        <a:bodyPr/>
        <a:lstStyle/>
        <a:p>
          <a:endParaRPr lang="fr-FR"/>
        </a:p>
      </dgm:t>
    </dgm:pt>
    <dgm:pt modelId="{0C85A83C-AB53-41B4-B33A-E5A77C0C0A03}" type="pres">
      <dgm:prSet presAssocID="{6CD0799B-D58F-468B-8F20-5113896E91DB}" presName="parTrans" presStyleCnt="0"/>
      <dgm:spPr/>
    </dgm:pt>
    <dgm:pt modelId="{240F4399-BCF5-4070-BDA7-7E9B5B60221B}" type="pres">
      <dgm:prSet presAssocID="{0CF4FE2E-FAC0-430B-9AEE-E3919EFB28CD}" presName="node" presStyleLbl="alignAccFollowNode1" presStyleIdx="1" presStyleCnt="3" custScaleX="258684" custScaleY="108580" custLinFactNeighborX="-52156" custLinFactNeighborY="-169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C75EA-1DC5-4C67-A085-DC09A2DE620E}" type="pres">
      <dgm:prSet presAssocID="{2DF0BFF2-1E41-49AE-8B89-1F3BD849D6BE}" presName="vSp" presStyleCnt="0"/>
      <dgm:spPr/>
    </dgm:pt>
    <dgm:pt modelId="{F3F31A17-362E-4067-9ADB-68B6B9C7FAD4}" type="pres">
      <dgm:prSet presAssocID="{8A0622E4-E914-461A-8072-914287FB40ED}" presName="horFlow" presStyleCnt="0"/>
      <dgm:spPr/>
    </dgm:pt>
    <dgm:pt modelId="{40920BA6-7A9C-4EFA-925B-269C41CA92ED}" type="pres">
      <dgm:prSet presAssocID="{8A0622E4-E914-461A-8072-914287FB40ED}" presName="bigChev" presStyleLbl="node1" presStyleIdx="2" presStyleCnt="3" custScaleX="116858" custScaleY="97433" custLinFactNeighborX="-81769" custLinFactNeighborY="-1404"/>
      <dgm:spPr/>
      <dgm:t>
        <a:bodyPr/>
        <a:lstStyle/>
        <a:p>
          <a:endParaRPr lang="fr-FR"/>
        </a:p>
      </dgm:t>
    </dgm:pt>
    <dgm:pt modelId="{71A836DC-530B-48A6-BB5F-625FDBA6E56F}" type="pres">
      <dgm:prSet presAssocID="{60325D6F-822C-4EF5-9228-5D5D32BEF225}" presName="parTrans" presStyleCnt="0"/>
      <dgm:spPr/>
    </dgm:pt>
    <dgm:pt modelId="{505F0569-96B8-4176-98B1-8AB607A15144}" type="pres">
      <dgm:prSet presAssocID="{CD696342-83EF-4534-8D50-A1D700D30B92}" presName="node" presStyleLbl="alignAccFollowNode1" presStyleIdx="2" presStyleCnt="3" custScaleX="258684" custScaleY="108580" custLinFactNeighborX="-47838" custLinFactNeighborY="-169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3E8C2CC-5D73-4825-BA62-C17DEDD59651}" type="presOf" srcId="{8A0622E4-E914-461A-8072-914287FB40ED}" destId="{40920BA6-7A9C-4EFA-925B-269C41CA92ED}" srcOrd="0" destOrd="0" presId="urn:microsoft.com/office/officeart/2005/8/layout/lProcess3"/>
    <dgm:cxn modelId="{4D2D1A12-BD0D-47A0-BC8F-D3E22296DA8E}" srcId="{607B7DC9-3062-4A44-8D11-F740DAD6A955}" destId="{5142862E-8022-4621-ACCA-5ADF9FF87821}" srcOrd="0" destOrd="0" parTransId="{30E37485-F839-46A7-A7E4-1DEA93FBFD5E}" sibTransId="{DEDDD576-00BD-46D5-86F8-61D9D4E503EA}"/>
    <dgm:cxn modelId="{3F264ED8-9C35-40EE-9475-662BAAA1242B}" srcId="{5142862E-8022-4621-ACCA-5ADF9FF87821}" destId="{B5425EDB-CE77-4F33-A6F1-4E8041BC71BB}" srcOrd="0" destOrd="0" parTransId="{B93DCE98-9231-4AEC-A3AA-9665024AC7DF}" sibTransId="{64446132-9771-46A2-8821-395C3114F67E}"/>
    <dgm:cxn modelId="{45DF05F2-BD8A-450B-B770-CECD8AA9C63C}" srcId="{607B7DC9-3062-4A44-8D11-F740DAD6A955}" destId="{2DF0BFF2-1E41-49AE-8B89-1F3BD849D6BE}" srcOrd="1" destOrd="0" parTransId="{A48FAA82-605A-429A-B5CB-DFA49D229F50}" sibTransId="{BF230C5F-4515-4F38-8498-0CDB1C17FDF6}"/>
    <dgm:cxn modelId="{76805F77-3159-42E9-83C0-9BD85321ACFB}" type="presOf" srcId="{607B7DC9-3062-4A44-8D11-F740DAD6A955}" destId="{D9E60E17-94ED-48B5-857F-CECC1CFA2CEE}" srcOrd="0" destOrd="0" presId="urn:microsoft.com/office/officeart/2005/8/layout/lProcess3"/>
    <dgm:cxn modelId="{776FAA2E-530C-44A0-BD86-4C347B23470D}" type="presOf" srcId="{0CF4FE2E-FAC0-430B-9AEE-E3919EFB28CD}" destId="{240F4399-BCF5-4070-BDA7-7E9B5B60221B}" srcOrd="0" destOrd="0" presId="urn:microsoft.com/office/officeart/2005/8/layout/lProcess3"/>
    <dgm:cxn modelId="{94658B83-C6C6-4EFF-B024-3D0A3042761A}" srcId="{8A0622E4-E914-461A-8072-914287FB40ED}" destId="{CD696342-83EF-4534-8D50-A1D700D30B92}" srcOrd="0" destOrd="0" parTransId="{60325D6F-822C-4EF5-9228-5D5D32BEF225}" sibTransId="{C3CDFC5D-AD4B-4ECD-BFDC-AC5B75584DB3}"/>
    <dgm:cxn modelId="{4D738130-82F6-489B-A5B8-78646D082876}" type="presOf" srcId="{B5425EDB-CE77-4F33-A6F1-4E8041BC71BB}" destId="{9917E5A1-C307-4078-A4EE-39DFB3576630}" srcOrd="0" destOrd="0" presId="urn:microsoft.com/office/officeart/2005/8/layout/lProcess3"/>
    <dgm:cxn modelId="{122F3EEC-0529-4ADC-815A-4E228AF8B348}" type="presOf" srcId="{5142862E-8022-4621-ACCA-5ADF9FF87821}" destId="{322C7AB7-6FDF-4079-9FE4-B000052A606F}" srcOrd="0" destOrd="0" presId="urn:microsoft.com/office/officeart/2005/8/layout/lProcess3"/>
    <dgm:cxn modelId="{28EF8603-5E0E-4B11-AD07-3DAFDC881943}" srcId="{607B7DC9-3062-4A44-8D11-F740DAD6A955}" destId="{8A0622E4-E914-461A-8072-914287FB40ED}" srcOrd="2" destOrd="0" parTransId="{32864653-2066-43B1-841E-0920EDBAFEC0}" sibTransId="{258341E3-A438-47FC-BF8A-EEEF89B9AB5C}"/>
    <dgm:cxn modelId="{1865D950-6809-4097-9D4C-1DC273068046}" type="presOf" srcId="{2DF0BFF2-1E41-49AE-8B89-1F3BD849D6BE}" destId="{9211C28C-FBA2-45AB-AAEE-E3CA6A84103B}" srcOrd="0" destOrd="0" presId="urn:microsoft.com/office/officeart/2005/8/layout/lProcess3"/>
    <dgm:cxn modelId="{0468DFDE-E136-4026-BEA4-FB431323F88F}" srcId="{2DF0BFF2-1E41-49AE-8B89-1F3BD849D6BE}" destId="{0CF4FE2E-FAC0-430B-9AEE-E3919EFB28CD}" srcOrd="0" destOrd="0" parTransId="{6CD0799B-D58F-468B-8F20-5113896E91DB}" sibTransId="{187E9B0B-0308-4701-8376-DB963B52FA3E}"/>
    <dgm:cxn modelId="{A27DD895-E938-4CA2-9B59-6BF58CF216F6}" type="presOf" srcId="{CD696342-83EF-4534-8D50-A1D700D30B92}" destId="{505F0569-96B8-4176-98B1-8AB607A15144}" srcOrd="0" destOrd="0" presId="urn:microsoft.com/office/officeart/2005/8/layout/lProcess3"/>
    <dgm:cxn modelId="{739997C2-E829-4778-96E9-C83FA3C2143E}" type="presParOf" srcId="{D9E60E17-94ED-48B5-857F-CECC1CFA2CEE}" destId="{699AA35C-EFCC-480B-AB64-450D163C4696}" srcOrd="0" destOrd="0" presId="urn:microsoft.com/office/officeart/2005/8/layout/lProcess3"/>
    <dgm:cxn modelId="{DCA8B194-41CC-4093-B17B-A5DAE689B0E6}" type="presParOf" srcId="{699AA35C-EFCC-480B-AB64-450D163C4696}" destId="{322C7AB7-6FDF-4079-9FE4-B000052A606F}" srcOrd="0" destOrd="0" presId="urn:microsoft.com/office/officeart/2005/8/layout/lProcess3"/>
    <dgm:cxn modelId="{03ABE575-99F7-4956-8437-CE0DAECD19B5}" type="presParOf" srcId="{699AA35C-EFCC-480B-AB64-450D163C4696}" destId="{D5FC1155-E8AA-4D0A-A748-63FF2E64E66A}" srcOrd="1" destOrd="0" presId="urn:microsoft.com/office/officeart/2005/8/layout/lProcess3"/>
    <dgm:cxn modelId="{B1ECFAB6-3B3E-4AA5-9AF9-A362C3AFCD75}" type="presParOf" srcId="{699AA35C-EFCC-480B-AB64-450D163C4696}" destId="{9917E5A1-C307-4078-A4EE-39DFB3576630}" srcOrd="2" destOrd="0" presId="urn:microsoft.com/office/officeart/2005/8/layout/lProcess3"/>
    <dgm:cxn modelId="{8DFE97F8-7566-4868-9222-117C4AB91521}" type="presParOf" srcId="{D9E60E17-94ED-48B5-857F-CECC1CFA2CEE}" destId="{6CBF9B66-4574-4F31-821C-3D7D0B8B0920}" srcOrd="1" destOrd="0" presId="urn:microsoft.com/office/officeart/2005/8/layout/lProcess3"/>
    <dgm:cxn modelId="{C488CCE7-356F-45DB-94BC-685F7355D54A}" type="presParOf" srcId="{D9E60E17-94ED-48B5-857F-CECC1CFA2CEE}" destId="{775D39E5-D5F6-48BD-BFB6-00EE2ECF914A}" srcOrd="2" destOrd="0" presId="urn:microsoft.com/office/officeart/2005/8/layout/lProcess3"/>
    <dgm:cxn modelId="{86932424-C4F5-4244-9B5C-30915F342BF6}" type="presParOf" srcId="{775D39E5-D5F6-48BD-BFB6-00EE2ECF914A}" destId="{9211C28C-FBA2-45AB-AAEE-E3CA6A84103B}" srcOrd="0" destOrd="0" presId="urn:microsoft.com/office/officeart/2005/8/layout/lProcess3"/>
    <dgm:cxn modelId="{790E6445-D1A6-4CCA-918C-5B49617BAD03}" type="presParOf" srcId="{775D39E5-D5F6-48BD-BFB6-00EE2ECF914A}" destId="{0C85A83C-AB53-41B4-B33A-E5A77C0C0A03}" srcOrd="1" destOrd="0" presId="urn:microsoft.com/office/officeart/2005/8/layout/lProcess3"/>
    <dgm:cxn modelId="{7F6BE387-8FD0-4271-AED0-D3B7F0793E62}" type="presParOf" srcId="{775D39E5-D5F6-48BD-BFB6-00EE2ECF914A}" destId="{240F4399-BCF5-4070-BDA7-7E9B5B60221B}" srcOrd="2" destOrd="0" presId="urn:microsoft.com/office/officeart/2005/8/layout/lProcess3"/>
    <dgm:cxn modelId="{B3421E8F-A516-4B38-B163-8803EBF9E5CA}" type="presParOf" srcId="{D9E60E17-94ED-48B5-857F-CECC1CFA2CEE}" destId="{8D4C75EA-1DC5-4C67-A085-DC09A2DE620E}" srcOrd="3" destOrd="0" presId="urn:microsoft.com/office/officeart/2005/8/layout/lProcess3"/>
    <dgm:cxn modelId="{2B28BEE3-446E-4430-BA71-13366F5A11CC}" type="presParOf" srcId="{D9E60E17-94ED-48B5-857F-CECC1CFA2CEE}" destId="{F3F31A17-362E-4067-9ADB-68B6B9C7FAD4}" srcOrd="4" destOrd="0" presId="urn:microsoft.com/office/officeart/2005/8/layout/lProcess3"/>
    <dgm:cxn modelId="{B0EF5BBA-A6BA-4985-BEF6-4BE7800A751F}" type="presParOf" srcId="{F3F31A17-362E-4067-9ADB-68B6B9C7FAD4}" destId="{40920BA6-7A9C-4EFA-925B-269C41CA92ED}" srcOrd="0" destOrd="0" presId="urn:microsoft.com/office/officeart/2005/8/layout/lProcess3"/>
    <dgm:cxn modelId="{D9FF78AC-E67C-4BF5-B9E2-78F7C18CD9D3}" type="presParOf" srcId="{F3F31A17-362E-4067-9ADB-68B6B9C7FAD4}" destId="{71A836DC-530B-48A6-BB5F-625FDBA6E56F}" srcOrd="1" destOrd="0" presId="urn:microsoft.com/office/officeart/2005/8/layout/lProcess3"/>
    <dgm:cxn modelId="{B7A3BF70-B8F2-45D1-AC26-10671DFC15DD}" type="presParOf" srcId="{F3F31A17-362E-4067-9ADB-68B6B9C7FAD4}" destId="{505F0569-96B8-4176-98B1-8AB607A15144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4F51C-0326-42EB-A5C5-8A508EF6E8F5}">
      <dsp:nvSpPr>
        <dsp:cNvPr id="0" name=""/>
        <dsp:cNvSpPr/>
      </dsp:nvSpPr>
      <dsp:spPr>
        <a:xfrm rot="5400000">
          <a:off x="4370189" y="-2636264"/>
          <a:ext cx="1611139" cy="69655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Type de sauvegarde :</a:t>
          </a:r>
          <a:endParaRPr lang="fr-FR" sz="12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manuelle incrémentale des fichiers de travail (Excel, CSV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…</a:t>
          </a: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toutes les heures ou après chaque modification.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automatique de la BDD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après chaque modification/requête </a:t>
          </a:r>
          <a:r>
            <a:rPr lang="fr-FR" sz="10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(fonction </a:t>
          </a:r>
          <a:r>
            <a:rPr lang="fr-FR" sz="10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SQLite</a:t>
          </a:r>
          <a:r>
            <a:rPr lang="fr-FR" sz="10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Studio)</a:t>
          </a:r>
          <a:r>
            <a:rPr lang="fr-FR" sz="11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fr-FR" sz="1800" i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manuelle et totale de la BDD et des fichiers associés après chaque ½ journée ou journée de travail.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Support de stockage :</a:t>
          </a:r>
          <a:endParaRPr lang="fr-FR" sz="12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disque dur de l’ordinateur pendant les sessions de travail.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serveur Cloud et disque dur externe pour sécuriser la sauvegarde quotidienne et conserver la possibilité de restaurer une version précédente si besoin.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692980" y="119594"/>
        <a:ext cx="6886910" cy="1453841"/>
      </dsp:txXfrm>
    </dsp:sp>
    <dsp:sp modelId="{D21BA099-287F-48F8-8D52-758A4B894090}">
      <dsp:nvSpPr>
        <dsp:cNvPr id="0" name=""/>
        <dsp:cNvSpPr/>
      </dsp:nvSpPr>
      <dsp:spPr>
        <a:xfrm>
          <a:off x="0" y="513"/>
          <a:ext cx="1692014" cy="16920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Stratégie de sauvegarde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2597" y="83110"/>
        <a:ext cx="1526820" cy="1526808"/>
      </dsp:txXfrm>
    </dsp:sp>
    <dsp:sp modelId="{352E5513-D9C6-48BA-AFD2-65D7484EE255}">
      <dsp:nvSpPr>
        <dsp:cNvPr id="0" name=""/>
        <dsp:cNvSpPr/>
      </dsp:nvSpPr>
      <dsp:spPr>
        <a:xfrm rot="5400000">
          <a:off x="4708245" y="-1030680"/>
          <a:ext cx="930796" cy="696134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des données à caractère personnel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(ex : nom du propriétaire)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des données vides ou inutiles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(ex : Articles CGI</a:t>
          </a:r>
          <a:r>
            <a:rPr lang="fr-FR" sz="105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non restitués depuis 2018, </a:t>
          </a:r>
          <a:r>
            <a:rPr lang="fr-FR" sz="11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uu_code</a:t>
          </a:r>
          <a:r>
            <a:rPr lang="fr-FR" sz="105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non nécessaire pour ce projet…)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1692971" y="2030032"/>
        <a:ext cx="6915907" cy="839920"/>
      </dsp:txXfrm>
    </dsp:sp>
    <dsp:sp modelId="{2EE09575-4190-4397-ACAB-DB41FF279F43}">
      <dsp:nvSpPr>
        <dsp:cNvPr id="0" name=""/>
        <dsp:cNvSpPr/>
      </dsp:nvSpPr>
      <dsp:spPr>
        <a:xfrm>
          <a:off x="0" y="1757058"/>
          <a:ext cx="1692005" cy="13858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Conformité RGPD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7652" y="1824710"/>
        <a:ext cx="1556701" cy="1250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C8392-365E-46AF-BE08-A5B38012DA25}">
      <dsp:nvSpPr>
        <dsp:cNvPr id="0" name=""/>
        <dsp:cNvSpPr/>
      </dsp:nvSpPr>
      <dsp:spPr>
        <a:xfrm>
          <a:off x="10001" y="172738"/>
          <a:ext cx="2621829" cy="181576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41910" rIns="13970" bIns="1397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Extrait du site officiel des Demandes de Valeurs Foncières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1 ligne = 1 bien immobilier vendu en 2020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valeur foncière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date et nature de sa dernière mutation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adresse complète + nom propriétaire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caractéristiques immobilières et administratives (type local, surface, n° plan…)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données juridiques (retirées depuis 2018).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2547" y="215284"/>
        <a:ext cx="2536737" cy="1773219"/>
      </dsp:txXfrm>
    </dsp:sp>
    <dsp:sp modelId="{8EAD8D46-A892-45B9-9FF7-60B1E1DB65D9}">
      <dsp:nvSpPr>
        <dsp:cNvPr id="0" name=""/>
        <dsp:cNvSpPr/>
      </dsp:nvSpPr>
      <dsp:spPr>
        <a:xfrm>
          <a:off x="11218" y="1988503"/>
          <a:ext cx="2619397" cy="7807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Valeurs foncières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218" y="1988503"/>
        <a:ext cx="1844645" cy="780778"/>
      </dsp:txXfrm>
    </dsp:sp>
    <dsp:sp modelId="{4570B42A-B3DD-4BDA-997F-11E6F638B8D4}">
      <dsp:nvSpPr>
        <dsp:cNvPr id="0" name=""/>
        <dsp:cNvSpPr/>
      </dsp:nvSpPr>
      <dsp:spPr>
        <a:xfrm>
          <a:off x="1886492" y="2112523"/>
          <a:ext cx="851353" cy="851353"/>
        </a:xfrm>
        <a:prstGeom prst="ellipse">
          <a:avLst/>
        </a:prstGeom>
        <a:blipFill>
          <a:blip xmlns:r="http://schemas.openxmlformats.org/officeDocument/2006/relationships" r:embed="rId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27D69-ACC0-44B9-9FE8-5EC31E0460B8}">
      <dsp:nvSpPr>
        <dsp:cNvPr id="0" name=""/>
        <dsp:cNvSpPr/>
      </dsp:nvSpPr>
      <dsp:spPr>
        <a:xfrm>
          <a:off x="2948764" y="172738"/>
          <a:ext cx="2626013" cy="181576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" tIns="11430" rIns="3810" bIns="3810" numCol="1" spcCol="1270" anchor="t" anchorCtr="0">
          <a:noAutofit/>
        </a:bodyPr>
        <a:lstStyle/>
        <a:p>
          <a:pPr marL="57150" lvl="1" indent="-57150" algn="l" defTabSz="133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Extrait du site gouvernemental </a:t>
          </a:r>
          <a:r>
            <a:rPr lang="fr-FR" sz="11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Data.gouv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1 ligne = 1 commune française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code INSEE, identifiant officiel et nom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nom et codes de ses caractéristiques géographiques (région, académie, département, unité et aire urbaine, zone d’emploi…) avant et après différents décrets (1999, 2010, 2016)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91310" y="215284"/>
        <a:ext cx="2540921" cy="1773219"/>
      </dsp:txXfrm>
    </dsp:sp>
    <dsp:sp modelId="{2BE0DDAE-3479-4D16-936B-073363548F29}">
      <dsp:nvSpPr>
        <dsp:cNvPr id="0" name=""/>
        <dsp:cNvSpPr/>
      </dsp:nvSpPr>
      <dsp:spPr>
        <a:xfrm>
          <a:off x="2950272" y="1988503"/>
          <a:ext cx="2622997" cy="7807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Référentiel géographique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0272" y="1988503"/>
        <a:ext cx="1847181" cy="780778"/>
      </dsp:txXfrm>
    </dsp:sp>
    <dsp:sp modelId="{6CCF73AF-6BC9-4533-B2DF-78CED8DAE935}">
      <dsp:nvSpPr>
        <dsp:cNvPr id="0" name=""/>
        <dsp:cNvSpPr/>
      </dsp:nvSpPr>
      <dsp:spPr>
        <a:xfrm>
          <a:off x="4827346" y="2112523"/>
          <a:ext cx="851353" cy="851353"/>
        </a:xfrm>
        <a:prstGeom prst="ellipse">
          <a:avLst/>
        </a:prstGeom>
        <a:blipFill>
          <a:blip xmlns:r="http://schemas.openxmlformats.org/officeDocument/2006/relationships"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2B615-119F-4238-9B87-3B0CDC74F470}">
      <dsp:nvSpPr>
        <dsp:cNvPr id="0" name=""/>
        <dsp:cNvSpPr/>
      </dsp:nvSpPr>
      <dsp:spPr>
        <a:xfrm>
          <a:off x="5889618" y="172738"/>
          <a:ext cx="2617670" cy="181576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" tIns="11430" rIns="3810" bIns="3810" numCol="1" spcCol="1270" anchor="t" anchorCtr="0">
          <a:noAutofit/>
        </a:bodyPr>
        <a:lstStyle/>
        <a:p>
          <a:pPr marL="57150" lvl="1" indent="-57150" algn="l" defTabSz="133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3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Extrait du site officiel de l’INSEE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 ligne = 1 commune française</a:t>
          </a:r>
          <a:endParaRPr lang="fr-FR" sz="11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5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code INSEE et nom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codes région, département, arrondissement , canton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recensement de sa population (municipale, « à part », totale) en 2020.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2164" y="215284"/>
        <a:ext cx="2532578" cy="1773219"/>
      </dsp:txXfrm>
    </dsp:sp>
    <dsp:sp modelId="{D3847259-3EEB-4EEB-AA24-835CAE4EDC09}">
      <dsp:nvSpPr>
        <dsp:cNvPr id="0" name=""/>
        <dsp:cNvSpPr/>
      </dsp:nvSpPr>
      <dsp:spPr>
        <a:xfrm>
          <a:off x="5890554" y="1988503"/>
          <a:ext cx="2615797" cy="7807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Données communes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890554" y="1988503"/>
        <a:ext cx="1842110" cy="780778"/>
      </dsp:txXfrm>
    </dsp:sp>
    <dsp:sp modelId="{56F9F8E3-4702-4F45-B01C-5654FB280391}">
      <dsp:nvSpPr>
        <dsp:cNvPr id="0" name=""/>
        <dsp:cNvSpPr/>
      </dsp:nvSpPr>
      <dsp:spPr>
        <a:xfrm>
          <a:off x="7764029" y="2112523"/>
          <a:ext cx="851353" cy="851353"/>
        </a:xfrm>
        <a:prstGeom prst="ellipse">
          <a:avLst/>
        </a:prstGeom>
        <a:blipFill dpi="0" rotWithShape="1">
          <a:blip xmlns:r="http://schemas.openxmlformats.org/officeDocument/2006/relationships"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923" b="-5409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07F38-45F4-49B2-A6BB-93B07E59BB50}">
      <dsp:nvSpPr>
        <dsp:cNvPr id="0" name=""/>
        <dsp:cNvSpPr/>
      </dsp:nvSpPr>
      <dsp:spPr>
        <a:xfrm>
          <a:off x="61900" y="91828"/>
          <a:ext cx="432420" cy="43200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984637-D064-4327-AA6C-788C7ECA8709}">
      <dsp:nvSpPr>
        <dsp:cNvPr id="0" name=""/>
        <dsp:cNvSpPr/>
      </dsp:nvSpPr>
      <dsp:spPr>
        <a:xfrm>
          <a:off x="151750" y="181828"/>
          <a:ext cx="252001" cy="252001"/>
        </a:xfrm>
        <a:prstGeom prst="chord">
          <a:avLst>
            <a:gd name="adj1" fmla="val 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5BB42-859A-4381-9C66-EE7276DA573A}">
      <dsp:nvSpPr>
        <dsp:cNvPr id="0" name=""/>
        <dsp:cNvSpPr/>
      </dsp:nvSpPr>
      <dsp:spPr>
        <a:xfrm>
          <a:off x="52835" y="615658"/>
          <a:ext cx="4139997" cy="2590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"Bien" </a:t>
          </a: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</a:t>
          </a:r>
          <a:r>
            <a:rPr lang="fr-FR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Nb_lignes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 </a:t>
          </a: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Bien</a:t>
          </a:r>
          <a:endParaRPr lang="fr-FR" sz="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UNION</a:t>
          </a: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"Vente"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"Nb_lignes"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</a:t>
          </a:r>
          <a:endParaRPr lang="fr-FR" sz="9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UNION</a:t>
          </a: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"Commune"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"Nb_lignes"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Commune</a:t>
          </a:r>
          <a:endParaRPr lang="fr-FR" sz="9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UNION</a:t>
          </a: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"Region"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"Table", Count(*)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"Nb_lignes"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Region</a:t>
          </a:r>
          <a:endParaRPr lang="fr-FR" sz="9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2835" y="615658"/>
        <a:ext cx="4139997" cy="2590898"/>
      </dsp:txXfrm>
    </dsp:sp>
    <dsp:sp modelId="{53B88119-5EA9-4B2F-96DD-81DEDF007183}">
      <dsp:nvSpPr>
        <dsp:cNvPr id="0" name=""/>
        <dsp:cNvSpPr/>
      </dsp:nvSpPr>
      <dsp:spPr>
        <a:xfrm>
          <a:off x="572277" y="0"/>
          <a:ext cx="2663996" cy="615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de lignes par tables</a:t>
          </a:r>
          <a:endParaRPr lang="fr-FR" sz="14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72277" y="0"/>
        <a:ext cx="2663996" cy="615658"/>
      </dsp:txXfrm>
    </dsp:sp>
    <dsp:sp modelId="{CD96B906-6F62-4342-B3B4-DC5FC36C7887}">
      <dsp:nvSpPr>
        <dsp:cNvPr id="0" name=""/>
        <dsp:cNvSpPr/>
      </dsp:nvSpPr>
      <dsp:spPr>
        <a:xfrm>
          <a:off x="4303084" y="91828"/>
          <a:ext cx="432001" cy="43200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1EE7F-1A93-45C5-B8A5-7BC6C24C57CA}">
      <dsp:nvSpPr>
        <dsp:cNvPr id="0" name=""/>
        <dsp:cNvSpPr/>
      </dsp:nvSpPr>
      <dsp:spPr>
        <a:xfrm>
          <a:off x="4356706" y="145829"/>
          <a:ext cx="323999" cy="323999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C986B-1E07-4C90-9BB5-C39964E1BE81}">
      <dsp:nvSpPr>
        <dsp:cNvPr id="0" name=""/>
        <dsp:cNvSpPr/>
      </dsp:nvSpPr>
      <dsp:spPr>
        <a:xfrm>
          <a:off x="4321095" y="615658"/>
          <a:ext cx="4139997" cy="2590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*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Bien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5</a:t>
          </a:r>
          <a:endParaRPr lang="fr-FR" sz="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321095" y="615658"/>
        <a:ext cx="4139997" cy="2590898"/>
      </dsp:txXfrm>
    </dsp:sp>
    <dsp:sp modelId="{96E9059B-A25A-40BB-93D6-82D4A6865631}">
      <dsp:nvSpPr>
        <dsp:cNvPr id="0" name=""/>
        <dsp:cNvSpPr/>
      </dsp:nvSpPr>
      <dsp:spPr>
        <a:xfrm>
          <a:off x="4799557" y="0"/>
          <a:ext cx="2663996" cy="615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Extrait de la table Bien</a:t>
          </a:r>
          <a:endParaRPr lang="fr-FR" sz="14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799557" y="0"/>
        <a:ext cx="2663996" cy="6156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10D57-5556-40E9-8D39-EBFB4AA514C5}">
      <dsp:nvSpPr>
        <dsp:cNvPr id="0" name=""/>
        <dsp:cNvSpPr/>
      </dsp:nvSpPr>
      <dsp:spPr>
        <a:xfrm>
          <a:off x="356458" y="0"/>
          <a:ext cx="431998" cy="43199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049B8-D266-45DE-B18A-2B71CA10BF33}">
      <dsp:nvSpPr>
        <dsp:cNvPr id="0" name=""/>
        <dsp:cNvSpPr/>
      </dsp:nvSpPr>
      <dsp:spPr>
        <a:xfrm>
          <a:off x="410686" y="47176"/>
          <a:ext cx="323999" cy="323999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2AC2A-363E-4720-B27C-3824C59282EE}">
      <dsp:nvSpPr>
        <dsp:cNvPr id="0" name=""/>
        <dsp:cNvSpPr/>
      </dsp:nvSpPr>
      <dsp:spPr>
        <a:xfrm>
          <a:off x="255340" y="449711"/>
          <a:ext cx="4463995" cy="1079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 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"Vente" </a:t>
          </a: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 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"Table", </a:t>
          </a:r>
          <a:r>
            <a:rPr lang="fr-FR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Nb_nulls_ID_vente</a:t>
          </a:r>
          <a:r>
            <a:rPr lang="fr-FR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fr-FR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Nb_nulls_Valeur</a:t>
          </a:r>
          <a:endParaRPr lang="fr-FR" sz="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 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 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Count(*)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 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</a:t>
          </a:r>
          <a:r>
            <a:rPr lang="en-US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Nb_nulls_ID_vente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 </a:t>
          </a:r>
          <a:r>
            <a:rPr lang="en-US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Vente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 </a:t>
          </a:r>
          <a:r>
            <a:rPr lang="en-US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ID_vente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NULL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),</a:t>
          </a:r>
          <a:endParaRPr lang="fr-FR" sz="900" b="1" kern="1200"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           (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 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Count(*)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 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</a:t>
          </a:r>
          <a:r>
            <a:rPr lang="en-US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Nb_nulls_Valeur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 </a:t>
          </a:r>
          <a:r>
            <a:rPr lang="en-US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Vente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 </a:t>
          </a:r>
          <a:r>
            <a:rPr lang="en-US" sz="9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Valeur_fonciere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IS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9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NULL</a:t>
          </a:r>
          <a:r>
            <a:rPr lang="en-US" sz="9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900" kern="1200"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55340" y="449711"/>
        <a:ext cx="4463995" cy="1079421"/>
      </dsp:txXfrm>
    </dsp:sp>
    <dsp:sp modelId="{2FEAD972-F740-4A26-A670-637030BB4926}">
      <dsp:nvSpPr>
        <dsp:cNvPr id="0" name=""/>
        <dsp:cNvSpPr/>
      </dsp:nvSpPr>
      <dsp:spPr>
        <a:xfrm>
          <a:off x="804053" y="67502"/>
          <a:ext cx="3960000" cy="296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de valeurs nulles dans la table Vente</a:t>
          </a:r>
          <a:r>
            <a:rPr lang="fr-FR" sz="1400" u="none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(extrait)</a:t>
          </a:r>
          <a:endParaRPr lang="fr-FR" sz="1400" u="none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04053" y="67502"/>
        <a:ext cx="3960000" cy="2969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AEFDE-C5B9-4213-A906-6790184EA1D9}">
      <dsp:nvSpPr>
        <dsp:cNvPr id="0" name=""/>
        <dsp:cNvSpPr/>
      </dsp:nvSpPr>
      <dsp:spPr>
        <a:xfrm>
          <a:off x="0" y="0"/>
          <a:ext cx="590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8A437-13D3-4889-A490-7617A7B8AA51}">
      <dsp:nvSpPr>
        <dsp:cNvPr id="0" name=""/>
        <dsp:cNvSpPr/>
      </dsp:nvSpPr>
      <dsp:spPr>
        <a:xfrm>
          <a:off x="0" y="0"/>
          <a:ext cx="1508828" cy="15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4. Liste des 10 départements où le prix au m² est le plus élevé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0"/>
        <a:ext cx="1508828" cy="1525497"/>
      </dsp:txXfrm>
    </dsp:sp>
    <dsp:sp modelId="{340272D3-D258-47E1-ABDA-149B4759BCB3}">
      <dsp:nvSpPr>
        <dsp:cNvPr id="0" name=""/>
        <dsp:cNvSpPr/>
      </dsp:nvSpPr>
      <dsp:spPr>
        <a:xfrm>
          <a:off x="1591215" y="69273"/>
          <a:ext cx="4139981" cy="1385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Nom_dep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Departement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", Round(AVG(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Valeur_fonciere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/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Surface_Carrez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), 2)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"Prix_moyen_m²"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JOIN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Bien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Vente.ID_bien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=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Bien.ID_bien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JOIN 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Commune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ON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Bien.ID_com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=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Commune.ID_com</a:t>
          </a:r>
          <a:endParaRPr lang="fr-FR" sz="10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GROUP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BY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Nom_dep</a:t>
          </a:r>
          <a:endParaRPr lang="fr-FR" sz="10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ORDER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BY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"Prix_moyen_m²"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DESC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10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591215" y="69273"/>
        <a:ext cx="4139981" cy="1385461"/>
      </dsp:txXfrm>
    </dsp:sp>
    <dsp:sp modelId="{A20E1BB1-D08D-4F94-AFD4-F3A8A86607D1}">
      <dsp:nvSpPr>
        <dsp:cNvPr id="0" name=""/>
        <dsp:cNvSpPr/>
      </dsp:nvSpPr>
      <dsp:spPr>
        <a:xfrm>
          <a:off x="1508828" y="1454734"/>
          <a:ext cx="43940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F0C2C-FFD6-41D8-A911-CD688A63BF76}">
      <dsp:nvSpPr>
        <dsp:cNvPr id="0" name=""/>
        <dsp:cNvSpPr/>
      </dsp:nvSpPr>
      <dsp:spPr>
        <a:xfrm>
          <a:off x="0" y="1525497"/>
          <a:ext cx="59079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AAFC2-06CE-4422-B34F-50A3D3D61CE0}">
      <dsp:nvSpPr>
        <dsp:cNvPr id="0" name=""/>
        <dsp:cNvSpPr/>
      </dsp:nvSpPr>
      <dsp:spPr>
        <a:xfrm>
          <a:off x="0" y="1525497"/>
          <a:ext cx="1508828" cy="1525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7. Taux d’évolution du nombre de ventes entre le 1</a:t>
          </a:r>
          <a:r>
            <a:rPr lang="fr-FR" sz="1200" kern="1200" baseline="30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er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et le 2</a:t>
          </a:r>
          <a:r>
            <a:rPr lang="fr-FR" sz="1200" kern="1200" baseline="30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nd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trimestre 2020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525497"/>
        <a:ext cx="1508828" cy="1525497"/>
      </dsp:txXfrm>
    </dsp:sp>
    <dsp:sp modelId="{FD0C849A-B49A-41BD-9D1A-74BC6DD54632}">
      <dsp:nvSpPr>
        <dsp:cNvPr id="0" name=""/>
        <dsp:cNvSpPr/>
      </dsp:nvSpPr>
      <dsp:spPr>
        <a:xfrm>
          <a:off x="1591215" y="1594770"/>
          <a:ext cx="4139981" cy="1385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Ventes_T1, Ventes_T2, Round(((Ventes_T2-Ventes_T1)*100.0/Ventes_T1), 2)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"Taux_Evolution_T1/T2"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endParaRPr lang="fr-FR" sz="10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Count(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ID_vente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"Ventes_T1"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Date_mutation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BETWEEN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"2020/01/01"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AND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"2020/03/31"), 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SELECT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Count(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ID_vente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"Ventes_T2"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FROM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Vente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WHERE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Date_mutation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BETWEEN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"2020/04/01" </a:t>
          </a:r>
          <a:r>
            <a:rPr lang="fr-FR" sz="1000" b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AND</a:t>
          </a: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"2020/06/30")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591215" y="1594770"/>
        <a:ext cx="4139981" cy="1385461"/>
      </dsp:txXfrm>
    </dsp:sp>
    <dsp:sp modelId="{A980B952-68A4-427B-8465-CC0F2B490E8E}">
      <dsp:nvSpPr>
        <dsp:cNvPr id="0" name=""/>
        <dsp:cNvSpPr/>
      </dsp:nvSpPr>
      <dsp:spPr>
        <a:xfrm>
          <a:off x="1508828" y="2980232"/>
          <a:ext cx="43940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C7AB7-6FDF-4079-9FE4-B000052A606F}">
      <dsp:nvSpPr>
        <dsp:cNvPr id="0" name=""/>
        <dsp:cNvSpPr/>
      </dsp:nvSpPr>
      <dsp:spPr>
        <a:xfrm>
          <a:off x="191213" y="0"/>
          <a:ext cx="2841061" cy="947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BDD</a:t>
          </a:r>
          <a:r>
            <a:rPr lang="fr-FR" sz="14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créée et opérationnelle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64973" y="0"/>
        <a:ext cx="1893542" cy="947519"/>
      </dsp:txXfrm>
    </dsp:sp>
    <dsp:sp modelId="{9917E5A1-C307-4078-A4EE-39DFB3576630}">
      <dsp:nvSpPr>
        <dsp:cNvPr id="0" name=""/>
        <dsp:cNvSpPr/>
      </dsp:nvSpPr>
      <dsp:spPr>
        <a:xfrm>
          <a:off x="2802988" y="22555"/>
          <a:ext cx="5219992" cy="87641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Possibilité de modifier et/ou ajouter des données pour les prochaines analyses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41196" y="22555"/>
        <a:ext cx="4343577" cy="876415"/>
      </dsp:txXfrm>
    </dsp:sp>
    <dsp:sp modelId="{9211C28C-FBA2-45AB-AAEE-E3CA6A84103B}">
      <dsp:nvSpPr>
        <dsp:cNvPr id="0" name=""/>
        <dsp:cNvSpPr/>
      </dsp:nvSpPr>
      <dsp:spPr>
        <a:xfrm>
          <a:off x="191213" y="1070658"/>
          <a:ext cx="2841061" cy="947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</a:t>
          </a:r>
          <a:r>
            <a:rPr lang="fr-FR" sz="1400" kern="1200" baseline="30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ère</a:t>
          </a: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analyse effectuée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64973" y="1070658"/>
        <a:ext cx="1893542" cy="947519"/>
      </dsp:txXfrm>
    </dsp:sp>
    <dsp:sp modelId="{240F4399-BCF5-4070-BDA7-7E9B5B60221B}">
      <dsp:nvSpPr>
        <dsp:cNvPr id="0" name=""/>
        <dsp:cNvSpPr/>
      </dsp:nvSpPr>
      <dsp:spPr>
        <a:xfrm>
          <a:off x="2809811" y="1106223"/>
          <a:ext cx="5219992" cy="87641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Approfondir les analyses pour l’étude de marché du S1-2020 et valider le POC</a:t>
          </a:r>
          <a:r>
            <a:rPr lang="fr-FR" sz="11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20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48019" y="1106223"/>
        <a:ext cx="4343577" cy="876415"/>
      </dsp:txXfrm>
    </dsp:sp>
    <dsp:sp modelId="{40920BA6-7A9C-4EFA-925B-269C41CA92ED}">
      <dsp:nvSpPr>
        <dsp:cNvPr id="0" name=""/>
        <dsp:cNvSpPr/>
      </dsp:nvSpPr>
      <dsp:spPr>
        <a:xfrm>
          <a:off x="191213" y="2154325"/>
          <a:ext cx="2841061" cy="947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Suggestion</a:t>
          </a:r>
        </a:p>
      </dsp:txBody>
      <dsp:txXfrm>
        <a:off x="664973" y="2154325"/>
        <a:ext cx="1893542" cy="947519"/>
      </dsp:txXfrm>
    </dsp:sp>
    <dsp:sp modelId="{505F0569-96B8-4176-98B1-8AB607A15144}">
      <dsp:nvSpPr>
        <dsp:cNvPr id="0" name=""/>
        <dsp:cNvSpPr/>
      </dsp:nvSpPr>
      <dsp:spPr>
        <a:xfrm>
          <a:off x="2823459" y="2189890"/>
          <a:ext cx="5219992" cy="87641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Commencer par les régions extrêmes (Ile-de-France et Martinique) pour identifier les éventuelles différences puis effectuer un comparatif avec les autres régions</a:t>
          </a:r>
        </a:p>
      </dsp:txBody>
      <dsp:txXfrm>
        <a:off x="3261667" y="2189890"/>
        <a:ext cx="4343577" cy="876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FD5DC-AC5D-4527-831C-5B0AAB2E914C}" type="datetime1">
              <a:rPr lang="fr-FR" smtClean="0"/>
              <a:t>15/07/2025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E38F5-E3FC-4339-8A3D-3A22B1E650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34345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763425"/>
      </p:ext>
    </p:extLst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CTO : en charge de l’innovation technique et du déploiement des technologies adaptées au développement et à l’efficacité de l’entreprise. Etudie l’ensemble des possibilités</a:t>
            </a:r>
            <a:r>
              <a:rPr lang="fr-FR" baseline="0" dirty="0" smtClean="0"/>
              <a:t> de développement technique de l’entreprise puis se charge de définir la stratégie de déploiement des projets innovants.</a:t>
            </a:r>
            <a:endParaRPr dirty="0"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Unité urbaine : </a:t>
            </a:r>
            <a:r>
              <a:rPr lang="fr-FR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zone constituée d'une ou plusieurs communes contigües, dans laquelle aucune habitation n'est séparée de plus de 200m, et comptant plus de la moitié de la population (&gt; 2000 habitants) résidente de la commune</a:t>
            </a:r>
            <a:r>
              <a:rPr lang="fr-FR" dirty="0" smtClean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CGI</a:t>
            </a:r>
            <a:r>
              <a:rPr lang="fr-FR" baseline="0" dirty="0" smtClean="0"/>
              <a:t> : utilisé pour identifier la fiscalité et calculer la taxation des bien immobiliers.</a:t>
            </a:r>
            <a:endParaRPr dirty="0"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Mutation = transfert de propriété d'un bien immobilier réalisé à titre onéreux (vente, héritage…)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fr-FR" dirty="0" smtClean="0"/>
              <a:t>- Unité urbaine</a:t>
            </a:r>
            <a:r>
              <a:rPr lang="fr-FR" baseline="0" dirty="0" smtClean="0"/>
              <a:t> =zone constituée d'une ou plusieurs communes contigües, dans laquelle aucune habitation n'est séparée de plus de 200m, et comptant plus de la moitié de la population (&gt; 2000 habitants) résidente de la commune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fr-FR" baseline="0" dirty="0" smtClean="0"/>
              <a:t>- Aire urbaine = ensemble de communes contigües, constitué d'un pôle urbain (unité urbaine) &gt; 10 000 emplois et dont au moins 40% de la population résidente a un emploi dans ce pôle</a:t>
            </a:r>
            <a:endParaRPr lang="fr-FR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Arrondissement = circonscription administrative de l'Etat dont le chef-lieu est la </a:t>
            </a:r>
            <a:r>
              <a:rPr lang="fr-FR" dirty="0" err="1" smtClean="0"/>
              <a:t>sous-préfécture</a:t>
            </a:r>
            <a:endParaRPr lang="fr-FR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Canton = circonscription administrative pour l'élection des conseils départementaux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« à part » = résidant</a:t>
            </a:r>
            <a:r>
              <a:rPr lang="fr-FR" baseline="0" dirty="0" smtClean="0"/>
              <a:t> dans une autre commune (études ou résidence principale) mais ayant une résidence familiale dans la commune.</a:t>
            </a:r>
            <a:endParaRPr lang="fr-FR" dirty="0" smtClean="0"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MCD : modèle conceptuel des données =&gt; identifier et définir les concepts présents dans les données (classes,</a:t>
            </a:r>
            <a:r>
              <a:rPr lang="fr-FR" baseline="0" dirty="0" smtClean="0"/>
              <a:t> associations, relations)</a:t>
            </a:r>
            <a:endParaRPr dirty="0"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- Clé primaire</a:t>
            </a:r>
            <a:r>
              <a:rPr lang="fr-FR" baseline="0" dirty="0" smtClean="0"/>
              <a:t> : permet d’identifier de façon unique chaque objet (ligne) de la table =&gt; garantit l’unicité de l’information. Constituée de 1 ou plusieurs attributs (groupement minimum) déjà existants, ou créée artificiellement par indexation automatique ou concaténation par exemple.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aseline="0" dirty="0" smtClean="0"/>
              <a:t>- Clé étrangère : attribut ou groupe d’attributs (groupement minimum) d’une table faisant référence à la clé primaire d’une autre table =&gt; permet de modéliser le lien (relation) entre les 2 tables.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aseline="0" dirty="0" smtClean="0"/>
              <a:t>- MLD : modèle logique des données : décrit les concepts de la BDD (1 table = 1 classe et ses attributs) et ajoute la structure en modélisant les liens entre les tables (multiplicité + clés étrangères)</a:t>
            </a:r>
            <a:endParaRPr dirty="0"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Basculer sur</a:t>
            </a:r>
            <a:r>
              <a:rPr lang="fr-FR" baseline="0" dirty="0" smtClean="0"/>
              <a:t> la BDD</a:t>
            </a:r>
            <a:endParaRPr dirty="0"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Ouvrir le lien vers les requêtes</a:t>
            </a: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POC = </a:t>
            </a:r>
            <a:r>
              <a:rPr lang="fr-FR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phase de test ayant pour but de confirmer vos théories</a:t>
            </a:r>
            <a:r>
              <a:rPr lang="fr-FR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avant d'aller plus loin dans la réalisation de votre projet, méthode permettant de vérifier la performance du concept.</a:t>
            </a: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 mod="1">
    <p:ext uri="{DCECCB84-F9BA-43D5-87BE-67443E8EF086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smtClean="0"/>
              <a:t>A. TEIXEIRA</a:t>
            </a: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diagramDrawing" Target="../diagrams/drawing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.xml"/><Relationship Id="rId11" Type="http://schemas.openxmlformats.org/officeDocument/2006/relationships/diagramQuickStyle" Target="../diagrams/quickStyle4.xml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17.png"/><Relationship Id="rId10" Type="http://schemas.openxmlformats.org/officeDocument/2006/relationships/diagramLayout" Target="../diagrams/layout4.xml"/><Relationship Id="rId4" Type="http://schemas.openxmlformats.org/officeDocument/2006/relationships/diagramLayout" Target="../diagrams/layout3.xml"/><Relationship Id="rId9" Type="http://schemas.openxmlformats.org/officeDocument/2006/relationships/diagramData" Target="../diagrams/data4.xml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hyperlink" Target="file:///C:\Users\Administrateur\Documents\Formation_data_analyst\Projets\Projet_5\livrables\TEIXEIRA_Allison_3_requetes_052025.pdf" TargetMode="External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diagramLayout" Target="../diagrams/layout5.xml"/><Relationship Id="rId11" Type="http://schemas.openxmlformats.org/officeDocument/2006/relationships/image" Target="../media/image21.png"/><Relationship Id="rId5" Type="http://schemas.openxmlformats.org/officeDocument/2006/relationships/diagramData" Target="../diagrams/data5.xml"/><Relationship Id="rId10" Type="http://schemas.openxmlformats.org/officeDocument/2006/relationships/image" Target="../media/image20.png"/><Relationship Id="rId4" Type="http://schemas.openxmlformats.org/officeDocument/2006/relationships/hyperlink" Target="TEIXEIRA_Allison_3_requetes_052025.pdf" TargetMode="External"/><Relationship Id="rId9" Type="http://schemas.microsoft.com/office/2007/relationships/diagramDrawing" Target="../diagrams/drawin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-FR" dirty="0" smtClean="0"/>
              <a:t>Allison </a:t>
            </a:r>
            <a:r>
              <a:rPr lang="fr" dirty="0" smtClean="0"/>
              <a:t>TEIXEIRA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255229" y="742523"/>
            <a:ext cx="430994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255231" y="1649648"/>
            <a:ext cx="430994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 smtClean="0"/>
              <a:t>Projet DATAImmo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251665" y="2117902"/>
            <a:ext cx="4320336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90500" lvl="0" indent="-190500">
              <a:spcBef>
                <a:spcPts val="0"/>
              </a:spcBef>
              <a:buClr>
                <a:schemeClr val="accent5"/>
              </a:buClr>
            </a:pPr>
            <a:r>
              <a:rPr lang="fr" sz="1400" dirty="0" smtClean="0"/>
              <a:t>Mission confiée par </a:t>
            </a:r>
            <a:r>
              <a:rPr lang="fr-FR" sz="1400" dirty="0" smtClean="0"/>
              <a:t>F. LAPEYRE (DG</a:t>
            </a:r>
            <a:r>
              <a:rPr lang="fr-FR" sz="1200" dirty="0" smtClean="0"/>
              <a:t>*</a:t>
            </a:r>
            <a:r>
              <a:rPr lang="fr-FR" sz="1400" dirty="0" smtClean="0"/>
              <a:t>) </a:t>
            </a:r>
            <a:r>
              <a:rPr lang="fr" sz="1400" dirty="0" smtClean="0"/>
              <a:t>de Laplace Immo, sous</a:t>
            </a:r>
            <a:r>
              <a:rPr lang="fr-FR" sz="1400" dirty="0" smtClean="0"/>
              <a:t> la responsabilité de C. DAUCOURT (CTO</a:t>
            </a:r>
            <a:r>
              <a:rPr lang="fr-FR" sz="1200" dirty="0" smtClean="0"/>
              <a:t>*</a:t>
            </a:r>
            <a:r>
              <a:rPr lang="fr-FR" sz="1400" dirty="0" smtClean="0"/>
              <a:t>)</a:t>
            </a:r>
          </a:p>
          <a:p>
            <a:pPr marL="114300" lvl="0" indent="0">
              <a:spcBef>
                <a:spcPts val="0"/>
              </a:spcBef>
              <a:buClr>
                <a:schemeClr val="accent5"/>
              </a:buClr>
              <a:buNone/>
            </a:pPr>
            <a:endParaRPr lang="fr-FR" sz="1400" dirty="0" smtClean="0"/>
          </a:p>
          <a:p>
            <a:pPr marL="1905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•"/>
            </a:pPr>
            <a:r>
              <a:rPr lang="fr-FR" sz="1400" b="1" dirty="0" smtClean="0"/>
              <a:t>Objectif</a:t>
            </a:r>
            <a:r>
              <a:rPr lang="fr-FR" sz="1400" dirty="0" smtClean="0"/>
              <a:t> :</a:t>
            </a:r>
          </a:p>
          <a:p>
            <a:pPr marL="450850" lvl="1" indent="-198438">
              <a:spcBef>
                <a:spcPts val="0"/>
              </a:spcBef>
              <a:buClr>
                <a:schemeClr val="accent5"/>
              </a:buClr>
              <a:buSzPct val="100000"/>
              <a:buFont typeface="+mj-lt"/>
              <a:buAutoNum type="arabicPeriod"/>
            </a:pPr>
            <a:r>
              <a:rPr lang="fr-FR" sz="1200" dirty="0" smtClean="0"/>
              <a:t>Modification de la BDD* après collecte des données des transactions immobilières et foncières de France</a:t>
            </a:r>
          </a:p>
          <a:p>
            <a:pPr marL="450850" lvl="1" indent="-198438">
              <a:spcBef>
                <a:spcPts val="0"/>
              </a:spcBef>
              <a:buClr>
                <a:schemeClr val="accent5"/>
              </a:buClr>
              <a:buSzPct val="100000"/>
              <a:buFont typeface="+mj-lt"/>
              <a:buAutoNum type="arabicPeriod"/>
            </a:pPr>
            <a:r>
              <a:rPr lang="fr-FR" sz="1200" dirty="0"/>
              <a:t>E</a:t>
            </a:r>
            <a:r>
              <a:rPr lang="fr-FR" sz="1200" dirty="0" smtClean="0"/>
              <a:t>ffectuer une analyse de marché dans les différentes régions pour mieux prévoir les prix de ventes des biens et mieux accompagner les clients.</a:t>
            </a:r>
            <a:endParaRPr sz="1200"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mtClean="0"/>
              <a:t>A. TEIXEIRA</a:t>
            </a:r>
            <a:endParaRPr dirty="0"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52117" y="4174211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DG : Directeur Général</a:t>
            </a:r>
          </a:p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CTO : Directeur Technique (Chief 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Officer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BDD : Base de Données</a:t>
            </a:r>
            <a:endParaRPr lang="fr-FR" sz="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252528" y="25913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stratégie de sauvegarde et la conformité RGPD</a:t>
            </a:r>
            <a:endParaRPr b="0"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A. TEIXEIRA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19105179"/>
              </p:ext>
            </p:extLst>
          </p:nvPr>
        </p:nvGraphicFramePr>
        <p:xfrm>
          <a:off x="245660" y="1460310"/>
          <a:ext cx="8659504" cy="314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90107" y="4501757"/>
            <a:ext cx="6090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CSV : Comma-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</a:t>
            </a:r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		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CGI </a:t>
            </a:r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Code Général des 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impôts</a:t>
            </a:r>
          </a:p>
          <a:p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BDD : Base de Données 		    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uu_code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code INSEE de l’unité urbaine à laquelle appartient la commune</a:t>
            </a:r>
            <a:endParaRPr lang="fr-FR" sz="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252528" y="252307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Les données initiales</a:t>
            </a:r>
            <a:endParaRPr b="0"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254043" y="1504987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sz="1400" dirty="0" smtClean="0"/>
              <a:t>3 fichiers Excel :</a:t>
            </a:r>
            <a:endParaRPr sz="1400"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A. TEIXEIRA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769402809"/>
              </p:ext>
            </p:extLst>
          </p:nvPr>
        </p:nvGraphicFramePr>
        <p:xfrm>
          <a:off x="238835" y="1719622"/>
          <a:ext cx="8625385" cy="3136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09376" y="4556348"/>
            <a:ext cx="199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INSEE : Institut National des Statistiques et des Etudes Economiques</a:t>
            </a:r>
            <a:endParaRPr lang="fr-FR" sz="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252528" y="265955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</a:t>
            </a:r>
            <a:endParaRPr b="0" dirty="0"/>
          </a:p>
        </p:txBody>
      </p:sp>
      <p:sp>
        <p:nvSpPr>
          <p:cNvPr id="295" name="Google Shape;295;p37"/>
          <p:cNvSpPr txBox="1">
            <a:spLocks noGrp="1"/>
          </p:cNvSpPr>
          <p:nvPr>
            <p:ph type="body" idx="2"/>
          </p:nvPr>
        </p:nvSpPr>
        <p:spPr>
          <a:xfrm>
            <a:off x="233571" y="1552755"/>
            <a:ext cx="6978592" cy="31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sz="1400" dirty="0" smtClean="0"/>
              <a:t>4 tables : Vente, Bien, Commune et Region + Lexique</a:t>
            </a:r>
            <a:endParaRPr sz="1400" dirty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A. TEIXEIRA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" y="1907277"/>
            <a:ext cx="9054009" cy="1574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2481" y="3521120"/>
            <a:ext cx="8008924" cy="110799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Ä"/>
            </a:pPr>
            <a:r>
              <a:rPr lang="fr-FR" sz="1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: nom de l’attribut dans la table.</a:t>
            </a:r>
          </a:p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Ä"/>
            </a:pPr>
            <a:r>
              <a:rPr lang="fr-FR" sz="1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Signification : information que décrit l’attribut.</a:t>
            </a:r>
          </a:p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Ä"/>
            </a:pPr>
            <a:r>
              <a:rPr lang="fr-FR" sz="1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et Longueur : type de donnée de l’attribut (numérique, chaîne de caractère…) + nombre de caractères qu’il doit/peut prendre.</a:t>
            </a:r>
          </a:p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Ä"/>
            </a:pPr>
            <a:r>
              <a:rPr lang="fr-FR" sz="1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Nature : décrit si la donnée a été modifiée (calcul, concaténation…) ou non (élémentaire).</a:t>
            </a:r>
          </a:p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Ä"/>
            </a:pPr>
            <a:r>
              <a:rPr lang="fr-FR" sz="1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Règles de gestion et calcul : manière dont la donnée doit être retranscrite (calcul à faire, format, non nulle…)</a:t>
            </a:r>
          </a:p>
          <a:p>
            <a:pPr marL="285750" indent="-285750">
              <a:buClr>
                <a:schemeClr val="accent5"/>
              </a:buClr>
              <a:buFont typeface="Wingdings" panose="05000000000000000000" pitchFamily="2" charset="2"/>
              <a:buChar char="Ä"/>
            </a:pPr>
            <a:r>
              <a:rPr lang="fr-FR" sz="11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Clé : indique si l’attribut correspond à une clé de la table.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252528" y="25913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pic>
        <p:nvPicPr>
          <p:cNvPr id="2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07" y="1402016"/>
            <a:ext cx="5303837" cy="306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4" name="Google Shape;304;p38"/>
          <p:cNvSpPr txBox="1">
            <a:spLocks noGrp="1"/>
          </p:cNvSpPr>
          <p:nvPr>
            <p:ph type="body" idx="2"/>
          </p:nvPr>
        </p:nvSpPr>
        <p:spPr>
          <a:xfrm>
            <a:off x="254043" y="1552755"/>
            <a:ext cx="4645503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sz="1400" dirty="0" smtClean="0"/>
              <a:t>Diagramme de classes : modélisation UML</a:t>
            </a:r>
            <a:r>
              <a:rPr lang="fr-FR" sz="1200" dirty="0" smtClean="0"/>
              <a:t>*</a:t>
            </a:r>
            <a:r>
              <a:rPr lang="fr-FR" sz="1400" dirty="0" smtClean="0"/>
              <a:t> (relationnelle)</a:t>
            </a:r>
          </a:p>
          <a:p>
            <a:pPr marL="177800" lvl="0" indent="-177800">
              <a:spcBef>
                <a:spcPts val="0"/>
              </a:spcBef>
            </a:pPr>
            <a:r>
              <a:rPr lang="fr-FR" sz="1400" dirty="0" smtClean="0"/>
              <a:t>C</a:t>
            </a:r>
            <a:r>
              <a:rPr lang="fr" sz="1400" dirty="0" smtClean="0"/>
              <a:t>onforme </a:t>
            </a:r>
            <a:r>
              <a:rPr lang="fr" sz="1400" b="1" dirty="0" smtClean="0"/>
              <a:t>3</a:t>
            </a:r>
            <a:r>
              <a:rPr lang="fr" sz="1400" b="1" baseline="30000" dirty="0" smtClean="0"/>
              <a:t>ème</a:t>
            </a:r>
            <a:r>
              <a:rPr lang="fr" sz="1400" b="1" dirty="0" smtClean="0"/>
              <a:t> Forme </a:t>
            </a:r>
            <a:r>
              <a:rPr lang="fr" sz="1400" b="1" dirty="0"/>
              <a:t>N</a:t>
            </a:r>
            <a:r>
              <a:rPr lang="fr" sz="1400" b="1" dirty="0" smtClean="0"/>
              <a:t>ormale </a:t>
            </a:r>
            <a:r>
              <a:rPr lang="fr" sz="1400" dirty="0" smtClean="0"/>
              <a:t>(3NF) :</a:t>
            </a:r>
          </a:p>
          <a:p>
            <a:pPr marL="450850" lvl="1" indent="-177800">
              <a:spcBef>
                <a:spcPts val="0"/>
              </a:spcBef>
              <a:buSzPct val="100000"/>
              <a:buFont typeface="Wingdings" panose="05000000000000000000" pitchFamily="2" charset="2"/>
              <a:buChar char="ü"/>
            </a:pPr>
            <a:r>
              <a:rPr lang="fr" sz="1200" dirty="0" smtClean="0"/>
              <a:t>Chaque table doit avoir une </a:t>
            </a:r>
            <a:r>
              <a:rPr lang="fr" sz="1200" u="sng" dirty="0" smtClean="0"/>
              <a:t>clé primaire</a:t>
            </a:r>
            <a:r>
              <a:rPr lang="fr" sz="1200" dirty="0" smtClean="0"/>
              <a:t>.</a:t>
            </a:r>
          </a:p>
          <a:p>
            <a:pPr marL="450850" lvl="1" indent="-177800">
              <a:spcBef>
                <a:spcPts val="0"/>
              </a:spcBef>
              <a:buSzPct val="100000"/>
              <a:buFont typeface="Wingdings" panose="05000000000000000000" pitchFamily="2" charset="2"/>
              <a:buChar char="ü"/>
            </a:pPr>
            <a:r>
              <a:rPr lang="fr" sz="1200" dirty="0" smtClean="0"/>
              <a:t>Eviter les </a:t>
            </a:r>
            <a:r>
              <a:rPr lang="fr" sz="1200" u="sng" dirty="0" smtClean="0"/>
              <a:t>redondances</a:t>
            </a:r>
            <a:r>
              <a:rPr lang="fr" sz="1200" dirty="0" smtClean="0"/>
              <a:t> d’information.</a:t>
            </a:r>
          </a:p>
          <a:p>
            <a:pPr marL="450850" lvl="1" indent="-169863">
              <a:spcBef>
                <a:spcPts val="0"/>
              </a:spcBef>
              <a:buSzPct val="100000"/>
              <a:buFont typeface="Wingdings" panose="05000000000000000000" pitchFamily="2" charset="2"/>
              <a:buChar char="ü"/>
            </a:pPr>
            <a:r>
              <a:rPr lang="fr" sz="1200" dirty="0" smtClean="0"/>
              <a:t>Chaque attribut (colonne) doit être </a:t>
            </a:r>
            <a:r>
              <a:rPr lang="fr" sz="1200" u="sng" dirty="0" smtClean="0"/>
              <a:t>atomique</a:t>
            </a:r>
            <a:r>
              <a:rPr lang="fr" sz="1100" dirty="0" smtClean="0"/>
              <a:t>*.</a:t>
            </a:r>
          </a:p>
          <a:p>
            <a:pPr marL="450850" lvl="1" indent="-177800">
              <a:spcBef>
                <a:spcPts val="0"/>
              </a:spcBef>
              <a:buClr>
                <a:srgbClr val="00B0F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200" dirty="0" smtClean="0"/>
              <a:t>T</a:t>
            </a:r>
            <a:r>
              <a:rPr lang="fr" sz="1200" dirty="0" smtClean="0"/>
              <a:t>out attribut, hors clé candidate*, </a:t>
            </a:r>
            <a:r>
              <a:rPr lang="fr" sz="1200" u="sng" dirty="0" smtClean="0"/>
              <a:t>ne doit pas </a:t>
            </a:r>
          </a:p>
          <a:p>
            <a:pPr marL="273050" lvl="1" indent="0">
              <a:spcBef>
                <a:spcPts val="0"/>
              </a:spcBef>
              <a:buSzPct val="100000"/>
              <a:buNone/>
            </a:pPr>
            <a:r>
              <a:rPr lang="fr" sz="1200" u="sng" dirty="0" smtClean="0"/>
              <a:t>dépendre que d’une partie</a:t>
            </a:r>
            <a:r>
              <a:rPr lang="fr" sz="1200" dirty="0" smtClean="0"/>
              <a:t> de cette clé.</a:t>
            </a:r>
          </a:p>
          <a:p>
            <a:pPr marL="450850" lvl="1" indent="-177800">
              <a:spcBef>
                <a:spcPts val="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ü"/>
            </a:pPr>
            <a:r>
              <a:rPr lang="fr" sz="1200" dirty="0" smtClean="0"/>
              <a:t>Tout attribut, hors clé candidate, </a:t>
            </a:r>
            <a:r>
              <a:rPr lang="fr" sz="1200" u="sng" dirty="0" smtClean="0"/>
              <a:t>ne dépend pas</a:t>
            </a:r>
          </a:p>
          <a:p>
            <a:pPr marL="273050" lvl="1" indent="0">
              <a:spcBef>
                <a:spcPts val="0"/>
              </a:spcBef>
              <a:buSzPct val="100000"/>
              <a:buNone/>
            </a:pPr>
            <a:r>
              <a:rPr lang="fr" sz="1200" u="sng" dirty="0" smtClean="0"/>
              <a:t>d’un autre attribut</a:t>
            </a:r>
            <a:r>
              <a:rPr lang="fr" sz="1200" dirty="0" smtClean="0"/>
              <a:t> n’appartenant pas à cette clé</a:t>
            </a:r>
            <a:r>
              <a:rPr lang="fr" sz="1200" dirty="0"/>
              <a:t>.</a:t>
            </a:r>
            <a:endParaRPr lang="fr" sz="1200" dirty="0" smtClean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dirty="0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A. TEIXEIRA</a:t>
            </a:r>
            <a:endParaRPr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490" y="4067024"/>
            <a:ext cx="3089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UML : Langage de Modélisation Unifié (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Unified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Atomique : ne </a:t>
            </a:r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décrit qu’une seule 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à la fois.</a:t>
            </a:r>
          </a:p>
          <a:p>
            <a:pPr lvl="1"/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Candidate : éligible à devenir la clé primaire.</a:t>
            </a:r>
          </a:p>
          <a:p>
            <a:pPr lvl="1"/>
            <a:r>
              <a:rPr lang="fr-FR" sz="800" i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 smtClean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fr-FR" sz="8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couleur</a:t>
            </a:r>
            <a:r>
              <a:rPr lang="fr-FR" sz="8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fr-FR" sz="8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 </a:t>
            </a:r>
            <a:r>
              <a:rPr lang="fr-FR" sz="800" i="1" dirty="0" smtClean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1NF</a:t>
            </a:r>
            <a:r>
              <a:rPr lang="fr-FR" sz="8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fr-FR" sz="800" i="1" dirty="0" smtClean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2NF</a:t>
            </a:r>
            <a:r>
              <a:rPr lang="fr-FR" sz="8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fr-FR" sz="800" i="1" dirty="0" smtClean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3NF</a:t>
            </a:r>
            <a:endParaRPr lang="fr-FR" sz="800" i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52528" y="88710"/>
            <a:ext cx="6011794" cy="10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</a:t>
            </a:r>
            <a:r>
              <a:rPr lang="fr" b="0" dirty="0" smtClean="0"/>
              <a:t/>
            </a:r>
            <a:br>
              <a:rPr lang="fr" b="0" dirty="0" smtClean="0"/>
            </a:br>
            <a:r>
              <a:rPr lang="fr" b="0" dirty="0" smtClean="0"/>
              <a:t>tables </a:t>
            </a:r>
            <a:r>
              <a:rPr lang="fr" b="0" dirty="0"/>
              <a:t>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dirty="0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A. TEIXEIRA</a:t>
            </a:r>
            <a:endParaRPr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97338" y="1398896"/>
            <a:ext cx="2442246" cy="3009331"/>
            <a:chOff x="297338" y="1398896"/>
            <a:chExt cx="2442246" cy="3009331"/>
          </a:xfrm>
        </p:grpSpPr>
        <p:grpSp>
          <p:nvGrpSpPr>
            <p:cNvPr id="25" name="Group 24"/>
            <p:cNvGrpSpPr/>
            <p:nvPr/>
          </p:nvGrpSpPr>
          <p:grpSpPr>
            <a:xfrm>
              <a:off x="297338" y="1398896"/>
              <a:ext cx="2442246" cy="3009331"/>
              <a:chOff x="297338" y="1398896"/>
              <a:chExt cx="2442246" cy="3009331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297338" y="1398896"/>
                <a:ext cx="2442246" cy="3009331"/>
                <a:chOff x="297338" y="1398896"/>
                <a:chExt cx="2442246" cy="3009331"/>
              </a:xfrm>
            </p:grpSpPr>
            <p:pic>
              <p:nvPicPr>
                <p:cNvPr id="3074" name="Picture 2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7338" y="1398896"/>
                  <a:ext cx="2442246" cy="30093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" name="Oval 21"/>
                <p:cNvSpPr/>
                <p:nvPr/>
              </p:nvSpPr>
              <p:spPr>
                <a:xfrm>
                  <a:off x="815602" y="2019869"/>
                  <a:ext cx="399049" cy="164905"/>
                </a:xfrm>
                <a:prstGeom prst="ellipse">
                  <a:avLst/>
                </a:prstGeom>
                <a:noFill/>
                <a:ln w="127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839338" y="2565779"/>
                  <a:ext cx="518616" cy="18424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accent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p:grpSp>
          <p:sp>
            <p:nvSpPr>
              <p:cNvPr id="35" name="Oval 34"/>
              <p:cNvSpPr/>
              <p:nvPr/>
            </p:nvSpPr>
            <p:spPr>
              <a:xfrm>
                <a:off x="851996" y="3120788"/>
                <a:ext cx="399049" cy="164905"/>
              </a:xfrm>
              <a:prstGeom prst="ellipse">
                <a:avLst/>
              </a:prstGeom>
              <a:noFill/>
              <a:ln w="127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Oval 36"/>
            <p:cNvSpPr/>
            <p:nvPr/>
          </p:nvSpPr>
          <p:spPr>
            <a:xfrm>
              <a:off x="831525" y="3666699"/>
              <a:ext cx="399049" cy="164905"/>
            </a:xfrm>
            <a:prstGeom prst="ellipse">
              <a:avLst/>
            </a:prstGeom>
            <a:noFill/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197281" y="1971217"/>
            <a:ext cx="6745510" cy="2609170"/>
            <a:chOff x="2197281" y="1971217"/>
            <a:chExt cx="6745510" cy="260917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7281" y="1982100"/>
              <a:ext cx="6198951" cy="57194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" name="Group 20"/>
            <p:cNvGrpSpPr/>
            <p:nvPr/>
          </p:nvGrpSpPr>
          <p:grpSpPr>
            <a:xfrm>
              <a:off x="2197288" y="1971217"/>
              <a:ext cx="6745503" cy="2609170"/>
              <a:chOff x="2197288" y="1971217"/>
              <a:chExt cx="6745503" cy="260917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588758" y="1971217"/>
                <a:ext cx="3354033" cy="541185"/>
                <a:chOff x="5588758" y="1971217"/>
                <a:chExt cx="3354033" cy="541185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8434318" y="2204625"/>
                  <a:ext cx="5084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 smtClean="0">
                      <a:solidFill>
                        <a:schemeClr val="accent5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Bien</a:t>
                  </a:r>
                  <a:endParaRPr lang="fr-FR" dirty="0">
                    <a:solidFill>
                      <a:schemeClr val="accent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5588758" y="1971217"/>
                  <a:ext cx="1021893" cy="171482"/>
                </a:xfrm>
                <a:prstGeom prst="rect">
                  <a:avLst/>
                </a:prstGeom>
                <a:noFill/>
                <a:ln w="127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2970406" y="2647667"/>
                <a:ext cx="5944751" cy="576000"/>
                <a:chOff x="2970406" y="2647667"/>
                <a:chExt cx="5944751" cy="576000"/>
              </a:xfrm>
            </p:grpSpPr>
            <p:pic>
              <p:nvPicPr>
                <p:cNvPr id="3076" name="Picture 4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1031" y="2649577"/>
                  <a:ext cx="4964126" cy="57409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7" name="TextBox 6"/>
                <p:cNvSpPr txBox="1"/>
                <p:nvPr/>
              </p:nvSpPr>
              <p:spPr>
                <a:xfrm>
                  <a:off x="2970406" y="2862616"/>
                  <a:ext cx="93968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 smtClean="0">
                      <a:solidFill>
                        <a:schemeClr val="accent1">
                          <a:lumMod val="50000"/>
                          <a:lumOff val="50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Commune</a:t>
                  </a:r>
                  <a:endParaRPr lang="fr-FR" dirty="0">
                    <a:solidFill>
                      <a:schemeClr val="accent1">
                        <a:lumMod val="50000"/>
                        <a:lumOff val="5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40387" y="2647667"/>
                  <a:ext cx="1112293" cy="177420"/>
                </a:xfrm>
                <a:prstGeom prst="rect">
                  <a:avLst/>
                </a:prstGeom>
                <a:noFill/>
                <a:ln w="12700">
                  <a:solidFill>
                    <a:schemeClr val="accent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2197288" y="3326027"/>
                <a:ext cx="5096238" cy="576000"/>
                <a:chOff x="2197288" y="3326027"/>
                <a:chExt cx="5096238" cy="576000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2197288" y="3326027"/>
                  <a:ext cx="5096238" cy="576000"/>
                  <a:chOff x="2197288" y="3326027"/>
                  <a:chExt cx="5096238" cy="576000"/>
                </a:xfrm>
              </p:grpSpPr>
              <p:pic>
                <p:nvPicPr>
                  <p:cNvPr id="3077" name="Picture 5"/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97288" y="3326027"/>
                    <a:ext cx="4362120" cy="57600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6605517" y="3548418"/>
                    <a:ext cx="68800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dirty="0" smtClean="0">
                        <a:solidFill>
                          <a:schemeClr val="accent4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Region</a:t>
                    </a:r>
                    <a:endParaRPr lang="fr-FR" dirty="0">
                      <a:solidFill>
                        <a:schemeClr val="accent4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5" name="Rectangle 14"/>
                <p:cNvSpPr/>
                <p:nvPr/>
              </p:nvSpPr>
              <p:spPr>
                <a:xfrm>
                  <a:off x="5609230" y="3326028"/>
                  <a:ext cx="968991" cy="181448"/>
                </a:xfrm>
                <a:prstGeom prst="rect">
                  <a:avLst/>
                </a:prstGeom>
                <a:noFill/>
                <a:ln w="127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3642916" y="4004387"/>
                <a:ext cx="5272241" cy="576000"/>
                <a:chOff x="3642916" y="4004387"/>
                <a:chExt cx="5272241" cy="576000"/>
              </a:xfrm>
            </p:grpSpPr>
            <p:grpSp>
              <p:nvGrpSpPr>
                <p:cNvPr id="18" name="Group 17"/>
                <p:cNvGrpSpPr/>
                <p:nvPr/>
              </p:nvGrpSpPr>
              <p:grpSpPr>
                <a:xfrm>
                  <a:off x="3642916" y="4004387"/>
                  <a:ext cx="5272241" cy="576000"/>
                  <a:chOff x="3642916" y="4004387"/>
                  <a:chExt cx="5272241" cy="576000"/>
                </a:xfrm>
              </p:grpSpPr>
              <p:pic>
                <p:nvPicPr>
                  <p:cNvPr id="3078" name="Picture 6"/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306146" y="4004387"/>
                    <a:ext cx="4609011" cy="57600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3642916" y="4254338"/>
                    <a:ext cx="62228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dirty="0" smtClean="0">
                        <a:solidFill>
                          <a:srgbClr val="7030A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Vente</a:t>
                    </a:r>
                    <a:endParaRPr lang="fr-FR" dirty="0">
                      <a:solidFill>
                        <a:srgbClr val="7030A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9" name="Rectangle 18"/>
                <p:cNvSpPr/>
                <p:nvPr/>
              </p:nvSpPr>
              <p:spPr>
                <a:xfrm>
                  <a:off x="7840638" y="4004388"/>
                  <a:ext cx="1071349" cy="178652"/>
                </a:xfrm>
                <a:prstGeom prst="rect">
                  <a:avLst/>
                </a:prstGeom>
                <a:noFill/>
                <a:ln w="127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sp>
        <p:nvSpPr>
          <p:cNvPr id="3" name="TextBox 2"/>
          <p:cNvSpPr txBox="1"/>
          <p:nvPr/>
        </p:nvSpPr>
        <p:spPr>
          <a:xfrm>
            <a:off x="3527946" y="13988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252528" y="272779"/>
            <a:ext cx="794295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3000" b="0" dirty="0"/>
              <a:t>Les requêtes </a:t>
            </a:r>
            <a:r>
              <a:rPr lang="fr" sz="3000" b="0" dirty="0" smtClean="0"/>
              <a:t>qui permettent de </a:t>
            </a:r>
            <a:br>
              <a:rPr lang="fr" sz="3000" b="0" dirty="0" smtClean="0"/>
            </a:br>
            <a:r>
              <a:rPr lang="fr" sz="3000" b="0" dirty="0" smtClean="0"/>
              <a:t>démontrer </a:t>
            </a:r>
            <a:r>
              <a:rPr lang="fr" sz="3000" b="0" dirty="0"/>
              <a:t>le bon chargement des données</a:t>
            </a:r>
            <a:endParaRPr sz="3000" b="0" dirty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b="0" i="0" u="none" strike="noStrike" cap="none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A. TEIXEIRA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862094203"/>
              </p:ext>
            </p:extLst>
          </p:nvPr>
        </p:nvGraphicFramePr>
        <p:xfrm>
          <a:off x="282052" y="1508744"/>
          <a:ext cx="8513929" cy="3206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559" y="3568886"/>
            <a:ext cx="1168070" cy="9018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470046123"/>
              </p:ext>
            </p:extLst>
          </p:nvPr>
        </p:nvGraphicFramePr>
        <p:xfrm>
          <a:off x="4251278" y="3207887"/>
          <a:ext cx="4810834" cy="1548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411" y="4363396"/>
            <a:ext cx="2245057" cy="3585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00" y="1636961"/>
            <a:ext cx="360001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916" y="2371061"/>
            <a:ext cx="4938950" cy="6797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 smtClean="0"/>
              <a:t>Analyse du marché immobilier en France au 1</a:t>
            </a:r>
            <a:r>
              <a:rPr lang="fr" baseline="30000" dirty="0" smtClean="0"/>
              <a:t>er</a:t>
            </a:r>
            <a:r>
              <a:rPr lang="fr" dirty="0" smtClean="0"/>
              <a:t> semestre 2020</a:t>
            </a:r>
            <a:endParaRPr dirty="0"/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25252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 smtClean="0"/>
              <a:t>Requêtes 4 et 7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mtClean="0"/>
              <a:t>A. TEIXEIRA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253890" y="1032699"/>
            <a:ext cx="568971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 smtClean="0"/>
              <a:t>Caractéristiques générales des ventes en France au 1</a:t>
            </a:r>
            <a:r>
              <a:rPr lang="fr" baseline="30000" dirty="0" smtClean="0"/>
              <a:t>er</a:t>
            </a:r>
            <a:r>
              <a:rPr lang="fr" dirty="0" smtClean="0"/>
              <a:t> semestre 2020 </a:t>
            </a:r>
            <a:endParaRPr dirty="0"/>
          </a:p>
        </p:txBody>
      </p:sp>
      <p:sp>
        <p:nvSpPr>
          <p:cNvPr id="2" name="TextBox 1">
            <a:hlinkClick r:id="rId3" action="ppaction://hlinkfile"/>
          </p:cNvPr>
          <p:cNvSpPr txBox="1"/>
          <p:nvPr/>
        </p:nvSpPr>
        <p:spPr>
          <a:xfrm>
            <a:off x="4367874" y="252132"/>
            <a:ext cx="2340000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fr-FR" sz="12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Lien vers les résultats complets des requêtes : </a:t>
            </a:r>
            <a:r>
              <a:rPr lang="fr-FR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action="ppaction://hlinkfile"/>
              </a:rPr>
              <a:t>Requêtes.pdf</a:t>
            </a:r>
            <a:endParaRPr lang="fr-FR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754233120"/>
              </p:ext>
            </p:extLst>
          </p:nvPr>
        </p:nvGraphicFramePr>
        <p:xfrm>
          <a:off x="301811" y="1552754"/>
          <a:ext cx="5907920" cy="3050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184" y="3568274"/>
            <a:ext cx="2381558" cy="383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220" y="1390982"/>
            <a:ext cx="1781032" cy="1824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091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25252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dirty="0" smtClean="0"/>
              <a:t>Conclusion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mtClean="0"/>
              <a:t>A. TEIXEIRA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69343583"/>
              </p:ext>
            </p:extLst>
          </p:nvPr>
        </p:nvGraphicFramePr>
        <p:xfrm>
          <a:off x="281339" y="1487606"/>
          <a:ext cx="8644297" cy="3116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41259" y="4638237"/>
            <a:ext cx="2996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BDD : Base de Données</a:t>
            </a:r>
          </a:p>
          <a:p>
            <a:r>
              <a:rPr lang="fr-FR" sz="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POC : Proof of Concept : preuve de concept, validation de principe</a:t>
            </a:r>
            <a:endParaRPr lang="fr-FR" sz="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1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1517</Words>
  <Application>Microsoft Office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Wingdings</vt:lpstr>
      <vt:lpstr>Calibri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 tables créées et les données chargées</vt:lpstr>
      <vt:lpstr>Les requêtes qui permettent de  démontrer le bon chargement des données</vt:lpstr>
      <vt:lpstr>Requêtes SQL et résultats</vt:lpstr>
      <vt:lpstr>Requêtes 4 et 7</vt:lpstr>
      <vt:lpstr>Conclusion</vt:lpstr>
      <vt:lpstr>Merci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Création et utilisation de la base de données</dc:title>
  <cp:lastModifiedBy>HP Inc.</cp:lastModifiedBy>
  <cp:revision>72</cp:revision>
  <cp:lastPrinted>2025-07-10T15:21:42Z</cp:lastPrinted>
  <dcterms:modified xsi:type="dcterms:W3CDTF">2025-07-15T16:11:08Z</dcterms:modified>
</cp:coreProperties>
</file>