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3" r:id="rId3"/>
    <p:sldId id="257" r:id="rId4"/>
    <p:sldId id="264" r:id="rId5"/>
    <p:sldId id="265" r:id="rId6"/>
    <p:sldId id="258" r:id="rId7"/>
    <p:sldId id="266" r:id="rId8"/>
    <p:sldId id="267" r:id="rId9"/>
    <p:sldId id="259" r:id="rId10"/>
    <p:sldId id="272" r:id="rId11"/>
    <p:sldId id="271" r:id="rId12"/>
    <p:sldId id="260" r:id="rId13"/>
    <p:sldId id="268" r:id="rId14"/>
    <p:sldId id="273" r:id="rId15"/>
    <p:sldId id="274" r:id="rId16"/>
    <p:sldId id="269" r:id="rId17"/>
    <p:sldId id="270" r:id="rId18"/>
    <p:sldId id="261" r:id="rId19"/>
    <p:sldId id="262" r:id="rId20"/>
  </p:sldIdLst>
  <p:sldSz cx="9144000" cy="5143500" type="screen16x9"/>
  <p:notesSz cx="6797675" cy="9926638"/>
  <p:embeddedFontLst>
    <p:embeddedFont>
      <p:font typeface="Montserra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800000"/>
    <a:srgbClr val="006440"/>
    <a:srgbClr val="005043"/>
    <a:srgbClr val="004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85312" autoAdjust="0"/>
  </p:normalViewPr>
  <p:slideViewPr>
    <p:cSldViewPr snapToGrid="0">
      <p:cViewPr>
        <p:scale>
          <a:sx n="100" d="100"/>
          <a:sy n="100" d="100"/>
        </p:scale>
        <p:origin x="-946" y="-53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outlineViewPr>
    <p:cViewPr>
      <p:scale>
        <a:sx n="33" d="100"/>
        <a:sy n="33" d="100"/>
      </p:scale>
      <p:origin x="53" y="909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07/relationships/hdphoto" Target="../media/hdphoto2.wdp"/><Relationship Id="rId1" Type="http://schemas.openxmlformats.org/officeDocument/2006/relationships/image" Target="../media/image3.png"/><Relationship Id="rId6" Type="http://schemas.microsoft.com/office/2007/relationships/hdphoto" Target="../media/hdphoto4.wdp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07/relationships/hdphoto" Target="../media/hdphoto2.wdp"/><Relationship Id="rId1" Type="http://schemas.openxmlformats.org/officeDocument/2006/relationships/image" Target="../media/image3.png"/><Relationship Id="rId6" Type="http://schemas.microsoft.com/office/2007/relationships/hdphoto" Target="../media/hdphoto4.wdp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8C9A81-6896-4025-96B0-0113B5F614E8}" type="doc">
      <dgm:prSet loTypeId="urn:microsoft.com/office/officeart/2005/8/layout/hList7" loCatId="list" qsTypeId="urn:microsoft.com/office/officeart/2005/8/quickstyle/simple1" qsCatId="simple" csTypeId="urn:microsoft.com/office/officeart/2005/8/colors/accent3_2" csCatId="accent3" phldr="1"/>
      <dgm:spPr/>
    </dgm:pt>
    <dgm:pt modelId="{BCBA7EE0-4A69-493A-BE1A-4E234938D492}">
      <dgm:prSet phldrT="[Text]" custT="1"/>
      <dgm:spPr/>
      <dgm:t>
        <a:bodyPr/>
        <a:lstStyle/>
        <a:p>
          <a:pPr algn="ctr"/>
          <a:r>
            <a:rPr lang="fr-FR" sz="1600" u="sng" smtClean="0">
              <a:solidFill>
                <a:srgbClr val="3F3F3F"/>
              </a:solidFill>
              <a:latin typeface="Montserrat" panose="020B0604020202020204" charset="0"/>
            </a:rPr>
            <a:t>ERP</a:t>
          </a:r>
        </a:p>
        <a:p>
          <a:pPr algn="l"/>
          <a:r>
            <a:rPr lang="fr-FR" sz="1200" smtClean="0">
              <a:solidFill>
                <a:srgbClr val="3F3F3F"/>
              </a:solidFill>
              <a:latin typeface="Montserrat" panose="020B0604020202020204" charset="0"/>
            </a:rPr>
            <a:t>=&gt; Informations sur stock et valeur des articles vendus.</a:t>
          </a:r>
        </a:p>
        <a:p>
          <a:pPr algn="l"/>
          <a:r>
            <a:rPr lang="fr-FR" sz="1200" smtClean="0">
              <a:solidFill>
                <a:srgbClr val="3F3F3F"/>
              </a:solidFill>
              <a:latin typeface="Montserrat" panose="020B0604020202020204" charset="0"/>
            </a:rPr>
            <a:t>=&gt; 1 ligne = 1 article identifiable par un ID unique (‘product</a:t>
          </a:r>
          <a:r>
            <a:rPr lang="fr-FR" sz="1200" smtClean="0">
              <a:solidFill>
                <a:srgbClr val="3F3F3F"/>
              </a:solidFill>
              <a:latin typeface="+mn-lt"/>
            </a:rPr>
            <a:t>_</a:t>
          </a:r>
          <a:r>
            <a:rPr lang="fr-FR" sz="1200" smtClean="0">
              <a:solidFill>
                <a:srgbClr val="3F3F3F"/>
              </a:solidFill>
              <a:latin typeface="Montserrat" panose="020B0604020202020204" charset="0"/>
            </a:rPr>
            <a:t>id’)</a:t>
          </a:r>
        </a:p>
        <a:p>
          <a:pPr algn="l"/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A4FC8A85-E10A-44DA-987D-12AB68AB92B4}" type="parTrans" cxnId="{21BAADF2-C6FD-4372-A916-70B3DF11AD51}">
      <dgm:prSet/>
      <dgm:spPr/>
      <dgm:t>
        <a:bodyPr/>
        <a:lstStyle/>
        <a:p>
          <a:endParaRPr lang="fr-FR" sz="1800">
            <a:solidFill>
              <a:srgbClr val="3F3F3F"/>
            </a:solidFill>
            <a:latin typeface="Montserrat" panose="020B0604020202020204" charset="0"/>
          </a:endParaRPr>
        </a:p>
      </dgm:t>
    </dgm:pt>
    <dgm:pt modelId="{517D1B3A-043D-492F-B7AE-3246EB442C1D}" type="sibTrans" cxnId="{21BAADF2-C6FD-4372-A916-70B3DF11AD51}">
      <dgm:prSet/>
      <dgm:spPr/>
      <dgm:t>
        <a:bodyPr/>
        <a:lstStyle/>
        <a:p>
          <a:endParaRPr lang="fr-FR" sz="1800">
            <a:solidFill>
              <a:srgbClr val="3F3F3F"/>
            </a:solidFill>
            <a:latin typeface="Montserrat" panose="020B0604020202020204" charset="0"/>
          </a:endParaRPr>
        </a:p>
      </dgm:t>
    </dgm:pt>
    <dgm:pt modelId="{A2202276-68C8-4A18-AB1F-259A693CFC57}">
      <dgm:prSet phldrT="[Text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fr-FR" sz="1600" u="sng" smtClean="0">
              <a:solidFill>
                <a:srgbClr val="3F3F3F"/>
              </a:solidFill>
              <a:latin typeface="Montserrat" panose="020B0604020202020204" charset="0"/>
            </a:rPr>
            <a:t>Liaison</a:t>
          </a:r>
        </a:p>
        <a:p>
          <a:pPr algn="l"/>
          <a:r>
            <a:rPr lang="fr-FR" sz="1200" u="none" smtClean="0">
              <a:solidFill>
                <a:srgbClr val="3F3F3F"/>
              </a:solidFill>
              <a:latin typeface="Montserrat" panose="020B0604020202020204" charset="0"/>
            </a:rPr>
            <a:t>=&gt; Correspondances entre références produits ERP </a:t>
          </a:r>
          <a:r>
            <a:rPr lang="fr-FR" sz="1200" smtClean="0">
              <a:solidFill>
                <a:srgbClr val="3F3F3F"/>
              </a:solidFill>
              <a:latin typeface="Montserrat" panose="020B0604020202020204" charset="0"/>
            </a:rPr>
            <a:t>(‘product</a:t>
          </a:r>
          <a:r>
            <a:rPr lang="fr-FR" sz="1200" smtClean="0">
              <a:solidFill>
                <a:srgbClr val="3F3F3F"/>
              </a:solidFill>
              <a:latin typeface="+mn-lt"/>
            </a:rPr>
            <a:t>_</a:t>
          </a:r>
          <a:r>
            <a:rPr lang="fr-FR" sz="1200" smtClean="0">
              <a:solidFill>
                <a:srgbClr val="3F3F3F"/>
              </a:solidFill>
              <a:latin typeface="Montserrat" panose="020B0604020202020204" charset="0"/>
            </a:rPr>
            <a:t>id’) </a:t>
          </a:r>
          <a:r>
            <a:rPr lang="fr-FR" sz="1200" u="none" smtClean="0">
              <a:solidFill>
                <a:srgbClr val="3F3F3F"/>
              </a:solidFill>
              <a:latin typeface="Montserrat" panose="020B0604020202020204" charset="0"/>
            </a:rPr>
            <a:t>et site (‘sku’).</a:t>
          </a:r>
        </a:p>
        <a:p>
          <a:pPr algn="l"/>
          <a:r>
            <a:rPr lang="fr-FR" sz="1200" u="none" smtClean="0">
              <a:solidFill>
                <a:srgbClr val="3F3F3F"/>
              </a:solidFill>
              <a:latin typeface="Montserrat" panose="020B0604020202020204" charset="0"/>
            </a:rPr>
            <a:t>=&gt; 1 ligne = 1 correspondance</a:t>
          </a:r>
        </a:p>
        <a:p>
          <a:pPr algn="l"/>
          <a:endParaRPr lang="fr-FR" sz="1200" u="none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630F29B4-76DE-4EF3-8ECC-42EB4A580EBD}" type="parTrans" cxnId="{C1CAF730-699A-4452-B0B3-330A4FE11B06}">
      <dgm:prSet/>
      <dgm:spPr/>
      <dgm:t>
        <a:bodyPr/>
        <a:lstStyle/>
        <a:p>
          <a:endParaRPr lang="fr-FR" sz="1800">
            <a:solidFill>
              <a:srgbClr val="3F3F3F"/>
            </a:solidFill>
            <a:latin typeface="Montserrat" panose="020B0604020202020204" charset="0"/>
          </a:endParaRPr>
        </a:p>
      </dgm:t>
    </dgm:pt>
    <dgm:pt modelId="{20090B2B-0814-480D-8A29-BDA6C4841DD4}" type="sibTrans" cxnId="{C1CAF730-699A-4452-B0B3-330A4FE11B06}">
      <dgm:prSet/>
      <dgm:spPr/>
      <dgm:t>
        <a:bodyPr/>
        <a:lstStyle/>
        <a:p>
          <a:endParaRPr lang="fr-FR" sz="1800">
            <a:solidFill>
              <a:srgbClr val="3F3F3F"/>
            </a:solidFill>
            <a:latin typeface="Montserrat" panose="020B0604020202020204" charset="0"/>
          </a:endParaRPr>
        </a:p>
      </dgm:t>
    </dgm:pt>
    <dgm:pt modelId="{FBD35D95-1DBF-4AFB-90AA-9BBB2FEF2CED}">
      <dgm:prSet phldrT="[Text]" custT="1"/>
      <dgm:spPr/>
      <dgm:t>
        <a:bodyPr/>
        <a:lstStyle/>
        <a:p>
          <a:pPr algn="ctr"/>
          <a:r>
            <a:rPr lang="fr-FR" sz="1600" u="sng" smtClean="0">
              <a:solidFill>
                <a:srgbClr val="3F3F3F"/>
              </a:solidFill>
              <a:latin typeface="Montserrat" panose="020B0604020202020204" charset="0"/>
            </a:rPr>
            <a:t>Web</a:t>
          </a:r>
        </a:p>
        <a:p>
          <a:pPr algn="l"/>
          <a:r>
            <a:rPr lang="fr-FR" sz="1200" u="none" smtClean="0">
              <a:solidFill>
                <a:srgbClr val="3F3F3F"/>
              </a:solidFill>
              <a:latin typeface="Montserrat" panose="020B0604020202020204" charset="0"/>
            </a:rPr>
            <a:t>=&gt; Ventes + description articles du site (nom, type, note clients, infos post, taxe…)</a:t>
          </a:r>
        </a:p>
        <a:p>
          <a:pPr algn="l"/>
          <a:r>
            <a:rPr lang="fr-FR" sz="1200" u="none" smtClean="0">
              <a:solidFill>
                <a:srgbClr val="3F3F3F"/>
              </a:solidFill>
              <a:latin typeface="Montserrat" panose="020B0604020202020204" charset="0"/>
            </a:rPr>
            <a:t>=&gt; 1 ligne = 1 article identifiable par un ID unique (‘sku’)</a:t>
          </a:r>
          <a:endParaRPr lang="fr-FR" sz="1200" u="none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C178B3A4-4BED-498A-8365-A5EA5B99012F}" type="parTrans" cxnId="{44043BF0-9EAC-4C0F-8088-CE934CDFA4EC}">
      <dgm:prSet/>
      <dgm:spPr/>
      <dgm:t>
        <a:bodyPr/>
        <a:lstStyle/>
        <a:p>
          <a:endParaRPr lang="fr-FR" sz="1800">
            <a:solidFill>
              <a:srgbClr val="3F3F3F"/>
            </a:solidFill>
            <a:latin typeface="Montserrat" panose="020B0604020202020204" charset="0"/>
          </a:endParaRPr>
        </a:p>
      </dgm:t>
    </dgm:pt>
    <dgm:pt modelId="{809B8963-319E-4061-B771-9376C97C4C97}" type="sibTrans" cxnId="{44043BF0-9EAC-4C0F-8088-CE934CDFA4EC}">
      <dgm:prSet/>
      <dgm:spPr/>
      <dgm:t>
        <a:bodyPr/>
        <a:lstStyle/>
        <a:p>
          <a:endParaRPr lang="fr-FR" sz="1800">
            <a:solidFill>
              <a:srgbClr val="3F3F3F"/>
            </a:solidFill>
            <a:latin typeface="Montserrat" panose="020B0604020202020204" charset="0"/>
          </a:endParaRPr>
        </a:p>
      </dgm:t>
    </dgm:pt>
    <dgm:pt modelId="{7C8F28E5-151B-468C-A1C5-B551CA0805FF}" type="pres">
      <dgm:prSet presAssocID="{478C9A81-6896-4025-96B0-0113B5F614E8}" presName="Name0" presStyleCnt="0">
        <dgm:presLayoutVars>
          <dgm:dir/>
          <dgm:resizeHandles val="exact"/>
        </dgm:presLayoutVars>
      </dgm:prSet>
      <dgm:spPr/>
    </dgm:pt>
    <dgm:pt modelId="{0D3F33B1-A3D4-49FA-B383-FDE5115E0410}" type="pres">
      <dgm:prSet presAssocID="{478C9A81-6896-4025-96B0-0113B5F614E8}" presName="fgShape" presStyleLbl="fgShp" presStyleIdx="0" presStyleCnt="1" custLinFactNeighborY="10200"/>
      <dgm:spPr/>
    </dgm:pt>
    <dgm:pt modelId="{1F9EDC07-45CD-4014-8B00-659F9C90F7F8}" type="pres">
      <dgm:prSet presAssocID="{478C9A81-6896-4025-96B0-0113B5F614E8}" presName="linComp" presStyleCnt="0"/>
      <dgm:spPr/>
    </dgm:pt>
    <dgm:pt modelId="{FF610A0A-C891-400D-B9CE-6D5253692391}" type="pres">
      <dgm:prSet presAssocID="{BCBA7EE0-4A69-493A-BE1A-4E234938D492}" presName="compNode" presStyleCnt="0"/>
      <dgm:spPr/>
    </dgm:pt>
    <dgm:pt modelId="{A30CA023-25CE-41D6-8F47-434B9BE21B5A}" type="pres">
      <dgm:prSet presAssocID="{BCBA7EE0-4A69-493A-BE1A-4E234938D492}" presName="bkgdShape" presStyleLbl="node1" presStyleIdx="0" presStyleCnt="3"/>
      <dgm:spPr/>
      <dgm:t>
        <a:bodyPr/>
        <a:lstStyle/>
        <a:p>
          <a:endParaRPr lang="fr-FR"/>
        </a:p>
      </dgm:t>
    </dgm:pt>
    <dgm:pt modelId="{266389AC-3241-4668-AC51-747450C440E4}" type="pres">
      <dgm:prSet presAssocID="{BCBA7EE0-4A69-493A-BE1A-4E234938D492}" presName="node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ABD7696-1C5F-46C8-8EEE-8D24478FAFF2}" type="pres">
      <dgm:prSet presAssocID="{BCBA7EE0-4A69-493A-BE1A-4E234938D492}" presName="invisiNode" presStyleLbl="node1" presStyleIdx="0" presStyleCnt="3"/>
      <dgm:spPr/>
    </dgm:pt>
    <dgm:pt modelId="{F36D8C9C-84A2-4868-92DB-C9BAFF375C6B}" type="pres">
      <dgm:prSet presAssocID="{BCBA7EE0-4A69-493A-BE1A-4E234938D492}" presName="imagNode" presStyleLbl="fgImgPlace1" presStyleIdx="0" presStyleCnt="3" custScaleX="86825" custScaleY="86825" custLinFactNeighborY="-9221"/>
      <dgm:spPr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1563" r="100000">
                        <a14:foregroundMark x1="71484" y1="20781" x2="71484" y2="20781"/>
                        <a14:foregroundMark x1="35840" y1="29747" x2="35840" y2="297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507" t="8910" r="7259" b="9154"/>
          </a:stretch>
        </a:blipFill>
      </dgm:spPr>
    </dgm:pt>
    <dgm:pt modelId="{784187A3-63D3-4F12-B9E9-ED4F32891934}" type="pres">
      <dgm:prSet presAssocID="{517D1B3A-043D-492F-B7AE-3246EB442C1D}" presName="sibTrans" presStyleLbl="sibTrans2D1" presStyleIdx="0" presStyleCnt="0"/>
      <dgm:spPr/>
      <dgm:t>
        <a:bodyPr/>
        <a:lstStyle/>
        <a:p>
          <a:endParaRPr lang="fr-FR"/>
        </a:p>
      </dgm:t>
    </dgm:pt>
    <dgm:pt modelId="{8E0EE9CC-F86C-4214-B258-138EB5C345A2}" type="pres">
      <dgm:prSet presAssocID="{A2202276-68C8-4A18-AB1F-259A693CFC57}" presName="compNode" presStyleCnt="0"/>
      <dgm:spPr/>
    </dgm:pt>
    <dgm:pt modelId="{47D606D2-BC08-47A0-935E-A8F2FB93B0F3}" type="pres">
      <dgm:prSet presAssocID="{A2202276-68C8-4A18-AB1F-259A693CFC57}" presName="bkgdShape" presStyleLbl="node1" presStyleIdx="1" presStyleCnt="3"/>
      <dgm:spPr/>
      <dgm:t>
        <a:bodyPr/>
        <a:lstStyle/>
        <a:p>
          <a:endParaRPr lang="fr-FR"/>
        </a:p>
      </dgm:t>
    </dgm:pt>
    <dgm:pt modelId="{105941FB-7E8C-4A5F-8A81-35D6F4306BF7}" type="pres">
      <dgm:prSet presAssocID="{A2202276-68C8-4A18-AB1F-259A693CFC57}" presName="node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6AA3429-84D5-4799-B184-8C5F903D8505}" type="pres">
      <dgm:prSet presAssocID="{A2202276-68C8-4A18-AB1F-259A693CFC57}" presName="invisiNode" presStyleLbl="node1" presStyleIdx="1" presStyleCnt="3"/>
      <dgm:spPr/>
    </dgm:pt>
    <dgm:pt modelId="{0E262E54-D1EC-420A-8A6A-CC0093E42DE3}" type="pres">
      <dgm:prSet presAssocID="{A2202276-68C8-4A18-AB1F-259A693CFC57}" presName="imagNode" presStyleLbl="fgImgPlace1" presStyleIdx="1" presStyleCnt="3" custScaleX="86825" custScaleY="86825" custLinFactNeighborY="-10724"/>
      <dgm:spPr>
        <a:blipFill dpi="0"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91222" y1="34222" x2="91222" y2="34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22050" t="21161" r="19756" b="24469"/>
          </a:stretch>
        </a:blipFill>
      </dgm:spPr>
    </dgm:pt>
    <dgm:pt modelId="{441BB77D-B4DE-4D1C-A4F3-578F4EC4556E}" type="pres">
      <dgm:prSet presAssocID="{20090B2B-0814-480D-8A29-BDA6C4841DD4}" presName="sibTrans" presStyleLbl="sibTrans2D1" presStyleIdx="0" presStyleCnt="0"/>
      <dgm:spPr/>
      <dgm:t>
        <a:bodyPr/>
        <a:lstStyle/>
        <a:p>
          <a:endParaRPr lang="fr-FR"/>
        </a:p>
      </dgm:t>
    </dgm:pt>
    <dgm:pt modelId="{23AF159B-3A71-4171-BB53-CDD742D3E2E5}" type="pres">
      <dgm:prSet presAssocID="{FBD35D95-1DBF-4AFB-90AA-9BBB2FEF2CED}" presName="compNode" presStyleCnt="0"/>
      <dgm:spPr/>
    </dgm:pt>
    <dgm:pt modelId="{BA595C0F-F86E-4AA2-BB08-57E2FD7B1ACF}" type="pres">
      <dgm:prSet presAssocID="{FBD35D95-1DBF-4AFB-90AA-9BBB2FEF2CED}" presName="bkgdShape" presStyleLbl="node1" presStyleIdx="2" presStyleCnt="3"/>
      <dgm:spPr/>
      <dgm:t>
        <a:bodyPr/>
        <a:lstStyle/>
        <a:p>
          <a:endParaRPr lang="fr-FR"/>
        </a:p>
      </dgm:t>
    </dgm:pt>
    <dgm:pt modelId="{8A734C8C-6292-44DE-A4B1-A5F95F173FC8}" type="pres">
      <dgm:prSet presAssocID="{FBD35D95-1DBF-4AFB-90AA-9BBB2FEF2CED}" presName="node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2BAFD32-4ACA-4B61-A595-EFE664CED493}" type="pres">
      <dgm:prSet presAssocID="{FBD35D95-1DBF-4AFB-90AA-9BBB2FEF2CED}" presName="invisiNode" presStyleLbl="node1" presStyleIdx="2" presStyleCnt="3"/>
      <dgm:spPr/>
    </dgm:pt>
    <dgm:pt modelId="{D3D81AB2-C017-4338-94B5-D9799AA5DED3}" type="pres">
      <dgm:prSet presAssocID="{FBD35D95-1DBF-4AFB-90AA-9BBB2FEF2CED}" presName="imagNode" presStyleLbl="fgImgPlace1" presStyleIdx="2" presStyleCnt="3" custScaleX="86825" custScaleY="86825" custLinFactNeighborY="-11490"/>
      <dgm:spPr>
        <a:blipFill>
          <a:blip xmlns:r="http://schemas.openxmlformats.org/officeDocument/2006/relationships"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67041" y1="70204" x2="67041" y2="702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1693BC5F-08A6-4C7E-A1C3-2636D958ECBA}" type="presOf" srcId="{BCBA7EE0-4A69-493A-BE1A-4E234938D492}" destId="{266389AC-3241-4668-AC51-747450C440E4}" srcOrd="1" destOrd="0" presId="urn:microsoft.com/office/officeart/2005/8/layout/hList7"/>
    <dgm:cxn modelId="{7E9E643F-DB7F-4273-A8D5-7920DF52142A}" type="presOf" srcId="{FBD35D95-1DBF-4AFB-90AA-9BBB2FEF2CED}" destId="{BA595C0F-F86E-4AA2-BB08-57E2FD7B1ACF}" srcOrd="0" destOrd="0" presId="urn:microsoft.com/office/officeart/2005/8/layout/hList7"/>
    <dgm:cxn modelId="{0D07E112-F952-49CC-8551-DE949DD4E302}" type="presOf" srcId="{478C9A81-6896-4025-96B0-0113B5F614E8}" destId="{7C8F28E5-151B-468C-A1C5-B551CA0805FF}" srcOrd="0" destOrd="0" presId="urn:microsoft.com/office/officeart/2005/8/layout/hList7"/>
    <dgm:cxn modelId="{773676CF-780F-4913-9BD1-4130F4850F43}" type="presOf" srcId="{20090B2B-0814-480D-8A29-BDA6C4841DD4}" destId="{441BB77D-B4DE-4D1C-A4F3-578F4EC4556E}" srcOrd="0" destOrd="0" presId="urn:microsoft.com/office/officeart/2005/8/layout/hList7"/>
    <dgm:cxn modelId="{DD09A996-18E2-4071-BBC0-E076613F533C}" type="presOf" srcId="{A2202276-68C8-4A18-AB1F-259A693CFC57}" destId="{105941FB-7E8C-4A5F-8A81-35D6F4306BF7}" srcOrd="1" destOrd="0" presId="urn:microsoft.com/office/officeart/2005/8/layout/hList7"/>
    <dgm:cxn modelId="{1AA0E705-9F4F-4FD3-9A9F-3E693C3276B1}" type="presOf" srcId="{A2202276-68C8-4A18-AB1F-259A693CFC57}" destId="{47D606D2-BC08-47A0-935E-A8F2FB93B0F3}" srcOrd="0" destOrd="0" presId="urn:microsoft.com/office/officeart/2005/8/layout/hList7"/>
    <dgm:cxn modelId="{C1CAF730-699A-4452-B0B3-330A4FE11B06}" srcId="{478C9A81-6896-4025-96B0-0113B5F614E8}" destId="{A2202276-68C8-4A18-AB1F-259A693CFC57}" srcOrd="1" destOrd="0" parTransId="{630F29B4-76DE-4EF3-8ECC-42EB4A580EBD}" sibTransId="{20090B2B-0814-480D-8A29-BDA6C4841DD4}"/>
    <dgm:cxn modelId="{44043BF0-9EAC-4C0F-8088-CE934CDFA4EC}" srcId="{478C9A81-6896-4025-96B0-0113B5F614E8}" destId="{FBD35D95-1DBF-4AFB-90AA-9BBB2FEF2CED}" srcOrd="2" destOrd="0" parTransId="{C178B3A4-4BED-498A-8365-A5EA5B99012F}" sibTransId="{809B8963-319E-4061-B771-9376C97C4C97}"/>
    <dgm:cxn modelId="{D8170020-D5B7-4CFB-A42E-EF41019C1BC9}" type="presOf" srcId="{BCBA7EE0-4A69-493A-BE1A-4E234938D492}" destId="{A30CA023-25CE-41D6-8F47-434B9BE21B5A}" srcOrd="0" destOrd="0" presId="urn:microsoft.com/office/officeart/2005/8/layout/hList7"/>
    <dgm:cxn modelId="{21BAADF2-C6FD-4372-A916-70B3DF11AD51}" srcId="{478C9A81-6896-4025-96B0-0113B5F614E8}" destId="{BCBA7EE0-4A69-493A-BE1A-4E234938D492}" srcOrd="0" destOrd="0" parTransId="{A4FC8A85-E10A-44DA-987D-12AB68AB92B4}" sibTransId="{517D1B3A-043D-492F-B7AE-3246EB442C1D}"/>
    <dgm:cxn modelId="{3134BF29-EC63-49DC-852C-ABD6B8921D9C}" type="presOf" srcId="{FBD35D95-1DBF-4AFB-90AA-9BBB2FEF2CED}" destId="{8A734C8C-6292-44DE-A4B1-A5F95F173FC8}" srcOrd="1" destOrd="0" presId="urn:microsoft.com/office/officeart/2005/8/layout/hList7"/>
    <dgm:cxn modelId="{E56B16EF-19C4-4E67-9CFA-FCB3FC0E8A8D}" type="presOf" srcId="{517D1B3A-043D-492F-B7AE-3246EB442C1D}" destId="{784187A3-63D3-4F12-B9E9-ED4F32891934}" srcOrd="0" destOrd="0" presId="urn:microsoft.com/office/officeart/2005/8/layout/hList7"/>
    <dgm:cxn modelId="{209252BA-6D09-47A2-8015-FF20CC35C118}" type="presParOf" srcId="{7C8F28E5-151B-468C-A1C5-B551CA0805FF}" destId="{0D3F33B1-A3D4-49FA-B383-FDE5115E0410}" srcOrd="0" destOrd="0" presId="urn:microsoft.com/office/officeart/2005/8/layout/hList7"/>
    <dgm:cxn modelId="{ABEB595E-ED23-4BC0-9D10-4B52608238D7}" type="presParOf" srcId="{7C8F28E5-151B-468C-A1C5-B551CA0805FF}" destId="{1F9EDC07-45CD-4014-8B00-659F9C90F7F8}" srcOrd="1" destOrd="0" presId="urn:microsoft.com/office/officeart/2005/8/layout/hList7"/>
    <dgm:cxn modelId="{76FF8A77-3F87-4BE0-9FE2-855E7F1E064A}" type="presParOf" srcId="{1F9EDC07-45CD-4014-8B00-659F9C90F7F8}" destId="{FF610A0A-C891-400D-B9CE-6D5253692391}" srcOrd="0" destOrd="0" presId="urn:microsoft.com/office/officeart/2005/8/layout/hList7"/>
    <dgm:cxn modelId="{4AADA895-F38E-4DC7-B8BC-B06AB32BD447}" type="presParOf" srcId="{FF610A0A-C891-400D-B9CE-6D5253692391}" destId="{A30CA023-25CE-41D6-8F47-434B9BE21B5A}" srcOrd="0" destOrd="0" presId="urn:microsoft.com/office/officeart/2005/8/layout/hList7"/>
    <dgm:cxn modelId="{4873CB88-838D-4918-883D-0CD3D6A0B797}" type="presParOf" srcId="{FF610A0A-C891-400D-B9CE-6D5253692391}" destId="{266389AC-3241-4668-AC51-747450C440E4}" srcOrd="1" destOrd="0" presId="urn:microsoft.com/office/officeart/2005/8/layout/hList7"/>
    <dgm:cxn modelId="{950DD84A-081A-4118-891D-471E21345E32}" type="presParOf" srcId="{FF610A0A-C891-400D-B9CE-6D5253692391}" destId="{3ABD7696-1C5F-46C8-8EEE-8D24478FAFF2}" srcOrd="2" destOrd="0" presId="urn:microsoft.com/office/officeart/2005/8/layout/hList7"/>
    <dgm:cxn modelId="{174A17D5-02E5-4FB4-B7FF-6A3C2AF75A70}" type="presParOf" srcId="{FF610A0A-C891-400D-B9CE-6D5253692391}" destId="{F36D8C9C-84A2-4868-92DB-C9BAFF375C6B}" srcOrd="3" destOrd="0" presId="urn:microsoft.com/office/officeart/2005/8/layout/hList7"/>
    <dgm:cxn modelId="{7C05C1E2-8F35-4D07-BF28-CC3E44746213}" type="presParOf" srcId="{1F9EDC07-45CD-4014-8B00-659F9C90F7F8}" destId="{784187A3-63D3-4F12-B9E9-ED4F32891934}" srcOrd="1" destOrd="0" presId="urn:microsoft.com/office/officeart/2005/8/layout/hList7"/>
    <dgm:cxn modelId="{D336094D-4364-4C39-A124-2CAE0F06E55D}" type="presParOf" srcId="{1F9EDC07-45CD-4014-8B00-659F9C90F7F8}" destId="{8E0EE9CC-F86C-4214-B258-138EB5C345A2}" srcOrd="2" destOrd="0" presId="urn:microsoft.com/office/officeart/2005/8/layout/hList7"/>
    <dgm:cxn modelId="{0CCC611E-EE47-4D4A-9694-741BFA12F3A7}" type="presParOf" srcId="{8E0EE9CC-F86C-4214-B258-138EB5C345A2}" destId="{47D606D2-BC08-47A0-935E-A8F2FB93B0F3}" srcOrd="0" destOrd="0" presId="urn:microsoft.com/office/officeart/2005/8/layout/hList7"/>
    <dgm:cxn modelId="{8D59454A-937E-42AD-ACB9-6F684E7C2EEA}" type="presParOf" srcId="{8E0EE9CC-F86C-4214-B258-138EB5C345A2}" destId="{105941FB-7E8C-4A5F-8A81-35D6F4306BF7}" srcOrd="1" destOrd="0" presId="urn:microsoft.com/office/officeart/2005/8/layout/hList7"/>
    <dgm:cxn modelId="{5DD47BCC-A714-46F1-B904-A7A1BA1CA6D4}" type="presParOf" srcId="{8E0EE9CC-F86C-4214-B258-138EB5C345A2}" destId="{46AA3429-84D5-4799-B184-8C5F903D8505}" srcOrd="2" destOrd="0" presId="urn:microsoft.com/office/officeart/2005/8/layout/hList7"/>
    <dgm:cxn modelId="{C83E655D-2447-47F6-B210-4E400663A136}" type="presParOf" srcId="{8E0EE9CC-F86C-4214-B258-138EB5C345A2}" destId="{0E262E54-D1EC-420A-8A6A-CC0093E42DE3}" srcOrd="3" destOrd="0" presId="urn:microsoft.com/office/officeart/2005/8/layout/hList7"/>
    <dgm:cxn modelId="{DE45E1BD-44B3-412D-8A56-ECE8B6A6B8B0}" type="presParOf" srcId="{1F9EDC07-45CD-4014-8B00-659F9C90F7F8}" destId="{441BB77D-B4DE-4D1C-A4F3-578F4EC4556E}" srcOrd="3" destOrd="0" presId="urn:microsoft.com/office/officeart/2005/8/layout/hList7"/>
    <dgm:cxn modelId="{11D44E5E-36DC-4695-9530-2731DE5EAB47}" type="presParOf" srcId="{1F9EDC07-45CD-4014-8B00-659F9C90F7F8}" destId="{23AF159B-3A71-4171-BB53-CDD742D3E2E5}" srcOrd="4" destOrd="0" presId="urn:microsoft.com/office/officeart/2005/8/layout/hList7"/>
    <dgm:cxn modelId="{F170BBDA-9914-44B9-A033-DCA2069BE59A}" type="presParOf" srcId="{23AF159B-3A71-4171-BB53-CDD742D3E2E5}" destId="{BA595C0F-F86E-4AA2-BB08-57E2FD7B1ACF}" srcOrd="0" destOrd="0" presId="urn:microsoft.com/office/officeart/2005/8/layout/hList7"/>
    <dgm:cxn modelId="{3C22D72E-B689-4088-9E37-3925321670BF}" type="presParOf" srcId="{23AF159B-3A71-4171-BB53-CDD742D3E2E5}" destId="{8A734C8C-6292-44DE-A4B1-A5F95F173FC8}" srcOrd="1" destOrd="0" presId="urn:microsoft.com/office/officeart/2005/8/layout/hList7"/>
    <dgm:cxn modelId="{31B3E8FC-E58B-4E5F-8824-FAD2196D03A5}" type="presParOf" srcId="{23AF159B-3A71-4171-BB53-CDD742D3E2E5}" destId="{02BAFD32-4ACA-4B61-A595-EFE664CED493}" srcOrd="2" destOrd="0" presId="urn:microsoft.com/office/officeart/2005/8/layout/hList7"/>
    <dgm:cxn modelId="{C7A76F81-6B57-4D0B-B466-E53CE44774F3}" type="presParOf" srcId="{23AF159B-3A71-4171-BB53-CDD742D3E2E5}" destId="{D3D81AB2-C017-4338-94B5-D9799AA5DED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92CC12-23FA-432D-9F1D-C0A1FD8BBBA1}" type="doc">
      <dgm:prSet loTypeId="urn:microsoft.com/office/officeart/2005/8/layout/process3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fr-FR"/>
        </a:p>
      </dgm:t>
    </dgm:pt>
    <dgm:pt modelId="{177AED76-2C54-4998-8822-E56946A6C6AB}">
      <dgm:prSet phldrT="[Text]" custT="1"/>
      <dgm:spPr/>
      <dgm:t>
        <a:bodyPr/>
        <a:lstStyle/>
        <a:p>
          <a:r>
            <a:rPr lang="fr-FR" sz="1400" dirty="0" smtClean="0">
              <a:latin typeface="Montserrat" panose="020B0604020202020204" charset="0"/>
            </a:rPr>
            <a:t>Vérification</a:t>
          </a:r>
          <a:endParaRPr lang="fr-FR" sz="1400" dirty="0">
            <a:latin typeface="Montserrat" panose="020B0604020202020204" charset="0"/>
          </a:endParaRPr>
        </a:p>
      </dgm:t>
    </dgm:pt>
    <dgm:pt modelId="{E6F8E541-B7F5-477F-8C37-51C5FC4162A3}" type="parTrans" cxnId="{497F2F2D-C747-4996-820E-AC15A099815A}">
      <dgm:prSet/>
      <dgm:spPr/>
      <dgm:t>
        <a:bodyPr/>
        <a:lstStyle/>
        <a:p>
          <a:endParaRPr lang="fr-FR"/>
        </a:p>
      </dgm:t>
    </dgm:pt>
    <dgm:pt modelId="{1C811533-56D3-44BF-ABB7-F61C58960404}" type="sibTrans" cxnId="{497F2F2D-C747-4996-820E-AC15A099815A}">
      <dgm:prSet/>
      <dgm:spPr/>
      <dgm:t>
        <a:bodyPr/>
        <a:lstStyle/>
        <a:p>
          <a:endParaRPr lang="fr-FR"/>
        </a:p>
      </dgm:t>
    </dgm:pt>
    <dgm:pt modelId="{DEA0F460-B410-481A-BD4E-180DD5F26F7C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Nombre de lignes et colonnes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98CC4CDC-24E4-4EEF-92E4-14851D1FD2CD}" type="parTrans" cxnId="{AC67A887-4B76-4602-8D5B-A1BF22E52D5D}">
      <dgm:prSet/>
      <dgm:spPr/>
      <dgm:t>
        <a:bodyPr/>
        <a:lstStyle/>
        <a:p>
          <a:endParaRPr lang="fr-FR"/>
        </a:p>
      </dgm:t>
    </dgm:pt>
    <dgm:pt modelId="{DDDADA6E-7DFD-459C-AE3B-0CCBA8EF50F8}" type="sibTrans" cxnId="{AC67A887-4B76-4602-8D5B-A1BF22E52D5D}">
      <dgm:prSet/>
      <dgm:spPr/>
      <dgm:t>
        <a:bodyPr/>
        <a:lstStyle/>
        <a:p>
          <a:endParaRPr lang="fr-FR"/>
        </a:p>
      </dgm:t>
    </dgm:pt>
    <dgm:pt modelId="{01EEC2AA-AB51-49D5-8800-BB95DCB2EA9F}">
      <dgm:prSet phldrT="[Text]" custT="1"/>
      <dgm:spPr>
        <a:solidFill>
          <a:schemeClr val="accent5">
            <a:lumMod val="75000"/>
          </a:schemeClr>
        </a:solidFill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r>
            <a:rPr lang="fr-FR" sz="1400" dirty="0" smtClean="0">
              <a:latin typeface="Montserrat" panose="020B0604020202020204" charset="0"/>
            </a:rPr>
            <a:t>Choix</a:t>
          </a:r>
          <a:endParaRPr lang="fr-FR" sz="1400" dirty="0">
            <a:latin typeface="Montserrat" panose="020B0604020202020204" charset="0"/>
          </a:endParaRPr>
        </a:p>
      </dgm:t>
    </dgm:pt>
    <dgm:pt modelId="{7C6EF67A-C521-4283-8408-89320E5197A9}" type="parTrans" cxnId="{0E9BD7C3-C60B-492B-8A16-D37DA8B3D09A}">
      <dgm:prSet/>
      <dgm:spPr/>
      <dgm:t>
        <a:bodyPr/>
        <a:lstStyle/>
        <a:p>
          <a:endParaRPr lang="fr-FR"/>
        </a:p>
      </dgm:t>
    </dgm:pt>
    <dgm:pt modelId="{93776688-C30B-409B-B1DC-CC5102382BAA}" type="sibTrans" cxnId="{0E9BD7C3-C60B-492B-8A16-D37DA8B3D09A}">
      <dgm:prSet/>
      <dgm:spPr/>
      <dgm:t>
        <a:bodyPr/>
        <a:lstStyle/>
        <a:p>
          <a:endParaRPr lang="fr-FR"/>
        </a:p>
      </dgm:t>
    </dgm:pt>
    <dgm:pt modelId="{F2D0F055-EA0C-4619-AB36-863CEE19A4DB}">
      <dgm:prSet phldrT="[Text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>
            <a:spcAft>
              <a:spcPts val="1200"/>
            </a:spcAft>
          </a:pPr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Suppression des données jugées non nécessaires </a:t>
          </a:r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(ex : commentaires clients site Web)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114951DE-3694-4EFD-99E0-EA4F778281BE}" type="parTrans" cxnId="{F65D7675-ED75-4F96-B3C9-4DC1A6B854B0}">
      <dgm:prSet/>
      <dgm:spPr/>
      <dgm:t>
        <a:bodyPr/>
        <a:lstStyle/>
        <a:p>
          <a:endParaRPr lang="fr-FR"/>
        </a:p>
      </dgm:t>
    </dgm:pt>
    <dgm:pt modelId="{EC951EAF-18AF-40D4-9CB5-D52179E23A10}" type="sibTrans" cxnId="{F65D7675-ED75-4F96-B3C9-4DC1A6B854B0}">
      <dgm:prSet/>
      <dgm:spPr/>
      <dgm:t>
        <a:bodyPr/>
        <a:lstStyle/>
        <a:p>
          <a:endParaRPr lang="fr-FR"/>
        </a:p>
      </dgm:t>
    </dgm:pt>
    <dgm:pt modelId="{D9A6BD84-6D2A-4738-8F9B-359B32207273}">
      <dgm:prSet phldrT="[Text]" custT="1"/>
      <dgm:spPr/>
      <dgm:t>
        <a:bodyPr/>
        <a:lstStyle/>
        <a:p>
          <a:r>
            <a:rPr lang="fr-FR" sz="1400" dirty="0" smtClean="0">
              <a:latin typeface="Montserrat" panose="020B0604020202020204" charset="0"/>
            </a:rPr>
            <a:t>Vérification</a:t>
          </a:r>
          <a:endParaRPr lang="fr-FR" sz="1400" dirty="0">
            <a:latin typeface="Montserrat" panose="020B0604020202020204" charset="0"/>
          </a:endParaRPr>
        </a:p>
      </dgm:t>
    </dgm:pt>
    <dgm:pt modelId="{AC023527-5718-41E4-81BC-03B5CC70891E}" type="parTrans" cxnId="{F5F3C712-BC18-423B-BD25-BF962EFD93D8}">
      <dgm:prSet/>
      <dgm:spPr/>
      <dgm:t>
        <a:bodyPr/>
        <a:lstStyle/>
        <a:p>
          <a:endParaRPr lang="fr-FR"/>
        </a:p>
      </dgm:t>
    </dgm:pt>
    <dgm:pt modelId="{ADA51959-C26F-475D-A3CF-9EC7C05C9862}" type="sibTrans" cxnId="{F5F3C712-BC18-423B-BD25-BF962EFD93D8}">
      <dgm:prSet/>
      <dgm:spPr/>
      <dgm:t>
        <a:bodyPr/>
        <a:lstStyle/>
        <a:p>
          <a:endParaRPr lang="fr-FR"/>
        </a:p>
      </dgm:t>
    </dgm:pt>
    <dgm:pt modelId="{5BF68C47-C70A-4C4F-A3A0-59966A8E8DAC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Présence de lignes doublons par analyse de l’ID unique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A5969F7B-CB62-48E6-A459-47D71DB9D0F8}" type="parTrans" cxnId="{ADE6B0AB-05B8-4FFD-BFCC-5B9D5F233BCD}">
      <dgm:prSet/>
      <dgm:spPr/>
      <dgm:t>
        <a:bodyPr/>
        <a:lstStyle/>
        <a:p>
          <a:endParaRPr lang="fr-FR"/>
        </a:p>
      </dgm:t>
    </dgm:pt>
    <dgm:pt modelId="{F80AE10C-2333-48FA-84D4-F866A6ED3CE0}" type="sibTrans" cxnId="{ADE6B0AB-05B8-4FFD-BFCC-5B9D5F233BCD}">
      <dgm:prSet/>
      <dgm:spPr/>
      <dgm:t>
        <a:bodyPr/>
        <a:lstStyle/>
        <a:p>
          <a:endParaRPr lang="fr-FR"/>
        </a:p>
      </dgm:t>
    </dgm:pt>
    <dgm:pt modelId="{D4413A9F-A469-4549-A35F-B84A90B5EA1C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Informations présentes :</a:t>
          </a:r>
          <a:endParaRPr lang="fr-FR" sz="8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AD21BAFC-1ABC-442E-A6B6-C2534F76C1DE}" type="parTrans" cxnId="{89CD8E49-DA2D-411F-82A5-0AD43CE5E7A8}">
      <dgm:prSet/>
      <dgm:spPr/>
      <dgm:t>
        <a:bodyPr/>
        <a:lstStyle/>
        <a:p>
          <a:endParaRPr lang="fr-FR"/>
        </a:p>
      </dgm:t>
    </dgm:pt>
    <dgm:pt modelId="{DB0A6EDD-055C-45DE-8899-AE619E7673CC}" type="sibTrans" cxnId="{89CD8E49-DA2D-411F-82A5-0AD43CE5E7A8}">
      <dgm:prSet/>
      <dgm:spPr/>
      <dgm:t>
        <a:bodyPr/>
        <a:lstStyle/>
        <a:p>
          <a:endParaRPr lang="fr-FR"/>
        </a:p>
      </dgm:t>
    </dgm:pt>
    <dgm:pt modelId="{D2278302-BD89-4F35-B8D2-C9A67B8EE2F2}">
      <dgm:prSet phldrT="[Text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>
            <a:spcAft>
              <a:spcPts val="0"/>
            </a:spcAft>
          </a:pPr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Correction des valeurs incohérentes </a:t>
          </a:r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: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7B9D8A41-95A2-4D67-8004-8A564037E349}" type="parTrans" cxnId="{87FE2AC1-1D86-4EC2-AADB-EBC218F8B8BC}">
      <dgm:prSet/>
      <dgm:spPr/>
      <dgm:t>
        <a:bodyPr/>
        <a:lstStyle/>
        <a:p>
          <a:endParaRPr lang="fr-FR"/>
        </a:p>
      </dgm:t>
    </dgm:pt>
    <dgm:pt modelId="{A505A020-BA6C-4390-8BA0-79505BE83180}" type="sibTrans" cxnId="{87FE2AC1-1D86-4EC2-AADB-EBC218F8B8BC}">
      <dgm:prSet/>
      <dgm:spPr/>
      <dgm:t>
        <a:bodyPr/>
        <a:lstStyle/>
        <a:p>
          <a:endParaRPr lang="fr-FR"/>
        </a:p>
      </dgm:t>
    </dgm:pt>
    <dgm:pt modelId="{AF8FEC5C-39AC-47E5-B42F-06F525DE80BF}">
      <dgm:prSet phldrT="[Text]" custT="1"/>
      <dgm:spPr>
        <a:solidFill>
          <a:schemeClr val="accent5">
            <a:lumMod val="75000"/>
          </a:schemeClr>
        </a:solidFill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r>
            <a:rPr lang="fr-FR" sz="1400" dirty="0" smtClean="0">
              <a:latin typeface="Montserrat" panose="020B0604020202020204" charset="0"/>
            </a:rPr>
            <a:t>Choix</a:t>
          </a:r>
          <a:endParaRPr lang="fr-FR" sz="1400" dirty="0">
            <a:latin typeface="Montserrat" panose="020B0604020202020204" charset="0"/>
          </a:endParaRPr>
        </a:p>
      </dgm:t>
    </dgm:pt>
    <dgm:pt modelId="{4B994B4B-C8C3-4A1C-9EC2-458684D6A323}" type="parTrans" cxnId="{2D503765-FEF6-4E92-B1F9-93006B5DF175}">
      <dgm:prSet/>
      <dgm:spPr/>
      <dgm:t>
        <a:bodyPr/>
        <a:lstStyle/>
        <a:p>
          <a:endParaRPr lang="fr-FR"/>
        </a:p>
      </dgm:t>
    </dgm:pt>
    <dgm:pt modelId="{9508C14E-A8C0-4595-9662-BF4C786E2A8F}" type="sibTrans" cxnId="{2D503765-FEF6-4E92-B1F9-93006B5DF175}">
      <dgm:prSet/>
      <dgm:spPr/>
      <dgm:t>
        <a:bodyPr/>
        <a:lstStyle/>
        <a:p>
          <a:endParaRPr lang="fr-FR"/>
        </a:p>
      </dgm:t>
    </dgm:pt>
    <dgm:pt modelId="{1E755560-2C23-4968-8F37-7DB246E07096}">
      <dgm:prSet custT="1"/>
      <dgm:spPr/>
      <dgm:t>
        <a:bodyPr/>
        <a:lstStyle/>
        <a:p>
          <a:pPr>
            <a:spcAft>
              <a:spcPct val="15000"/>
            </a:spcAft>
          </a:pPr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Présence de valeurs incohérentes :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E9185FFE-8DC7-4896-B5BC-9F21BC1E2E24}" type="parTrans" cxnId="{6A15AC3A-5E59-4D4B-8ABC-0966747FD193}">
      <dgm:prSet/>
      <dgm:spPr/>
      <dgm:t>
        <a:bodyPr/>
        <a:lstStyle/>
        <a:p>
          <a:endParaRPr lang="fr-FR"/>
        </a:p>
      </dgm:t>
    </dgm:pt>
    <dgm:pt modelId="{4F581C12-2FE9-4741-B2A9-E3B6C5C6EF81}" type="sibTrans" cxnId="{6A15AC3A-5E59-4D4B-8ABC-0966747FD193}">
      <dgm:prSet/>
      <dgm:spPr/>
      <dgm:t>
        <a:bodyPr/>
        <a:lstStyle/>
        <a:p>
          <a:endParaRPr lang="fr-FR"/>
        </a:p>
      </dgm:t>
    </dgm:pt>
    <dgm:pt modelId="{A63054EC-11E1-479C-9AA5-E313F10E05D7}">
      <dgm:prSet phldrT="[Text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>
            <a:spcAft>
              <a:spcPct val="15000"/>
            </a:spcAft>
          </a:pP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4CE3EF8F-22AE-4C22-8DB8-E19DE11ED878}" type="sibTrans" cxnId="{5138E5CD-6010-40B0-A96A-D31CF6B53BA1}">
      <dgm:prSet/>
      <dgm:spPr/>
      <dgm:t>
        <a:bodyPr/>
        <a:lstStyle/>
        <a:p>
          <a:endParaRPr lang="fr-FR"/>
        </a:p>
      </dgm:t>
    </dgm:pt>
    <dgm:pt modelId="{4C743A9A-77A9-46DA-9864-1E7E577D700C}" type="parTrans" cxnId="{5138E5CD-6010-40B0-A96A-D31CF6B53BA1}">
      <dgm:prSet/>
      <dgm:spPr/>
      <dgm:t>
        <a:bodyPr/>
        <a:lstStyle/>
        <a:p>
          <a:endParaRPr lang="fr-FR"/>
        </a:p>
      </dgm:t>
    </dgm:pt>
    <dgm:pt modelId="{C3EA3AFA-EE33-4ACA-8726-92F6D6900CFD}">
      <dgm:prSet custT="1"/>
      <dgm:spPr/>
      <dgm:t>
        <a:bodyPr/>
        <a:lstStyle/>
        <a:p>
          <a:pPr>
            <a:spcAft>
              <a:spcPct val="15000"/>
            </a:spcAft>
          </a:pPr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min, max, négatifs, manquants pour numériques </a:t>
          </a:r>
          <a:r>
            <a:rPr lang="fr-FR" sz="900" i="1" dirty="0" smtClean="0">
              <a:solidFill>
                <a:srgbClr val="3F3F3F"/>
              </a:solidFill>
              <a:latin typeface="Montserrat" panose="020B0604020202020204" charset="0"/>
            </a:rPr>
            <a:t>(ex : </a:t>
          </a:r>
          <a:r>
            <a:rPr lang="fr-FR" sz="900" i="1" dirty="0" err="1" smtClean="0">
              <a:solidFill>
                <a:srgbClr val="3F3F3F"/>
              </a:solidFill>
              <a:latin typeface="Montserrat" panose="020B0604020202020204" charset="0"/>
            </a:rPr>
            <a:t>price</a:t>
          </a:r>
          <a:r>
            <a:rPr lang="fr-FR" sz="900" i="1" dirty="0" smtClean="0">
              <a:solidFill>
                <a:srgbClr val="3F3F3F"/>
              </a:solidFill>
              <a:latin typeface="Montserrat" panose="020B0604020202020204" charset="0"/>
            </a:rPr>
            <a:t>)</a:t>
          </a:r>
          <a:endParaRPr lang="fr-FR" sz="105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2C36740E-C8DA-4542-B994-757066BF44E1}" type="parTrans" cxnId="{FC20577F-CFED-4313-8D1C-B180FE455C46}">
      <dgm:prSet/>
      <dgm:spPr/>
      <dgm:t>
        <a:bodyPr/>
        <a:lstStyle/>
        <a:p>
          <a:endParaRPr lang="fr-FR"/>
        </a:p>
      </dgm:t>
    </dgm:pt>
    <dgm:pt modelId="{5AF093B2-AE8E-41A8-90F6-F72DBD034CE5}" type="sibTrans" cxnId="{FC20577F-CFED-4313-8D1C-B180FE455C46}">
      <dgm:prSet/>
      <dgm:spPr/>
      <dgm:t>
        <a:bodyPr/>
        <a:lstStyle/>
        <a:p>
          <a:endParaRPr lang="fr-FR"/>
        </a:p>
      </dgm:t>
    </dgm:pt>
    <dgm:pt modelId="{A5D4697D-BD6F-496D-A977-0E394497167D}">
      <dgm:prSet custT="1"/>
      <dgm:spPr/>
      <dgm:t>
        <a:bodyPr/>
        <a:lstStyle/>
        <a:p>
          <a:pPr>
            <a:spcAft>
              <a:spcPct val="15000"/>
            </a:spcAft>
          </a:pPr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respect nomenclature pour textes </a:t>
          </a:r>
          <a:r>
            <a:rPr lang="fr-FR" sz="900" i="1" dirty="0" smtClean="0">
              <a:solidFill>
                <a:srgbClr val="3F3F3F"/>
              </a:solidFill>
              <a:latin typeface="Montserrat" panose="020B0604020202020204" charset="0"/>
            </a:rPr>
            <a:t>(ex : </a:t>
          </a:r>
          <a:r>
            <a:rPr lang="fr-FR" sz="900" i="1" dirty="0" err="1" smtClean="0">
              <a:solidFill>
                <a:srgbClr val="3F3F3F"/>
              </a:solidFill>
              <a:latin typeface="Montserrat" panose="020B0604020202020204" charset="0"/>
            </a:rPr>
            <a:t>sku</a:t>
          </a:r>
          <a:r>
            <a:rPr lang="fr-FR" sz="900" i="1" dirty="0" smtClean="0">
              <a:solidFill>
                <a:srgbClr val="3F3F3F"/>
              </a:solidFill>
              <a:latin typeface="Montserrat" panose="020B0604020202020204" charset="0"/>
            </a:rPr>
            <a:t>) </a:t>
          </a:r>
          <a:endParaRPr lang="fr-FR" sz="9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0066E0DE-1120-491B-8A7E-D66AAA38CA2A}" type="parTrans" cxnId="{84E15693-EA25-4C92-8CB9-B711D4FAD29E}">
      <dgm:prSet/>
      <dgm:spPr/>
      <dgm:t>
        <a:bodyPr/>
        <a:lstStyle/>
        <a:p>
          <a:endParaRPr lang="fr-FR"/>
        </a:p>
      </dgm:t>
    </dgm:pt>
    <dgm:pt modelId="{73A8BC5E-9325-45C6-8354-C45CCAFEC7A8}" type="sibTrans" cxnId="{84E15693-EA25-4C92-8CB9-B711D4FAD29E}">
      <dgm:prSet/>
      <dgm:spPr/>
      <dgm:t>
        <a:bodyPr/>
        <a:lstStyle/>
        <a:p>
          <a:endParaRPr lang="fr-FR"/>
        </a:p>
      </dgm:t>
    </dgm:pt>
    <dgm:pt modelId="{C682B465-B0C1-4E33-96B6-51EABE502129}">
      <dgm:prSet phldrT="[Text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>
            <a:spcAft>
              <a:spcPct val="15000"/>
            </a:spcAft>
          </a:pPr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Suppression des lignes doublons ou dont ID unique est manquant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03AD13EE-0CE5-4633-98E3-659F893C0957}" type="parTrans" cxnId="{7BEED079-1EEB-47E0-B9DC-897DE57857FD}">
      <dgm:prSet/>
      <dgm:spPr/>
      <dgm:t>
        <a:bodyPr/>
        <a:lstStyle/>
        <a:p>
          <a:endParaRPr lang="fr-FR"/>
        </a:p>
      </dgm:t>
    </dgm:pt>
    <dgm:pt modelId="{A38476F0-2225-4D6F-AB73-7474A6BF3F6A}" type="sibTrans" cxnId="{7BEED079-1EEB-47E0-B9DC-897DE57857FD}">
      <dgm:prSet/>
      <dgm:spPr/>
      <dgm:t>
        <a:bodyPr/>
        <a:lstStyle/>
        <a:p>
          <a:endParaRPr lang="fr-FR"/>
        </a:p>
      </dgm:t>
    </dgm:pt>
    <dgm:pt modelId="{A4DF7768-5626-4517-9A25-758BDC852CCA}">
      <dgm:prSet phldrT="[Text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>
            <a:spcAft>
              <a:spcPts val="18"/>
            </a:spcAft>
          </a:pPr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renseignement auprès des collaborateurs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0E1DDEB0-1413-4F55-A5EF-737D6FF6E81D}" type="parTrans" cxnId="{ED32A21B-C151-41B4-9D6F-9A667F36C200}">
      <dgm:prSet/>
      <dgm:spPr/>
      <dgm:t>
        <a:bodyPr/>
        <a:lstStyle/>
        <a:p>
          <a:endParaRPr lang="fr-FR"/>
        </a:p>
      </dgm:t>
    </dgm:pt>
    <dgm:pt modelId="{D0E16D01-01FB-4B53-B58A-24C3F78F2800}" type="sibTrans" cxnId="{ED32A21B-C151-41B4-9D6F-9A667F36C200}">
      <dgm:prSet/>
      <dgm:spPr/>
      <dgm:t>
        <a:bodyPr/>
        <a:lstStyle/>
        <a:p>
          <a:endParaRPr lang="fr-FR"/>
        </a:p>
      </dgm:t>
    </dgm:pt>
    <dgm:pt modelId="{5BDA1D22-99BB-4BD3-B71D-FB613622099B}">
      <dgm:prSet phldrT="[Text]" custT="1"/>
      <dgm:spPr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>
            <a:spcAft>
              <a:spcPts val="1200"/>
            </a:spcAft>
          </a:pPr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déduction (calcul…)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9A3CB59E-BBDA-44F5-ABE0-4F7A5A144C77}" type="parTrans" cxnId="{D19F48C1-919E-4AE4-9CA3-27713E92EC6E}">
      <dgm:prSet/>
      <dgm:spPr/>
      <dgm:t>
        <a:bodyPr/>
        <a:lstStyle/>
        <a:p>
          <a:endParaRPr lang="fr-FR"/>
        </a:p>
      </dgm:t>
    </dgm:pt>
    <dgm:pt modelId="{F0A01558-ED60-4E25-9A6F-070544BBB0BA}" type="sibTrans" cxnId="{D19F48C1-919E-4AE4-9CA3-27713E92EC6E}">
      <dgm:prSet/>
      <dgm:spPr/>
      <dgm:t>
        <a:bodyPr/>
        <a:lstStyle/>
        <a:p>
          <a:endParaRPr lang="fr-FR"/>
        </a:p>
      </dgm:t>
    </dgm:pt>
    <dgm:pt modelId="{514731D0-9A66-4078-BB19-0D668F32637F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types données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A8006B81-01BC-4E26-8FC8-87A2EF4E79CC}" type="parTrans" cxnId="{DD2C1F25-AF62-45D8-A7CC-C9FD43098729}">
      <dgm:prSet/>
      <dgm:spPr/>
      <dgm:t>
        <a:bodyPr/>
        <a:lstStyle/>
        <a:p>
          <a:endParaRPr lang="fr-FR"/>
        </a:p>
      </dgm:t>
    </dgm:pt>
    <dgm:pt modelId="{F1278AFA-6FE7-44C2-A64B-BF8017CE98EA}" type="sibTrans" cxnId="{DD2C1F25-AF62-45D8-A7CC-C9FD43098729}">
      <dgm:prSet/>
      <dgm:spPr/>
      <dgm:t>
        <a:bodyPr/>
        <a:lstStyle/>
        <a:p>
          <a:endParaRPr lang="fr-FR"/>
        </a:p>
      </dgm:t>
    </dgm:pt>
    <dgm:pt modelId="{E714C336-1EBD-4DC6-9446-F52AD6605915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valeurs manquantes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CBC4FA0E-0A6D-400E-9025-848327F8363C}" type="parTrans" cxnId="{45CA7664-A318-4963-815E-515AC4B18285}">
      <dgm:prSet/>
      <dgm:spPr/>
      <dgm:t>
        <a:bodyPr/>
        <a:lstStyle/>
        <a:p>
          <a:endParaRPr lang="fr-FR"/>
        </a:p>
      </dgm:t>
    </dgm:pt>
    <dgm:pt modelId="{91446C04-9E75-467E-AB8E-A2E6D6A094B9}" type="sibTrans" cxnId="{45CA7664-A318-4963-815E-515AC4B18285}">
      <dgm:prSet/>
      <dgm:spPr/>
      <dgm:t>
        <a:bodyPr/>
        <a:lstStyle/>
        <a:p>
          <a:endParaRPr lang="fr-FR"/>
        </a:p>
      </dgm:t>
    </dgm:pt>
    <dgm:pt modelId="{23CCAFF4-972E-4F3A-B43E-2FE70119EE83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description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1F0BA8BA-2412-4313-850D-54B05C8BE2F6}" type="parTrans" cxnId="{FD31D872-830C-4A8D-8726-138A80261D93}">
      <dgm:prSet/>
      <dgm:spPr/>
      <dgm:t>
        <a:bodyPr/>
        <a:lstStyle/>
        <a:p>
          <a:endParaRPr lang="fr-FR"/>
        </a:p>
      </dgm:t>
    </dgm:pt>
    <dgm:pt modelId="{70CBE0BD-D506-441A-B11E-69982FB01DC3}" type="sibTrans" cxnId="{FD31D872-830C-4A8D-8726-138A80261D93}">
      <dgm:prSet/>
      <dgm:spPr/>
      <dgm:t>
        <a:bodyPr/>
        <a:lstStyle/>
        <a:p>
          <a:endParaRPr lang="fr-FR"/>
        </a:p>
      </dgm:t>
    </dgm:pt>
    <dgm:pt modelId="{B688BDFD-2104-4D68-9E5E-A38221E73A3A}" type="pres">
      <dgm:prSet presAssocID="{EB92CC12-23FA-432D-9F1D-C0A1FD8BBBA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2914929-A66F-43E1-8DAD-5732F2402758}" type="pres">
      <dgm:prSet presAssocID="{177AED76-2C54-4998-8822-E56946A6C6AB}" presName="composite" presStyleCnt="0"/>
      <dgm:spPr/>
    </dgm:pt>
    <dgm:pt modelId="{FAF033A6-8498-41E4-A4DB-658C230D9718}" type="pres">
      <dgm:prSet presAssocID="{177AED76-2C54-4998-8822-E56946A6C6AB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078F401-8C60-41C7-BF11-DA17BFF40489}" type="pres">
      <dgm:prSet presAssocID="{177AED76-2C54-4998-8822-E56946A6C6AB}" presName="parSh" presStyleLbl="node1" presStyleIdx="0" presStyleCnt="4" custScaleX="119470"/>
      <dgm:spPr/>
      <dgm:t>
        <a:bodyPr/>
        <a:lstStyle/>
        <a:p>
          <a:endParaRPr lang="fr-FR"/>
        </a:p>
      </dgm:t>
    </dgm:pt>
    <dgm:pt modelId="{B0E83A34-6D6B-49EB-99B5-C739F92C22F1}" type="pres">
      <dgm:prSet presAssocID="{177AED76-2C54-4998-8822-E56946A6C6AB}" presName="desTx" presStyleLbl="fgAcc1" presStyleIdx="0" presStyleCnt="4" custScaleX="174522" custScaleY="10016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C66E8D1-000D-470C-A8FE-5C33E077E419}" type="pres">
      <dgm:prSet presAssocID="{1C811533-56D3-44BF-ABB7-F61C58960404}" presName="sibTrans" presStyleLbl="sibTrans2D1" presStyleIdx="0" presStyleCnt="3"/>
      <dgm:spPr/>
      <dgm:t>
        <a:bodyPr/>
        <a:lstStyle/>
        <a:p>
          <a:endParaRPr lang="fr-FR"/>
        </a:p>
      </dgm:t>
    </dgm:pt>
    <dgm:pt modelId="{583DA96A-BE00-4389-B9AD-216E8A8819B2}" type="pres">
      <dgm:prSet presAssocID="{1C811533-56D3-44BF-ABB7-F61C58960404}" presName="connTx" presStyleLbl="sibTrans2D1" presStyleIdx="0" presStyleCnt="3"/>
      <dgm:spPr/>
      <dgm:t>
        <a:bodyPr/>
        <a:lstStyle/>
        <a:p>
          <a:endParaRPr lang="fr-FR"/>
        </a:p>
      </dgm:t>
    </dgm:pt>
    <dgm:pt modelId="{F33E3082-1602-4DF5-9E8C-699C663A5914}" type="pres">
      <dgm:prSet presAssocID="{01EEC2AA-AB51-49D5-8800-BB95DCB2EA9F}" presName="composite" presStyleCnt="0"/>
      <dgm:spPr/>
    </dgm:pt>
    <dgm:pt modelId="{E68C32B8-7AE9-4892-9C5A-A87E2D4A7431}" type="pres">
      <dgm:prSet presAssocID="{01EEC2AA-AB51-49D5-8800-BB95DCB2EA9F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68780B1-F870-4E7D-9D53-2A3FA6D9F631}" type="pres">
      <dgm:prSet presAssocID="{01EEC2AA-AB51-49D5-8800-BB95DCB2EA9F}" presName="parSh" presStyleLbl="node1" presStyleIdx="1" presStyleCnt="4"/>
      <dgm:spPr/>
      <dgm:t>
        <a:bodyPr/>
        <a:lstStyle/>
        <a:p>
          <a:endParaRPr lang="fr-FR"/>
        </a:p>
      </dgm:t>
    </dgm:pt>
    <dgm:pt modelId="{2C99AF01-89BC-4441-8B77-ECA4F3F96962}" type="pres">
      <dgm:prSet presAssocID="{01EEC2AA-AB51-49D5-8800-BB95DCB2EA9F}" presName="desTx" presStyleLbl="fgAcc1" presStyleIdx="1" presStyleCnt="4" custScaleX="159498" custScaleY="10105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B59898-49E0-40F5-97D8-3DD0F75F2E13}" type="pres">
      <dgm:prSet presAssocID="{93776688-C30B-409B-B1DC-CC5102382BAA}" presName="sibTrans" presStyleLbl="sibTrans2D1" presStyleIdx="1" presStyleCnt="3"/>
      <dgm:spPr/>
      <dgm:t>
        <a:bodyPr/>
        <a:lstStyle/>
        <a:p>
          <a:endParaRPr lang="fr-FR"/>
        </a:p>
      </dgm:t>
    </dgm:pt>
    <dgm:pt modelId="{8D5520A3-450B-41F1-A36A-3123EA2893A7}" type="pres">
      <dgm:prSet presAssocID="{93776688-C30B-409B-B1DC-CC5102382BAA}" presName="connTx" presStyleLbl="sibTrans2D1" presStyleIdx="1" presStyleCnt="3"/>
      <dgm:spPr/>
      <dgm:t>
        <a:bodyPr/>
        <a:lstStyle/>
        <a:p>
          <a:endParaRPr lang="fr-FR"/>
        </a:p>
      </dgm:t>
    </dgm:pt>
    <dgm:pt modelId="{DB0BAE79-B137-456A-A0CE-9BA57275F792}" type="pres">
      <dgm:prSet presAssocID="{D9A6BD84-6D2A-4738-8F9B-359B32207273}" presName="composite" presStyleCnt="0"/>
      <dgm:spPr/>
    </dgm:pt>
    <dgm:pt modelId="{65D853B8-1891-4C96-B446-F46828AE9205}" type="pres">
      <dgm:prSet presAssocID="{D9A6BD84-6D2A-4738-8F9B-359B32207273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462E60D-01F9-4507-BA36-A282F9A32C37}" type="pres">
      <dgm:prSet presAssocID="{D9A6BD84-6D2A-4738-8F9B-359B32207273}" presName="parSh" presStyleLbl="node1" presStyleIdx="2" presStyleCnt="4" custScaleX="119470" custLinFactNeighborX="-8298"/>
      <dgm:spPr/>
      <dgm:t>
        <a:bodyPr/>
        <a:lstStyle/>
        <a:p>
          <a:endParaRPr lang="fr-FR"/>
        </a:p>
      </dgm:t>
    </dgm:pt>
    <dgm:pt modelId="{3637269D-ABE4-46E9-9942-F78BE44951ED}" type="pres">
      <dgm:prSet presAssocID="{D9A6BD84-6D2A-4738-8F9B-359B32207273}" presName="desTx" presStyleLbl="fgAcc1" presStyleIdx="2" presStyleCnt="4" custScaleX="196664" custScaleY="10054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DFDC635-C5E5-4060-B728-6AF4EF549104}" type="pres">
      <dgm:prSet presAssocID="{ADA51959-C26F-475D-A3CF-9EC7C05C9862}" presName="sibTrans" presStyleLbl="sibTrans2D1" presStyleIdx="2" presStyleCnt="3"/>
      <dgm:spPr/>
      <dgm:t>
        <a:bodyPr/>
        <a:lstStyle/>
        <a:p>
          <a:endParaRPr lang="fr-FR"/>
        </a:p>
      </dgm:t>
    </dgm:pt>
    <dgm:pt modelId="{767E10EA-2204-401C-A57C-D366F3BA50B4}" type="pres">
      <dgm:prSet presAssocID="{ADA51959-C26F-475D-A3CF-9EC7C05C9862}" presName="connTx" presStyleLbl="sibTrans2D1" presStyleIdx="2" presStyleCnt="3"/>
      <dgm:spPr/>
      <dgm:t>
        <a:bodyPr/>
        <a:lstStyle/>
        <a:p>
          <a:endParaRPr lang="fr-FR"/>
        </a:p>
      </dgm:t>
    </dgm:pt>
    <dgm:pt modelId="{E13DF8FF-83AB-40C1-A260-C3E1352DF0F1}" type="pres">
      <dgm:prSet presAssocID="{AF8FEC5C-39AC-47E5-B42F-06F525DE80BF}" presName="composite" presStyleCnt="0"/>
      <dgm:spPr/>
    </dgm:pt>
    <dgm:pt modelId="{8847D9EE-E90A-429A-89D2-88E06E7B6D35}" type="pres">
      <dgm:prSet presAssocID="{AF8FEC5C-39AC-47E5-B42F-06F525DE80BF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AA41FDD-37D7-4486-8EF5-A23E4FC4CDC2}" type="pres">
      <dgm:prSet presAssocID="{AF8FEC5C-39AC-47E5-B42F-06F525DE80BF}" presName="parSh" presStyleLbl="node1" presStyleIdx="3" presStyleCnt="4" custLinFactNeighborX="-1844" custLinFactNeighborY="-1549"/>
      <dgm:spPr/>
      <dgm:t>
        <a:bodyPr/>
        <a:lstStyle/>
        <a:p>
          <a:endParaRPr lang="fr-FR"/>
        </a:p>
      </dgm:t>
    </dgm:pt>
    <dgm:pt modelId="{7E492557-FF3E-4B53-A39A-D681C019425D}" type="pres">
      <dgm:prSet presAssocID="{AF8FEC5C-39AC-47E5-B42F-06F525DE80BF}" presName="desTx" presStyleLbl="fgAcc1" presStyleIdx="3" presStyleCnt="4" custScaleX="174812" custScaleY="99853" custLinFactNeighborY="-75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BEED079-1EEB-47E0-B9DC-897DE57857FD}" srcId="{AF8FEC5C-39AC-47E5-B42F-06F525DE80BF}" destId="{C682B465-B0C1-4E33-96B6-51EABE502129}" srcOrd="1" destOrd="0" parTransId="{03AD13EE-0CE5-4633-98E3-659F893C0957}" sibTransId="{A38476F0-2225-4D6F-AB73-7474A6BF3F6A}"/>
    <dgm:cxn modelId="{7D09A8F7-2B06-4580-AE5F-2804E425E3E5}" type="presOf" srcId="{514731D0-9A66-4078-BB19-0D668F32637F}" destId="{B0E83A34-6D6B-49EB-99B5-C739F92C22F1}" srcOrd="0" destOrd="2" presId="urn:microsoft.com/office/officeart/2005/8/layout/process3"/>
    <dgm:cxn modelId="{E69C7C6B-FD81-4AB4-BA0A-6A93C2B148B7}" type="presOf" srcId="{ADA51959-C26F-475D-A3CF-9EC7C05C9862}" destId="{767E10EA-2204-401C-A57C-D366F3BA50B4}" srcOrd="1" destOrd="0" presId="urn:microsoft.com/office/officeart/2005/8/layout/process3"/>
    <dgm:cxn modelId="{F5F3C712-BC18-423B-BD25-BF962EFD93D8}" srcId="{EB92CC12-23FA-432D-9F1D-C0A1FD8BBBA1}" destId="{D9A6BD84-6D2A-4738-8F9B-359B32207273}" srcOrd="2" destOrd="0" parTransId="{AC023527-5718-41E4-81BC-03B5CC70891E}" sibTransId="{ADA51959-C26F-475D-A3CF-9EC7C05C9862}"/>
    <dgm:cxn modelId="{3C17CC15-6D1D-423A-94A5-2FEC0EA4F69C}" type="presOf" srcId="{D2278302-BD89-4F35-B8D2-C9A67B8EE2F2}" destId="{7E492557-FF3E-4B53-A39A-D681C019425D}" srcOrd="0" destOrd="0" presId="urn:microsoft.com/office/officeart/2005/8/layout/process3"/>
    <dgm:cxn modelId="{8BCB5BAC-A8CD-4656-8C93-976BAE6A7B80}" type="presOf" srcId="{177AED76-2C54-4998-8822-E56946A6C6AB}" destId="{3078F401-8C60-41C7-BF11-DA17BFF40489}" srcOrd="1" destOrd="0" presId="urn:microsoft.com/office/officeart/2005/8/layout/process3"/>
    <dgm:cxn modelId="{6B72D57B-6130-406A-89EB-619220613834}" type="presOf" srcId="{AF8FEC5C-39AC-47E5-B42F-06F525DE80BF}" destId="{8847D9EE-E90A-429A-89D2-88E06E7B6D35}" srcOrd="0" destOrd="0" presId="urn:microsoft.com/office/officeart/2005/8/layout/process3"/>
    <dgm:cxn modelId="{51B4E249-5BBA-474F-8F81-F0CAF6D023E8}" type="presOf" srcId="{1C811533-56D3-44BF-ABB7-F61C58960404}" destId="{AC66E8D1-000D-470C-A8FE-5C33E077E419}" srcOrd="0" destOrd="0" presId="urn:microsoft.com/office/officeart/2005/8/layout/process3"/>
    <dgm:cxn modelId="{8292CECF-08B7-4BBE-801E-047B79701D2A}" type="presOf" srcId="{A5D4697D-BD6F-496D-A977-0E394497167D}" destId="{3637269D-ABE4-46E9-9942-F78BE44951ED}" srcOrd="0" destOrd="3" presId="urn:microsoft.com/office/officeart/2005/8/layout/process3"/>
    <dgm:cxn modelId="{5B2D3360-AEAA-4A7C-BF54-47281F669EC9}" type="presOf" srcId="{C682B465-B0C1-4E33-96B6-51EABE502129}" destId="{7E492557-FF3E-4B53-A39A-D681C019425D}" srcOrd="0" destOrd="3" presId="urn:microsoft.com/office/officeart/2005/8/layout/process3"/>
    <dgm:cxn modelId="{A78AD4F5-9B32-466B-B458-5D0746212BE1}" type="presOf" srcId="{01EEC2AA-AB51-49D5-8800-BB95DCB2EA9F}" destId="{C68780B1-F870-4E7D-9D53-2A3FA6D9F631}" srcOrd="1" destOrd="0" presId="urn:microsoft.com/office/officeart/2005/8/layout/process3"/>
    <dgm:cxn modelId="{87FE2AC1-1D86-4EC2-AADB-EBC218F8B8BC}" srcId="{AF8FEC5C-39AC-47E5-B42F-06F525DE80BF}" destId="{D2278302-BD89-4F35-B8D2-C9A67B8EE2F2}" srcOrd="0" destOrd="0" parTransId="{7B9D8A41-95A2-4D67-8004-8A564037E349}" sibTransId="{A505A020-BA6C-4390-8BA0-79505BE83180}"/>
    <dgm:cxn modelId="{D19F48C1-919E-4AE4-9CA3-27713E92EC6E}" srcId="{D2278302-BD89-4F35-B8D2-C9A67B8EE2F2}" destId="{5BDA1D22-99BB-4BD3-B71D-FB613622099B}" srcOrd="1" destOrd="0" parTransId="{9A3CB59E-BBDA-44F5-ABE0-4F7A5A144C77}" sibTransId="{F0A01558-ED60-4E25-9A6F-070544BBB0BA}"/>
    <dgm:cxn modelId="{0E9BD7C3-C60B-492B-8A16-D37DA8B3D09A}" srcId="{EB92CC12-23FA-432D-9F1D-C0A1FD8BBBA1}" destId="{01EEC2AA-AB51-49D5-8800-BB95DCB2EA9F}" srcOrd="1" destOrd="0" parTransId="{7C6EF67A-C521-4283-8408-89320E5197A9}" sibTransId="{93776688-C30B-409B-B1DC-CC5102382BAA}"/>
    <dgm:cxn modelId="{5138E5CD-6010-40B0-A96A-D31CF6B53BA1}" srcId="{01EEC2AA-AB51-49D5-8800-BB95DCB2EA9F}" destId="{A63054EC-11E1-479C-9AA5-E313F10E05D7}" srcOrd="1" destOrd="0" parTransId="{4C743A9A-77A9-46DA-9864-1E7E577D700C}" sibTransId="{4CE3EF8F-22AE-4C22-8DB8-E19DE11ED878}"/>
    <dgm:cxn modelId="{F2FBC1DE-88AB-4231-9533-8B40245BDF53}" type="presOf" srcId="{93776688-C30B-409B-B1DC-CC5102382BAA}" destId="{8D5520A3-450B-41F1-A36A-3123EA2893A7}" srcOrd="1" destOrd="0" presId="urn:microsoft.com/office/officeart/2005/8/layout/process3"/>
    <dgm:cxn modelId="{4F050607-061F-4ADD-A615-18156050B38E}" type="presOf" srcId="{01EEC2AA-AB51-49D5-8800-BB95DCB2EA9F}" destId="{E68C32B8-7AE9-4892-9C5A-A87E2D4A7431}" srcOrd="0" destOrd="0" presId="urn:microsoft.com/office/officeart/2005/8/layout/process3"/>
    <dgm:cxn modelId="{6E95A8BC-01B8-4858-B210-2DAFB818E927}" type="presOf" srcId="{A63054EC-11E1-479C-9AA5-E313F10E05D7}" destId="{2C99AF01-89BC-4441-8B77-ECA4F3F96962}" srcOrd="0" destOrd="1" presId="urn:microsoft.com/office/officeart/2005/8/layout/process3"/>
    <dgm:cxn modelId="{89CD8E49-DA2D-411F-82A5-0AD43CE5E7A8}" srcId="{177AED76-2C54-4998-8822-E56946A6C6AB}" destId="{D4413A9F-A469-4549-A35F-B84A90B5EA1C}" srcOrd="1" destOrd="0" parTransId="{AD21BAFC-1ABC-442E-A6B6-C2534F76C1DE}" sibTransId="{DB0A6EDD-055C-45DE-8899-AE619E7673CC}"/>
    <dgm:cxn modelId="{71E24CF5-F9D5-4F84-B441-9393E5504ABC}" type="presOf" srcId="{D9A6BD84-6D2A-4738-8F9B-359B32207273}" destId="{7462E60D-01F9-4507-BA36-A282F9A32C37}" srcOrd="1" destOrd="0" presId="urn:microsoft.com/office/officeart/2005/8/layout/process3"/>
    <dgm:cxn modelId="{FB2E76A4-D84F-499D-AC35-9A35ECA628E4}" type="presOf" srcId="{5BDA1D22-99BB-4BD3-B71D-FB613622099B}" destId="{7E492557-FF3E-4B53-A39A-D681C019425D}" srcOrd="0" destOrd="2" presId="urn:microsoft.com/office/officeart/2005/8/layout/process3"/>
    <dgm:cxn modelId="{CB34D792-22F5-4901-BB6A-FFF0505EEDC6}" type="presOf" srcId="{EB92CC12-23FA-432D-9F1D-C0A1FD8BBBA1}" destId="{B688BDFD-2104-4D68-9E5E-A38221E73A3A}" srcOrd="0" destOrd="0" presId="urn:microsoft.com/office/officeart/2005/8/layout/process3"/>
    <dgm:cxn modelId="{268A82C0-EC90-435D-9974-1D1A8566901D}" type="presOf" srcId="{23CCAFF4-972E-4F3A-B43E-2FE70119EE83}" destId="{B0E83A34-6D6B-49EB-99B5-C739F92C22F1}" srcOrd="0" destOrd="3" presId="urn:microsoft.com/office/officeart/2005/8/layout/process3"/>
    <dgm:cxn modelId="{FC20577F-CFED-4313-8D1C-B180FE455C46}" srcId="{1E755560-2C23-4968-8F37-7DB246E07096}" destId="{C3EA3AFA-EE33-4ACA-8726-92F6D6900CFD}" srcOrd="0" destOrd="0" parTransId="{2C36740E-C8DA-4542-B994-757066BF44E1}" sibTransId="{5AF093B2-AE8E-41A8-90F6-F72DBD034CE5}"/>
    <dgm:cxn modelId="{FB9AFB00-F26F-4D10-A5A9-400227BEAD8A}" type="presOf" srcId="{A4DF7768-5626-4517-9A25-758BDC852CCA}" destId="{7E492557-FF3E-4B53-A39A-D681C019425D}" srcOrd="0" destOrd="1" presId="urn:microsoft.com/office/officeart/2005/8/layout/process3"/>
    <dgm:cxn modelId="{23C6042A-3681-4976-8F28-2F5E52F27D8B}" type="presOf" srcId="{93776688-C30B-409B-B1DC-CC5102382BAA}" destId="{27B59898-49E0-40F5-97D8-3DD0F75F2E13}" srcOrd="0" destOrd="0" presId="urn:microsoft.com/office/officeart/2005/8/layout/process3"/>
    <dgm:cxn modelId="{ADE6B0AB-05B8-4FFD-BFCC-5B9D5F233BCD}" srcId="{D9A6BD84-6D2A-4738-8F9B-359B32207273}" destId="{5BF68C47-C70A-4C4F-A3A0-59966A8E8DAC}" srcOrd="0" destOrd="0" parTransId="{A5969F7B-CB62-48E6-A459-47D71DB9D0F8}" sibTransId="{F80AE10C-2333-48FA-84D4-F866A6ED3CE0}"/>
    <dgm:cxn modelId="{ED32A21B-C151-41B4-9D6F-9A667F36C200}" srcId="{D2278302-BD89-4F35-B8D2-C9A67B8EE2F2}" destId="{A4DF7768-5626-4517-9A25-758BDC852CCA}" srcOrd="0" destOrd="0" parTransId="{0E1DDEB0-1413-4F55-A5EF-737D6FF6E81D}" sibTransId="{D0E16D01-01FB-4B53-B58A-24C3F78F2800}"/>
    <dgm:cxn modelId="{497F2F2D-C747-4996-820E-AC15A099815A}" srcId="{EB92CC12-23FA-432D-9F1D-C0A1FD8BBBA1}" destId="{177AED76-2C54-4998-8822-E56946A6C6AB}" srcOrd="0" destOrd="0" parTransId="{E6F8E541-B7F5-477F-8C37-51C5FC4162A3}" sibTransId="{1C811533-56D3-44BF-ABB7-F61C58960404}"/>
    <dgm:cxn modelId="{87881A5A-E6C0-46A9-B259-C4E8A965BA83}" type="presOf" srcId="{AF8FEC5C-39AC-47E5-B42F-06F525DE80BF}" destId="{3AA41FDD-37D7-4486-8EF5-A23E4FC4CDC2}" srcOrd="1" destOrd="0" presId="urn:microsoft.com/office/officeart/2005/8/layout/process3"/>
    <dgm:cxn modelId="{5868706A-8097-43BE-8988-0FCC24FE6F70}" type="presOf" srcId="{5BF68C47-C70A-4C4F-A3A0-59966A8E8DAC}" destId="{3637269D-ABE4-46E9-9942-F78BE44951ED}" srcOrd="0" destOrd="0" presId="urn:microsoft.com/office/officeart/2005/8/layout/process3"/>
    <dgm:cxn modelId="{FD31D872-830C-4A8D-8726-138A80261D93}" srcId="{D4413A9F-A469-4549-A35F-B84A90B5EA1C}" destId="{23CCAFF4-972E-4F3A-B43E-2FE70119EE83}" srcOrd="1" destOrd="0" parTransId="{1F0BA8BA-2412-4313-850D-54B05C8BE2F6}" sibTransId="{70CBE0BD-D506-441A-B11E-69982FB01DC3}"/>
    <dgm:cxn modelId="{84E15693-EA25-4C92-8CB9-B711D4FAD29E}" srcId="{1E755560-2C23-4968-8F37-7DB246E07096}" destId="{A5D4697D-BD6F-496D-A977-0E394497167D}" srcOrd="1" destOrd="0" parTransId="{0066E0DE-1120-491B-8A7E-D66AAA38CA2A}" sibTransId="{73A8BC5E-9325-45C6-8354-C45CCAFEC7A8}"/>
    <dgm:cxn modelId="{F65D7675-ED75-4F96-B3C9-4DC1A6B854B0}" srcId="{01EEC2AA-AB51-49D5-8800-BB95DCB2EA9F}" destId="{F2D0F055-EA0C-4619-AB36-863CEE19A4DB}" srcOrd="0" destOrd="0" parTransId="{114951DE-3694-4EFD-99E0-EA4F778281BE}" sibTransId="{EC951EAF-18AF-40D4-9CB5-D52179E23A10}"/>
    <dgm:cxn modelId="{DD2C1F25-AF62-45D8-A7CC-C9FD43098729}" srcId="{D4413A9F-A469-4549-A35F-B84A90B5EA1C}" destId="{514731D0-9A66-4078-BB19-0D668F32637F}" srcOrd="0" destOrd="0" parTransId="{A8006B81-01BC-4E26-8FC8-87A2EF4E79CC}" sibTransId="{F1278AFA-6FE7-44C2-A64B-BF8017CE98EA}"/>
    <dgm:cxn modelId="{16F383EE-94C9-4FCD-A598-72D271553072}" type="presOf" srcId="{E714C336-1EBD-4DC6-9446-F52AD6605915}" destId="{B0E83A34-6D6B-49EB-99B5-C739F92C22F1}" srcOrd="0" destOrd="4" presId="urn:microsoft.com/office/officeart/2005/8/layout/process3"/>
    <dgm:cxn modelId="{45CA7664-A318-4963-815E-515AC4B18285}" srcId="{D4413A9F-A469-4549-A35F-B84A90B5EA1C}" destId="{E714C336-1EBD-4DC6-9446-F52AD6605915}" srcOrd="2" destOrd="0" parTransId="{CBC4FA0E-0A6D-400E-9025-848327F8363C}" sibTransId="{91446C04-9E75-467E-AB8E-A2E6D6A094B9}"/>
    <dgm:cxn modelId="{277FAFFD-2B0D-427B-8256-16FCF487EBEA}" type="presOf" srcId="{1E755560-2C23-4968-8F37-7DB246E07096}" destId="{3637269D-ABE4-46E9-9942-F78BE44951ED}" srcOrd="0" destOrd="1" presId="urn:microsoft.com/office/officeart/2005/8/layout/process3"/>
    <dgm:cxn modelId="{DAA834E3-2A6F-4C75-BE0C-36ADD557EF3C}" type="presOf" srcId="{1C811533-56D3-44BF-ABB7-F61C58960404}" destId="{583DA96A-BE00-4389-B9AD-216E8A8819B2}" srcOrd="1" destOrd="0" presId="urn:microsoft.com/office/officeart/2005/8/layout/process3"/>
    <dgm:cxn modelId="{C924446A-C893-4B5D-B552-EC198C4E7F09}" type="presOf" srcId="{D4413A9F-A469-4549-A35F-B84A90B5EA1C}" destId="{B0E83A34-6D6B-49EB-99B5-C739F92C22F1}" srcOrd="0" destOrd="1" presId="urn:microsoft.com/office/officeart/2005/8/layout/process3"/>
    <dgm:cxn modelId="{478CCF26-71F0-40AC-94DD-5A70B2360AEC}" type="presOf" srcId="{D9A6BD84-6D2A-4738-8F9B-359B32207273}" destId="{65D853B8-1891-4C96-B446-F46828AE9205}" srcOrd="0" destOrd="0" presId="urn:microsoft.com/office/officeart/2005/8/layout/process3"/>
    <dgm:cxn modelId="{6A15AC3A-5E59-4D4B-8ABC-0966747FD193}" srcId="{D9A6BD84-6D2A-4738-8F9B-359B32207273}" destId="{1E755560-2C23-4968-8F37-7DB246E07096}" srcOrd="1" destOrd="0" parTransId="{E9185FFE-8DC7-4896-B5BC-9F21BC1E2E24}" sibTransId="{4F581C12-2FE9-4741-B2A9-E3B6C5C6EF81}"/>
    <dgm:cxn modelId="{9CCF4286-35D1-4547-A5FE-05C0C9A37F20}" type="presOf" srcId="{C3EA3AFA-EE33-4ACA-8726-92F6D6900CFD}" destId="{3637269D-ABE4-46E9-9942-F78BE44951ED}" srcOrd="0" destOrd="2" presId="urn:microsoft.com/office/officeart/2005/8/layout/process3"/>
    <dgm:cxn modelId="{2D503765-FEF6-4E92-B1F9-93006B5DF175}" srcId="{EB92CC12-23FA-432D-9F1D-C0A1FD8BBBA1}" destId="{AF8FEC5C-39AC-47E5-B42F-06F525DE80BF}" srcOrd="3" destOrd="0" parTransId="{4B994B4B-C8C3-4A1C-9EC2-458684D6A323}" sibTransId="{9508C14E-A8C0-4595-9662-BF4C786E2A8F}"/>
    <dgm:cxn modelId="{D13300EF-8E25-4D69-9681-92C31C1670A7}" type="presOf" srcId="{177AED76-2C54-4998-8822-E56946A6C6AB}" destId="{FAF033A6-8498-41E4-A4DB-658C230D9718}" srcOrd="0" destOrd="0" presId="urn:microsoft.com/office/officeart/2005/8/layout/process3"/>
    <dgm:cxn modelId="{6C0E188F-6870-41B2-89EA-CF1F8D2E57A1}" type="presOf" srcId="{F2D0F055-EA0C-4619-AB36-863CEE19A4DB}" destId="{2C99AF01-89BC-4441-8B77-ECA4F3F96962}" srcOrd="0" destOrd="0" presId="urn:microsoft.com/office/officeart/2005/8/layout/process3"/>
    <dgm:cxn modelId="{FAD6BEAB-5124-4669-8A2D-C6AD35826579}" type="presOf" srcId="{DEA0F460-B410-481A-BD4E-180DD5F26F7C}" destId="{B0E83A34-6D6B-49EB-99B5-C739F92C22F1}" srcOrd="0" destOrd="0" presId="urn:microsoft.com/office/officeart/2005/8/layout/process3"/>
    <dgm:cxn modelId="{44DDE912-360C-494C-8884-2A27F0D151FE}" type="presOf" srcId="{ADA51959-C26F-475D-A3CF-9EC7C05C9862}" destId="{3DFDC635-C5E5-4060-B728-6AF4EF549104}" srcOrd="0" destOrd="0" presId="urn:microsoft.com/office/officeart/2005/8/layout/process3"/>
    <dgm:cxn modelId="{AC67A887-4B76-4602-8D5B-A1BF22E52D5D}" srcId="{177AED76-2C54-4998-8822-E56946A6C6AB}" destId="{DEA0F460-B410-481A-BD4E-180DD5F26F7C}" srcOrd="0" destOrd="0" parTransId="{98CC4CDC-24E4-4EEF-92E4-14851D1FD2CD}" sibTransId="{DDDADA6E-7DFD-459C-AE3B-0CCBA8EF50F8}"/>
    <dgm:cxn modelId="{3612BA0F-78D1-43A2-9251-B180E2407D8A}" type="presParOf" srcId="{B688BDFD-2104-4D68-9E5E-A38221E73A3A}" destId="{62914929-A66F-43E1-8DAD-5732F2402758}" srcOrd="0" destOrd="0" presId="urn:microsoft.com/office/officeart/2005/8/layout/process3"/>
    <dgm:cxn modelId="{C974BF0D-CA52-422E-A2EB-B088637F19D4}" type="presParOf" srcId="{62914929-A66F-43E1-8DAD-5732F2402758}" destId="{FAF033A6-8498-41E4-A4DB-658C230D9718}" srcOrd="0" destOrd="0" presId="urn:microsoft.com/office/officeart/2005/8/layout/process3"/>
    <dgm:cxn modelId="{B93A2C0C-6268-4D8C-97A6-E5C7D7324C0F}" type="presParOf" srcId="{62914929-A66F-43E1-8DAD-5732F2402758}" destId="{3078F401-8C60-41C7-BF11-DA17BFF40489}" srcOrd="1" destOrd="0" presId="urn:microsoft.com/office/officeart/2005/8/layout/process3"/>
    <dgm:cxn modelId="{E4138146-3E63-4F15-89CE-FAD9AEA6C976}" type="presParOf" srcId="{62914929-A66F-43E1-8DAD-5732F2402758}" destId="{B0E83A34-6D6B-49EB-99B5-C739F92C22F1}" srcOrd="2" destOrd="0" presId="urn:microsoft.com/office/officeart/2005/8/layout/process3"/>
    <dgm:cxn modelId="{6BD87ACC-5CBD-4F41-9106-E919FEE54126}" type="presParOf" srcId="{B688BDFD-2104-4D68-9E5E-A38221E73A3A}" destId="{AC66E8D1-000D-470C-A8FE-5C33E077E419}" srcOrd="1" destOrd="0" presId="urn:microsoft.com/office/officeart/2005/8/layout/process3"/>
    <dgm:cxn modelId="{A4DFF2DC-C223-4043-8BB4-0B0B8C35485E}" type="presParOf" srcId="{AC66E8D1-000D-470C-A8FE-5C33E077E419}" destId="{583DA96A-BE00-4389-B9AD-216E8A8819B2}" srcOrd="0" destOrd="0" presId="urn:microsoft.com/office/officeart/2005/8/layout/process3"/>
    <dgm:cxn modelId="{54655780-9A45-4AD0-922F-42F91D14CE39}" type="presParOf" srcId="{B688BDFD-2104-4D68-9E5E-A38221E73A3A}" destId="{F33E3082-1602-4DF5-9E8C-699C663A5914}" srcOrd="2" destOrd="0" presId="urn:microsoft.com/office/officeart/2005/8/layout/process3"/>
    <dgm:cxn modelId="{1341D2F9-9113-49F7-B962-8FEC73E5A4B0}" type="presParOf" srcId="{F33E3082-1602-4DF5-9E8C-699C663A5914}" destId="{E68C32B8-7AE9-4892-9C5A-A87E2D4A7431}" srcOrd="0" destOrd="0" presId="urn:microsoft.com/office/officeart/2005/8/layout/process3"/>
    <dgm:cxn modelId="{DF7D570C-0F97-41A4-AD1E-41D5CC07DBD0}" type="presParOf" srcId="{F33E3082-1602-4DF5-9E8C-699C663A5914}" destId="{C68780B1-F870-4E7D-9D53-2A3FA6D9F631}" srcOrd="1" destOrd="0" presId="urn:microsoft.com/office/officeart/2005/8/layout/process3"/>
    <dgm:cxn modelId="{944C1055-4F20-4573-BE45-0D9B2309E854}" type="presParOf" srcId="{F33E3082-1602-4DF5-9E8C-699C663A5914}" destId="{2C99AF01-89BC-4441-8B77-ECA4F3F96962}" srcOrd="2" destOrd="0" presId="urn:microsoft.com/office/officeart/2005/8/layout/process3"/>
    <dgm:cxn modelId="{76BB461F-DFC6-485C-8280-85636DB66B8E}" type="presParOf" srcId="{B688BDFD-2104-4D68-9E5E-A38221E73A3A}" destId="{27B59898-49E0-40F5-97D8-3DD0F75F2E13}" srcOrd="3" destOrd="0" presId="urn:microsoft.com/office/officeart/2005/8/layout/process3"/>
    <dgm:cxn modelId="{D2F6F9F2-8B10-49B0-9094-FE9F69DB4D61}" type="presParOf" srcId="{27B59898-49E0-40F5-97D8-3DD0F75F2E13}" destId="{8D5520A3-450B-41F1-A36A-3123EA2893A7}" srcOrd="0" destOrd="0" presId="urn:microsoft.com/office/officeart/2005/8/layout/process3"/>
    <dgm:cxn modelId="{9DC93DE6-3541-4385-95A5-7CD28E2538B6}" type="presParOf" srcId="{B688BDFD-2104-4D68-9E5E-A38221E73A3A}" destId="{DB0BAE79-B137-456A-A0CE-9BA57275F792}" srcOrd="4" destOrd="0" presId="urn:microsoft.com/office/officeart/2005/8/layout/process3"/>
    <dgm:cxn modelId="{D54BCCC2-2FA6-4E3B-B0AB-EC4FD71C945E}" type="presParOf" srcId="{DB0BAE79-B137-456A-A0CE-9BA57275F792}" destId="{65D853B8-1891-4C96-B446-F46828AE9205}" srcOrd="0" destOrd="0" presId="urn:microsoft.com/office/officeart/2005/8/layout/process3"/>
    <dgm:cxn modelId="{0A6B164E-8CDE-4870-8181-5F7138706767}" type="presParOf" srcId="{DB0BAE79-B137-456A-A0CE-9BA57275F792}" destId="{7462E60D-01F9-4507-BA36-A282F9A32C37}" srcOrd="1" destOrd="0" presId="urn:microsoft.com/office/officeart/2005/8/layout/process3"/>
    <dgm:cxn modelId="{5D097964-F4B9-44CD-A966-232B922D2B7C}" type="presParOf" srcId="{DB0BAE79-B137-456A-A0CE-9BA57275F792}" destId="{3637269D-ABE4-46E9-9942-F78BE44951ED}" srcOrd="2" destOrd="0" presId="urn:microsoft.com/office/officeart/2005/8/layout/process3"/>
    <dgm:cxn modelId="{4F17E7B2-BF21-4938-BFEC-73A2F8E6FACD}" type="presParOf" srcId="{B688BDFD-2104-4D68-9E5E-A38221E73A3A}" destId="{3DFDC635-C5E5-4060-B728-6AF4EF549104}" srcOrd="5" destOrd="0" presId="urn:microsoft.com/office/officeart/2005/8/layout/process3"/>
    <dgm:cxn modelId="{D8AD85E0-F5DF-445F-92A3-C4E58F0264E5}" type="presParOf" srcId="{3DFDC635-C5E5-4060-B728-6AF4EF549104}" destId="{767E10EA-2204-401C-A57C-D366F3BA50B4}" srcOrd="0" destOrd="0" presId="urn:microsoft.com/office/officeart/2005/8/layout/process3"/>
    <dgm:cxn modelId="{EBD333B6-76D0-4D14-9992-E701A19A16C2}" type="presParOf" srcId="{B688BDFD-2104-4D68-9E5E-A38221E73A3A}" destId="{E13DF8FF-83AB-40C1-A260-C3E1352DF0F1}" srcOrd="6" destOrd="0" presId="urn:microsoft.com/office/officeart/2005/8/layout/process3"/>
    <dgm:cxn modelId="{8A5098E6-DE13-46EE-9599-FE71656D4754}" type="presParOf" srcId="{E13DF8FF-83AB-40C1-A260-C3E1352DF0F1}" destId="{8847D9EE-E90A-429A-89D2-88E06E7B6D35}" srcOrd="0" destOrd="0" presId="urn:microsoft.com/office/officeart/2005/8/layout/process3"/>
    <dgm:cxn modelId="{595D47AE-58B8-4DDD-A5BF-21C4CBD00C97}" type="presParOf" srcId="{E13DF8FF-83AB-40C1-A260-C3E1352DF0F1}" destId="{3AA41FDD-37D7-4486-8EF5-A23E4FC4CDC2}" srcOrd="1" destOrd="0" presId="urn:microsoft.com/office/officeart/2005/8/layout/process3"/>
    <dgm:cxn modelId="{4C2A2AC8-361C-4ABF-8027-D71476654428}" type="presParOf" srcId="{E13DF8FF-83AB-40C1-A260-C3E1352DF0F1}" destId="{7E492557-FF3E-4B53-A39A-D681C019425D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90AF5B-67A5-4B47-962C-D6C3C29F9193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2BBB50B1-A80B-4564-8E5E-A49B5C8A16D7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100" dirty="0" smtClean="0">
              <a:solidFill>
                <a:srgbClr val="3F3F3F"/>
              </a:solidFill>
              <a:latin typeface="Montserrat" panose="020B0604020202020204" charset="0"/>
            </a:rPr>
            <a:t>Erreur de saisie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A9106D33-AFC9-4F83-90CE-1434DE28BBBF}" type="parTrans" cxnId="{47009A22-8EEF-4E89-88C0-4185F3077B61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21943852-A6D8-407A-837A-5F07181C8908}" type="sibTrans" cxnId="{47009A22-8EEF-4E89-88C0-4185F3077B61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2663368E-937E-47B6-A581-92F85D3ED81F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100" dirty="0" smtClean="0">
              <a:solidFill>
                <a:srgbClr val="3F3F3F"/>
              </a:solidFill>
              <a:latin typeface="Montserrat" panose="020B0604020202020204" charset="0"/>
            </a:rPr>
            <a:t>Erreur d’encodage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4AFF8A97-48C5-4CAF-BA34-C48B232FE49A}" type="parTrans" cxnId="{77344572-DAD9-4761-9AA6-4526517799A3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C0A90051-7B46-4401-B5EB-C678C37559BD}" type="sibTrans" cxnId="{77344572-DAD9-4761-9AA6-4526517799A3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9FB62F99-EB37-4D4C-8C82-301D3645D833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100" dirty="0" smtClean="0">
              <a:solidFill>
                <a:srgbClr val="3F3F3F"/>
              </a:solidFill>
              <a:latin typeface="Montserrat" panose="020B0604020202020204" charset="0"/>
            </a:rPr>
            <a:t>Valeurs manquantes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5887DFC7-0A8B-45FF-BEB5-BE5B64C86E16}" type="parTrans" cxnId="{430B20C1-CC00-4C05-B1F6-F1E0F9883EBB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C499C001-0DD2-4BC4-90E2-29F5C3E2ADAA}" type="sibTrans" cxnId="{430B20C1-CC00-4C05-B1F6-F1E0F9883EBB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12A45E8E-BC1B-474C-A03D-B00D4198920E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100" dirty="0" smtClean="0">
              <a:solidFill>
                <a:srgbClr val="3F3F3F"/>
              </a:solidFill>
              <a:latin typeface="Montserrat" panose="020B0604020202020204" charset="0"/>
            </a:rPr>
            <a:t>Doublons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BBF63A90-AE4F-45EA-926F-654C7B514835}" type="parTrans" cxnId="{0C6E1549-8856-4AC2-9B5B-F56255D290AD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98D78F5B-4B72-4B3D-A4B5-97A526977062}" type="sibTrans" cxnId="{0C6E1549-8856-4AC2-9B5B-F56255D290AD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943EA014-2018-4D91-82BC-0A535976DED1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100" dirty="0" smtClean="0">
              <a:solidFill>
                <a:srgbClr val="3F3F3F"/>
              </a:solidFill>
              <a:latin typeface="Montserrat" panose="020B0604020202020204" charset="0"/>
            </a:rPr>
            <a:t>Valeurs extrêmes 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449E946C-F4AB-4B81-BB61-7226B867D1EC}" type="parTrans" cxnId="{3D283453-004B-4D3D-8742-14EAD591216B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0F898222-005B-4C07-9485-557CF82B4E38}" type="sibTrans" cxnId="{3D283453-004B-4D3D-8742-14EAD591216B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83EA5EDC-E70E-434A-BF9E-6CE32EDDD020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100" dirty="0" smtClean="0">
              <a:solidFill>
                <a:srgbClr val="3F3F3F"/>
              </a:solidFill>
              <a:latin typeface="Montserrat" panose="020B0604020202020204" charset="0"/>
            </a:rPr>
            <a:t>Autres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C3B8E1AD-1444-4F5E-94A2-988F8F72B298}" type="parTrans" cxnId="{D2121143-81EA-4FF7-9340-B4023CCFE327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CB0DEE9A-5BAD-4FB8-A148-CD84EEC1E342}" type="sibTrans" cxnId="{D2121143-81EA-4FF7-9340-B4023CCFE327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E103064F-BC31-4CB8-8DF6-3795B403AF2B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100" dirty="0" smtClean="0">
              <a:solidFill>
                <a:srgbClr val="3F3F3F"/>
              </a:solidFill>
              <a:latin typeface="Montserrat" panose="020B0604020202020204" charset="0"/>
            </a:rPr>
            <a:t>Erreur type et formatage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B9173990-B6BA-4C82-B3A4-8757361A7126}" type="sibTrans" cxnId="{956087F8-7FE0-4A61-B844-6A27A09CC387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E60A97C1-BDBD-4541-AB11-2FB543D1540C}" type="parTrans" cxnId="{956087F8-7FE0-4A61-B844-6A27A09CC387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F5600F8E-4587-46ED-B6E5-4161B4700FE4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stock</a:t>
          </a:r>
          <a:r>
            <a:rPr lang="fr-FR" sz="11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quantity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18D21C7F-089F-48FB-B40F-AE3D5E4994A8}" type="parTrans" cxnId="{86FACA8E-64F5-472E-A7D9-646FC2AF62AE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5E122D69-B5E7-435E-AE1F-B3395CD770F2}" type="sibTrans" cxnId="{86FACA8E-64F5-472E-A7D9-646FC2AF62AE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DF36DEEB-C8EC-494E-9B1A-90F6EE2DE3E5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total</a:t>
          </a:r>
          <a:r>
            <a:rPr lang="fr-FR" sz="11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sales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943B942F-06F5-4900-BC14-55A1F0A68C26}" type="parTrans" cxnId="{CC096171-5854-4776-A0E9-419BE653C6BD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5AC541B3-40C5-4878-8DF8-C73F2179BC85}" type="sibTrans" cxnId="{CC096171-5854-4776-A0E9-419BE653C6BD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FFA09E7A-B8B0-4B13-AE79-943BB8D4E0D7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price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357AC693-ACD2-4EF4-9975-6390FDCC4522}" type="parTrans" cxnId="{3AA2E80C-A848-4156-861F-86A9FC908457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76C2195D-6111-4FAA-8CB2-77A6A42A146B}" type="sibTrans" cxnId="{3AA2E80C-A848-4156-861F-86A9FC908457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0E70CEB2-8824-484C-B8CA-7593BACD309A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=&gt; Négatifs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F75563C1-8FD5-4C41-931D-741D890DBFEE}" type="parTrans" cxnId="{335F7610-8D50-4BBE-9ABE-92D96435EAFA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8237E7AE-F85F-46D2-884F-3BF5D2525243}" type="sibTrans" cxnId="{335F7610-8D50-4BBE-9ABE-92D96435EAFA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8DDF1FF4-E1BB-4DED-BC8D-63979C67518A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dirty="0" err="1" smtClean="0">
              <a:solidFill>
                <a:srgbClr val="3F3F3F"/>
              </a:solidFill>
              <a:latin typeface="Montserrat" panose="020B0604020202020204" charset="0"/>
            </a:rPr>
            <a:t>stock</a:t>
          </a:r>
          <a:r>
            <a:rPr lang="fr-FR" sz="1100" dirty="0" err="1" smtClean="0">
              <a:solidFill>
                <a:srgbClr val="3F3F3F"/>
              </a:solidFill>
              <a:latin typeface="+mn-lt"/>
            </a:rPr>
            <a:t>_</a:t>
          </a:r>
          <a:r>
            <a:rPr lang="fr-FR" sz="1100" dirty="0" err="1" smtClean="0">
              <a:solidFill>
                <a:srgbClr val="3F3F3F"/>
              </a:solidFill>
              <a:latin typeface="Montserrat" panose="020B0604020202020204" charset="0"/>
            </a:rPr>
            <a:t>status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F3649FA3-9E67-4A10-ADF2-B5EDBC58DEF4}" type="parTrans" cxnId="{37E0EB52-B5BD-412A-9418-89A5CF33E609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F2485857-0781-4AC6-9FA9-9D83406B1F4B}" type="sibTrans" cxnId="{37E0EB52-B5BD-412A-9418-89A5CF33E609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27E328E5-2D9A-4422-90C7-C80C4516938B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000" i="1" smtClean="0">
              <a:solidFill>
                <a:srgbClr val="3F3F3F"/>
              </a:solidFill>
              <a:latin typeface="Montserrat" panose="020B0604020202020204" charset="0"/>
            </a:rPr>
            <a:t>=&gt; 0 =  instock 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2E3C5139-B8AA-44A5-997C-F63F6360CFC9}" type="parTrans" cxnId="{7E060EA6-4265-484C-87D8-5F2FCCEDC1F1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939394C9-0B8E-4714-B3CC-2C3829B3C2AD}" type="sibTrans" cxnId="{7E060EA6-4265-484C-87D8-5F2FCCEDC1F1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F6874715-B6EB-40F0-BCF0-FB2738E53A54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=&gt; 3 = </a:t>
          </a:r>
          <a:r>
            <a:rPr lang="fr-FR" sz="1000" i="1" dirty="0" err="1" smtClean="0">
              <a:solidFill>
                <a:srgbClr val="3F3F3F"/>
              </a:solidFill>
              <a:latin typeface="Montserrat" panose="020B0604020202020204" charset="0"/>
            </a:rPr>
            <a:t>outofstock</a:t>
          </a:r>
          <a:r>
            <a:rPr lang="fr-FR" sz="1000" dirty="0" smtClean="0">
              <a:solidFill>
                <a:srgbClr val="3F3F3F"/>
              </a:solidFill>
              <a:latin typeface="Montserrat" panose="020B0604020202020204" charset="0"/>
            </a:rPr>
            <a:t> </a:t>
          </a:r>
          <a:endParaRPr lang="fr-FR" sz="10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BF503355-673A-46A3-BEA4-8614F8ED4595}" type="parTrans" cxnId="{5B1F5546-35EF-4B20-8E60-0381793360D0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65C74711-7C20-4927-9F80-FFEF55446178}" type="sibTrans" cxnId="{5B1F5546-35EF-4B20-8E60-0381793360D0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13513D22-6297-47DF-9880-B030D7B2E541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sku en format texte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469B7285-9F5E-4B4A-931A-60FEB6FE3367}" type="parTrans" cxnId="{FCE0CF17-FEF4-4D10-B321-063E796B63F8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07F1E03E-8158-483E-A95B-4CDDC0AEB074}" type="sibTrans" cxnId="{FCE0CF17-FEF4-4D10-B321-063E796B63F8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33680F51-623D-46F6-A45A-1BCCB632FF5A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codification erronée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F5D18250-C9BA-4E92-9259-755AECA24E93}" type="parTrans" cxnId="{A4620A39-C493-4319-9CB4-3C30A365FCE3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CAD731DB-599E-426F-980B-B6A0416434E1}" type="sibTrans" cxnId="{A4620A39-C493-4319-9CB4-3C30A365FCE3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FF26D43C-7B2A-4666-8CAA-D0A9573981D3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sku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8385EBBE-3176-487D-AD02-D23AF72853AB}" type="parTrans" cxnId="{8B7CD7A5-B157-4C69-BDA0-022D775F51B1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4A7CE742-985D-4D45-905D-EEC80ACCA46F}" type="sibTrans" cxnId="{8B7CD7A5-B157-4C69-BDA0-022D775F51B1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486E2874-7FD3-4006-9660-F6CDED1B97D0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id</a:t>
          </a:r>
          <a:r>
            <a:rPr lang="fr-FR" sz="11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web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D61C3BAC-C8BD-42C4-9CA9-B02BAA22D677}" type="parTrans" cxnId="{F5F9BAA8-90B1-43EA-B2E5-A4719BF64F84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AB42E44E-C3B6-4E66-BD1F-B7F0386E32EF}" type="sibTrans" cxnId="{F5F9BAA8-90B1-43EA-B2E5-A4719BF64F84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8B4A840A-A159-4DD2-B23C-39E5451C5275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=&gt; </a:t>
          </a:r>
          <a:r>
            <a:rPr lang="fr-FR" sz="1100" b="1" i="0" smtClean="0">
              <a:solidFill>
                <a:srgbClr val="3F3F3F"/>
              </a:solidFill>
              <a:latin typeface="Montserrat" panose="020B0604020202020204" charset="0"/>
            </a:rPr>
            <a:t>erreur</a:t>
          </a:r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  </a:t>
          </a:r>
          <a:r>
            <a:rPr lang="fr-FR" sz="1100" b="1" smtClean="0">
              <a:solidFill>
                <a:srgbClr val="3F3F3F"/>
              </a:solidFill>
              <a:latin typeface="Montserrat" panose="020B0604020202020204" charset="0"/>
            </a:rPr>
            <a:t>jointure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CA9E6B6F-05AD-478D-86D3-5B6727A2D08E}" type="parTrans" cxnId="{3EB75321-B156-4B36-A750-33220F67364E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0C8AF8CE-8C4E-40ED-AD16-7E03183CF040}" type="sibTrans" cxnId="{3EB75321-B156-4B36-A750-33220F67364E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7DF7FB41-FB0D-47E4-9D85-305EBFC63DE7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lignes en doublon dans Web car </a:t>
          </a:r>
          <a:r>
            <a:rPr lang="fr-FR" sz="1100" b="1" smtClean="0">
              <a:solidFill>
                <a:srgbClr val="3F3F3F"/>
              </a:solidFill>
              <a:latin typeface="Montserrat" panose="020B0604020202020204" charset="0"/>
            </a:rPr>
            <a:t>erreur de saisie </a:t>
          </a:r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dans tax</a:t>
          </a:r>
          <a:r>
            <a:rPr lang="fr-FR" sz="11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status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0B7ECBB8-69F1-4F95-9021-F74A46867259}" type="parTrans" cxnId="{15A8DA45-CCBC-496E-B57C-9597DD1628F4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C2EFF7FE-3D7A-441B-96A7-EAB4356DB7A3}" type="sibTrans" cxnId="{15A8DA45-CCBC-496E-B57C-9597DD1628F4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07FFA01A-D396-4A91-AAB2-6A2366792AFD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price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B646C6FD-D840-481B-875A-9ACAA41AC7B1}" type="parTrans" cxnId="{A0047E71-2F06-4E71-BF81-01930DF43F3B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050FB137-7A99-40F9-A931-46B6A0A269F3}" type="sibTrans" cxnId="{A0047E71-2F06-4E71-BF81-01930DF43F3B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B421C9A8-76EC-4F08-B795-1BE6BF665695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présence d’</a:t>
          </a:r>
          <a:r>
            <a:rPr lang="fr-FR" sz="1100" b="1" smtClean="0">
              <a:solidFill>
                <a:srgbClr val="3F3F3F"/>
              </a:solidFill>
              <a:latin typeface="Montserrat" panose="020B0604020202020204" charset="0"/>
            </a:rPr>
            <a:t>autres types de Produits </a:t>
          </a:r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(product</a:t>
          </a:r>
          <a:r>
            <a:rPr lang="fr-FR" sz="11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smtClean="0">
              <a:solidFill>
                <a:srgbClr val="3F3F3F"/>
              </a:solidFill>
              <a:latin typeface="Montserrat" panose="020B0604020202020204" charset="0"/>
            </a:rPr>
            <a:t>type) en plus des boissons alcoolisées </a:t>
          </a:r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2220F66F-05F2-4896-BBBF-291B99BABF3C}" type="parTrans" cxnId="{B2287BE1-237C-404E-97A8-58A4863AD08A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F73EB201-A59D-4FA6-A8ED-FA096CB2D75A}" type="sibTrans" cxnId="{B2287BE1-237C-404E-97A8-58A4863AD08A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EB86B416-CF95-4201-827D-AA598C52B9D5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000" i="1" smtClean="0">
              <a:solidFill>
                <a:srgbClr val="3F3F3F"/>
              </a:solidFill>
              <a:latin typeface="Montserrat" panose="020B0604020202020204" charset="0"/>
            </a:rPr>
            <a:t>=&gt; Huile d’olive et bon-cadeau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9778CF3F-0F29-472F-A40D-ECFB440998E3}" type="parTrans" cxnId="{F3AB37A0-E1E7-42B0-BD35-08266EE23B23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F99CEB93-BC0D-4A49-AE64-F484C6C6619A}" type="sibTrans" cxnId="{F3AB37A0-E1E7-42B0-BD35-08266EE23B23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F851DD6E-4FEF-47DF-A3A8-6840C464C9A0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8DD3FDBE-B8DF-4C8E-955A-7686EB1BB450}" type="parTrans" cxnId="{30529C8E-F866-413C-8CD5-77BD86CF8EBC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42FF9373-0F8F-4CA7-BC3F-54F9F3C54973}" type="sibTrans" cxnId="{30529C8E-F866-413C-8CD5-77BD86CF8EBC}">
      <dgm:prSet/>
      <dgm:spPr/>
      <dgm:t>
        <a:bodyPr/>
        <a:lstStyle/>
        <a:p>
          <a:endParaRPr lang="fr-FR" sz="1100">
            <a:latin typeface="Montserrat" panose="020B0604020202020204" charset="0"/>
          </a:endParaRPr>
        </a:p>
      </dgm:t>
    </dgm:pt>
    <dgm:pt modelId="{94FEE1B7-9E8B-4114-97CF-A071E660E5EC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8B2DFFA7-6FAB-40BA-80A7-31E6BCA6FBCB}" type="parTrans" cxnId="{45159229-CF62-4F53-88EC-5248CD4B4389}">
      <dgm:prSet/>
      <dgm:spPr/>
      <dgm:t>
        <a:bodyPr/>
        <a:lstStyle/>
        <a:p>
          <a:endParaRPr lang="fr-FR"/>
        </a:p>
      </dgm:t>
    </dgm:pt>
    <dgm:pt modelId="{3E8B4CFC-9912-426D-ACC4-C96B3B729B7D}" type="sibTrans" cxnId="{45159229-CF62-4F53-88EC-5248CD4B4389}">
      <dgm:prSet/>
      <dgm:spPr/>
      <dgm:t>
        <a:bodyPr/>
        <a:lstStyle/>
        <a:p>
          <a:endParaRPr lang="fr-FR"/>
        </a:p>
      </dgm:t>
    </dgm:pt>
    <dgm:pt modelId="{8264A680-FC08-4DB5-A6A8-81580D5A4A63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000" i="1" smtClean="0">
              <a:solidFill>
                <a:srgbClr val="3F3F3F"/>
              </a:solidFill>
              <a:latin typeface="Montserrat" panose="020B0604020202020204" charset="0"/>
            </a:rPr>
            <a:t>(bon-cadeau, 13127-1)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78CF3072-A180-4FA1-BEC2-41191199C9B2}" type="parTrans" cxnId="{A4C8F8DB-DF02-40BF-80A1-866F7788564F}">
      <dgm:prSet/>
      <dgm:spPr/>
      <dgm:t>
        <a:bodyPr/>
        <a:lstStyle/>
        <a:p>
          <a:endParaRPr lang="fr-FR"/>
        </a:p>
      </dgm:t>
    </dgm:pt>
    <dgm:pt modelId="{13ED90E0-8C98-4CF7-92BD-D801F6C5C78E}" type="sibTrans" cxnId="{A4C8F8DB-DF02-40BF-80A1-866F7788564F}">
      <dgm:prSet/>
      <dgm:spPr/>
      <dgm:t>
        <a:bodyPr/>
        <a:lstStyle/>
        <a:p>
          <a:endParaRPr lang="fr-FR"/>
        </a:p>
      </dgm:t>
    </dgm:pt>
    <dgm:pt modelId="{80E450E4-B1A7-469A-9DF5-6C9117ABBB5A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7257CE6D-1B74-4565-B027-338C2FB99D92}" type="parTrans" cxnId="{59BCC88C-B60E-427D-B9FE-B0B8140570F5}">
      <dgm:prSet/>
      <dgm:spPr/>
      <dgm:t>
        <a:bodyPr/>
        <a:lstStyle/>
        <a:p>
          <a:endParaRPr lang="fr-FR"/>
        </a:p>
      </dgm:t>
    </dgm:pt>
    <dgm:pt modelId="{1FF38A38-A37C-45E9-9418-C0014116C4AC}" type="sibTrans" cxnId="{59BCC88C-B60E-427D-B9FE-B0B8140570F5}">
      <dgm:prSet/>
      <dgm:spPr/>
      <dgm:t>
        <a:bodyPr/>
        <a:lstStyle/>
        <a:p>
          <a:endParaRPr lang="fr-FR"/>
        </a:p>
      </dgm:t>
    </dgm:pt>
    <dgm:pt modelId="{38E0BFFC-F714-4EF1-95F9-A6AFB52385A5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F4BA1A46-B347-449C-84A4-9A7A12269232}" type="parTrans" cxnId="{E3369CC2-B986-44F8-977F-F524B0ABD332}">
      <dgm:prSet/>
      <dgm:spPr/>
      <dgm:t>
        <a:bodyPr/>
        <a:lstStyle/>
        <a:p>
          <a:endParaRPr lang="fr-FR"/>
        </a:p>
      </dgm:t>
    </dgm:pt>
    <dgm:pt modelId="{342ECA34-232C-4676-878E-75997069C271}" type="sibTrans" cxnId="{E3369CC2-B986-44F8-977F-F524B0ABD332}">
      <dgm:prSet/>
      <dgm:spPr/>
      <dgm:t>
        <a:bodyPr/>
        <a:lstStyle/>
        <a:p>
          <a:endParaRPr lang="fr-FR"/>
        </a:p>
      </dgm:t>
    </dgm:pt>
    <dgm:pt modelId="{AEEA84FC-C432-40E7-8C83-BAC479C0A326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000" smtClean="0">
              <a:solidFill>
                <a:srgbClr val="3F3F3F"/>
              </a:solidFill>
              <a:latin typeface="Montserrat" panose="020B0604020202020204" charset="0"/>
            </a:rPr>
            <a:t>(111 lignes valeurs vides car sans correspondance ID)</a:t>
          </a:r>
          <a:endParaRPr lang="fr-FR" sz="10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094F3767-B2BE-42EC-9C20-706B540B80A9}" type="parTrans" cxnId="{9BF94EC9-A6E5-4E33-BED0-683AB73DCEAF}">
      <dgm:prSet/>
      <dgm:spPr/>
      <dgm:t>
        <a:bodyPr/>
        <a:lstStyle/>
        <a:p>
          <a:endParaRPr lang="fr-FR"/>
        </a:p>
      </dgm:t>
    </dgm:pt>
    <dgm:pt modelId="{621B4228-0C90-42EA-A8AF-A9349B1BFA3C}" type="sibTrans" cxnId="{9BF94EC9-A6E5-4E33-BED0-683AB73DCEAF}">
      <dgm:prSet/>
      <dgm:spPr/>
      <dgm:t>
        <a:bodyPr/>
        <a:lstStyle/>
        <a:p>
          <a:endParaRPr lang="fr-FR"/>
        </a:p>
      </dgm:t>
    </dgm:pt>
    <dgm:pt modelId="{105E2C2E-1C7C-4962-9BDD-8E59AA882A6B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endParaRPr lang="fr-FR" sz="11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90E595F8-8C07-4DFE-89B2-24E6ABD8CC6E}" type="parTrans" cxnId="{54EBD44B-0A31-4568-9231-7FFBE0A53A0F}">
      <dgm:prSet/>
      <dgm:spPr/>
      <dgm:t>
        <a:bodyPr/>
        <a:lstStyle/>
        <a:p>
          <a:endParaRPr lang="fr-FR"/>
        </a:p>
      </dgm:t>
    </dgm:pt>
    <dgm:pt modelId="{C22D4B7F-4237-4A12-9A66-7883B0B0B5D5}" type="sibTrans" cxnId="{54EBD44B-0A31-4568-9231-7FFBE0A53A0F}">
      <dgm:prSet/>
      <dgm:spPr/>
      <dgm:t>
        <a:bodyPr/>
        <a:lstStyle/>
        <a:p>
          <a:endParaRPr lang="fr-FR"/>
        </a:p>
      </dgm:t>
    </dgm:pt>
    <dgm:pt modelId="{962F346E-CBC5-4C29-ACAF-1B5167CE6B71}">
      <dgm:prSet custT="1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sz="1000" i="1" dirty="0" smtClean="0">
              <a:solidFill>
                <a:srgbClr val="3F3F3F"/>
              </a:solidFill>
              <a:latin typeface="Montserrat" panose="020B0604020202020204" charset="0"/>
            </a:rPr>
            <a:t>=&gt; Prix de vente &lt; prix d’achat</a:t>
          </a:r>
          <a:endParaRPr lang="fr-FR" sz="10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28826E8F-0723-4FB2-8878-7F43011DA1F8}" type="parTrans" cxnId="{B6DF6376-15EA-49EE-97BC-3FEEB66FF01B}">
      <dgm:prSet/>
      <dgm:spPr/>
      <dgm:t>
        <a:bodyPr/>
        <a:lstStyle/>
        <a:p>
          <a:endParaRPr lang="fr-FR"/>
        </a:p>
      </dgm:t>
    </dgm:pt>
    <dgm:pt modelId="{2DA25AFF-3519-43EA-8F47-915D3A5F9AFC}" type="sibTrans" cxnId="{B6DF6376-15EA-49EE-97BC-3FEEB66FF01B}">
      <dgm:prSet/>
      <dgm:spPr/>
      <dgm:t>
        <a:bodyPr/>
        <a:lstStyle/>
        <a:p>
          <a:endParaRPr lang="fr-FR"/>
        </a:p>
      </dgm:t>
    </dgm:pt>
    <dgm:pt modelId="{99F70BF2-0163-44A4-A392-25080213BA2A}" type="pres">
      <dgm:prSet presAssocID="{F690AF5B-67A5-4B47-962C-D6C3C29F919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EB5591B-9579-4D45-96E3-23B42D6B6A2D}" type="pres">
      <dgm:prSet presAssocID="{2BBB50B1-A80B-4564-8E5E-A49B5C8A16D7}" presName="composite" presStyleCnt="0"/>
      <dgm:spPr/>
    </dgm:pt>
    <dgm:pt modelId="{4CA74406-FEF6-4BF5-8BBB-64428BCA72A7}" type="pres">
      <dgm:prSet presAssocID="{2BBB50B1-A80B-4564-8E5E-A49B5C8A16D7}" presName="parTx" presStyleLbl="alignNode1" presStyleIdx="0" presStyleCnt="7" custScaleX="124348" custScaleY="106765" custLinFactY="-135544" custLinFactNeighborY="-2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0FB5440-EF51-4CC4-A015-7101EAF8054D}" type="pres">
      <dgm:prSet presAssocID="{2BBB50B1-A80B-4564-8E5E-A49B5C8A16D7}" presName="desTx" presStyleLbl="alignAccFollowNode1" presStyleIdx="0" presStyleCnt="7" custScaleX="124348" custScaleY="97408" custLinFactNeighborY="-994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79C1FEA-B8A6-40AA-A8F5-5569D28E6292}" type="pres">
      <dgm:prSet presAssocID="{21943852-A6D8-407A-837A-5F07181C8908}" presName="space" presStyleCnt="0"/>
      <dgm:spPr/>
    </dgm:pt>
    <dgm:pt modelId="{95C03907-A4B3-4996-BF2B-91A151B8A7C8}" type="pres">
      <dgm:prSet presAssocID="{2663368E-937E-47B6-A581-92F85D3ED81F}" presName="composite" presStyleCnt="0"/>
      <dgm:spPr/>
    </dgm:pt>
    <dgm:pt modelId="{47E1AA21-8DC5-44FC-A4C7-524474DE89A4}" type="pres">
      <dgm:prSet presAssocID="{2663368E-937E-47B6-A581-92F85D3ED81F}" presName="parTx" presStyleLbl="alignNode1" presStyleIdx="1" presStyleCnt="7" custScaleX="139003" custScaleY="106765" custLinFactY="-135544" custLinFactNeighborY="-2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011F232-0DFE-4AFD-B0B8-DBBD59074EF4}" type="pres">
      <dgm:prSet presAssocID="{2663368E-937E-47B6-A581-92F85D3ED81F}" presName="desTx" presStyleLbl="alignAccFollowNode1" presStyleIdx="1" presStyleCnt="7" custScaleX="139003" custLinFactNeighborY="-876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EED5D79-3A78-48C2-BB22-A6A7C23D9A05}" type="pres">
      <dgm:prSet presAssocID="{C0A90051-7B46-4401-B5EB-C678C37559BD}" presName="space" presStyleCnt="0"/>
      <dgm:spPr/>
    </dgm:pt>
    <dgm:pt modelId="{0AAF9594-F252-49A5-A65D-396A6A7639C3}" type="pres">
      <dgm:prSet presAssocID="{E103064F-BC31-4CB8-8DF6-3795B403AF2B}" presName="composite" presStyleCnt="0"/>
      <dgm:spPr/>
    </dgm:pt>
    <dgm:pt modelId="{9DEB1828-7A4E-4F2E-B20F-4995C58D7225}" type="pres">
      <dgm:prSet presAssocID="{E103064F-BC31-4CB8-8DF6-3795B403AF2B}" presName="parTx" presStyleLbl="alignNode1" presStyleIdx="2" presStyleCnt="7" custScaleX="106357" custScaleY="106765" custLinFactY="-135544" custLinFactNeighborY="-2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AB414F1-E4E8-4A11-9368-F3463A9CDF0D}" type="pres">
      <dgm:prSet presAssocID="{E103064F-BC31-4CB8-8DF6-3795B403AF2B}" presName="desTx" presStyleLbl="alignAccFollowNode1" presStyleIdx="2" presStyleCnt="7" custScaleX="106584" custLinFactNeighborY="-900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C309D88-B0A9-4A06-A3B2-6F88FEC8233D}" type="pres">
      <dgm:prSet presAssocID="{B9173990-B6BA-4C82-B3A4-8757361A7126}" presName="space" presStyleCnt="0"/>
      <dgm:spPr/>
    </dgm:pt>
    <dgm:pt modelId="{21BEBA65-D804-4284-88F9-0FB90989B842}" type="pres">
      <dgm:prSet presAssocID="{9FB62F99-EB37-4D4C-8C82-301D3645D833}" presName="composite" presStyleCnt="0"/>
      <dgm:spPr/>
    </dgm:pt>
    <dgm:pt modelId="{26CBDE9A-721F-4818-8963-6FE53524AC60}" type="pres">
      <dgm:prSet presAssocID="{9FB62F99-EB37-4D4C-8C82-301D3645D833}" presName="parTx" presStyleLbl="alignNode1" presStyleIdx="3" presStyleCnt="7" custScaleX="106698" custScaleY="106765" custLinFactY="-135544" custLinFactNeighborY="-2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2327761-57EE-409B-9359-5C7B56E2D0AF}" type="pres">
      <dgm:prSet presAssocID="{9FB62F99-EB37-4D4C-8C82-301D3645D833}" presName="desTx" presStyleLbl="alignAccFollowNode1" presStyleIdx="3" presStyleCnt="7" custScaleX="106584" custLinFactNeighborY="-904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A99044C-0506-4892-9172-B097550ED955}" type="pres">
      <dgm:prSet presAssocID="{C499C001-0DD2-4BC4-90E2-29F5C3E2ADAA}" presName="space" presStyleCnt="0"/>
      <dgm:spPr/>
    </dgm:pt>
    <dgm:pt modelId="{6C02D0FA-5025-4AF0-B206-2C77C63EB9E8}" type="pres">
      <dgm:prSet presAssocID="{12A45E8E-BC1B-474C-A03D-B00D4198920E}" presName="composite" presStyleCnt="0"/>
      <dgm:spPr/>
    </dgm:pt>
    <dgm:pt modelId="{4626527C-C4DD-4FB4-9C37-5C99F77BE253}" type="pres">
      <dgm:prSet presAssocID="{12A45E8E-BC1B-474C-A03D-B00D4198920E}" presName="parTx" presStyleLbl="alignNode1" presStyleIdx="4" presStyleCnt="7" custScaleX="96033" custScaleY="106765" custLinFactY="-135544" custLinFactNeighborY="-2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5CA4DAB-D0B7-4177-AF7D-120739652839}" type="pres">
      <dgm:prSet presAssocID="{12A45E8E-BC1B-474C-A03D-B00D4198920E}" presName="desTx" presStyleLbl="alignAccFollowNode1" presStyleIdx="4" presStyleCnt="7" custScaleX="96033" custLinFactNeighborY="-780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5DB085C-07D4-4689-A528-25E230F9B1C4}" type="pres">
      <dgm:prSet presAssocID="{98D78F5B-4B72-4B3D-A4B5-97A526977062}" presName="space" presStyleCnt="0"/>
      <dgm:spPr/>
    </dgm:pt>
    <dgm:pt modelId="{7BF3293E-2D80-4635-AB0B-9826CE9CFF24}" type="pres">
      <dgm:prSet presAssocID="{943EA014-2018-4D91-82BC-0A535976DED1}" presName="composite" presStyleCnt="0"/>
      <dgm:spPr/>
    </dgm:pt>
    <dgm:pt modelId="{62FD8C7D-C819-4635-8C77-EE6FD462168A}" type="pres">
      <dgm:prSet presAssocID="{943EA014-2018-4D91-82BC-0A535976DED1}" presName="parTx" presStyleLbl="alignNode1" presStyleIdx="5" presStyleCnt="7" custScaleX="91511" custScaleY="106765" custLinFactY="-135544" custLinFactNeighborY="-2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28605E7-D3F1-43BE-A056-CE26BF6690C3}" type="pres">
      <dgm:prSet presAssocID="{943EA014-2018-4D91-82BC-0A535976DED1}" presName="desTx" presStyleLbl="alignAccFollowNode1" presStyleIdx="5" presStyleCnt="7" custScaleX="91511" custLinFactNeighborY="-89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3BCE2F-3608-45A4-B3EE-E0B95B593F3B}" type="pres">
      <dgm:prSet presAssocID="{0F898222-005B-4C07-9485-557CF82B4E38}" presName="space" presStyleCnt="0"/>
      <dgm:spPr/>
    </dgm:pt>
    <dgm:pt modelId="{57A2C337-ADAE-4EEB-A6BC-794104B84E4C}" type="pres">
      <dgm:prSet presAssocID="{83EA5EDC-E70E-434A-BF9E-6CE32EDDD020}" presName="composite" presStyleCnt="0"/>
      <dgm:spPr/>
    </dgm:pt>
    <dgm:pt modelId="{F9D36CA6-1D12-4A24-9462-7B01E8DF75AE}" type="pres">
      <dgm:prSet presAssocID="{83EA5EDC-E70E-434A-BF9E-6CE32EDDD020}" presName="parTx" presStyleLbl="alignNode1" presStyleIdx="6" presStyleCnt="7" custScaleX="123820" custScaleY="106765" custLinFactY="-135544" custLinFactNeighborY="-2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51DC26B-33DE-48D7-B768-2C63D3FAB465}" type="pres">
      <dgm:prSet presAssocID="{83EA5EDC-E70E-434A-BF9E-6CE32EDDD020}" presName="desTx" presStyleLbl="alignAccFollowNode1" presStyleIdx="6" presStyleCnt="7" custScaleX="123820" custLinFactNeighborY="-89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EB75321-B156-4B36-A750-33220F67364E}" srcId="{9FB62F99-EB37-4D4C-8C82-301D3645D833}" destId="{8B4A840A-A159-4DD2-B23C-39E5451C5275}" srcOrd="3" destOrd="0" parTransId="{CA9E6B6F-05AD-478D-86D3-5B6727A2D08E}" sibTransId="{0C8AF8CE-8C4E-40ED-AD16-7E03183CF040}"/>
    <dgm:cxn modelId="{DED8DEA7-4B16-4B9E-BCC7-90F6BD65030E}" type="presOf" srcId="{943EA014-2018-4D91-82BC-0A535976DED1}" destId="{62FD8C7D-C819-4635-8C77-EE6FD462168A}" srcOrd="0" destOrd="0" presId="urn:microsoft.com/office/officeart/2005/8/layout/hList1"/>
    <dgm:cxn modelId="{9115362F-8112-401E-8153-2FBD16242BE3}" type="presOf" srcId="{F5600F8E-4587-46ED-B6E5-4161B4700FE4}" destId="{10FB5440-EF51-4CC4-A015-7101EAF8054D}" srcOrd="0" destOrd="0" presId="urn:microsoft.com/office/officeart/2005/8/layout/hList1"/>
    <dgm:cxn modelId="{9BF94EC9-A6E5-4E33-BED0-683AB73DCEAF}" srcId="{9FB62F99-EB37-4D4C-8C82-301D3645D833}" destId="{AEEA84FC-C432-40E7-8C83-BAC479C0A326}" srcOrd="4" destOrd="0" parTransId="{094F3767-B2BE-42EC-9C20-706B540B80A9}" sibTransId="{621B4228-0C90-42EA-A8AF-A9349B1BFA3C}"/>
    <dgm:cxn modelId="{45159229-CF62-4F53-88EC-5248CD4B4389}" srcId="{2663368E-937E-47B6-A581-92F85D3ED81F}" destId="{94FEE1B7-9E8B-4114-97CF-A071E660E5EC}" srcOrd="1" destOrd="0" parTransId="{8B2DFFA7-6FAB-40BA-80A7-31E6BCA6FBCB}" sibTransId="{3E8B4CFC-9912-426D-ACC4-C96B3B729B7D}"/>
    <dgm:cxn modelId="{77344572-DAD9-4761-9AA6-4526517799A3}" srcId="{F690AF5B-67A5-4B47-962C-D6C3C29F9193}" destId="{2663368E-937E-47B6-A581-92F85D3ED81F}" srcOrd="1" destOrd="0" parTransId="{4AFF8A97-48C5-4CAF-BA34-C48B232FE49A}" sibTransId="{C0A90051-7B46-4401-B5EB-C678C37559BD}"/>
    <dgm:cxn modelId="{B6DF6376-15EA-49EE-97BC-3FEEB66FF01B}" srcId="{2BBB50B1-A80B-4564-8E5E-A49B5C8A16D7}" destId="{962F346E-CBC5-4C29-ACAF-1B5167CE6B71}" srcOrd="5" destOrd="0" parTransId="{28826E8F-0723-4FB2-8878-7F43011DA1F8}" sibTransId="{2DA25AFF-3519-43EA-8F47-915D3A5F9AFC}"/>
    <dgm:cxn modelId="{E3369CC2-B986-44F8-977F-F524B0ABD332}" srcId="{9FB62F99-EB37-4D4C-8C82-301D3645D833}" destId="{38E0BFFC-F714-4EF1-95F9-A6AFB52385A5}" srcOrd="2" destOrd="0" parTransId="{F4BA1A46-B347-449C-84A4-9A7A12269232}" sibTransId="{342ECA34-232C-4676-878E-75997069C271}"/>
    <dgm:cxn modelId="{5ABE58ED-746E-49CF-A0AF-54F6103B620A}" type="presOf" srcId="{105E2C2E-1C7C-4962-9BDD-8E59AA882A6B}" destId="{E51DC26B-33DE-48D7-B768-2C63D3FAB465}" srcOrd="0" destOrd="1" presId="urn:microsoft.com/office/officeart/2005/8/layout/hList1"/>
    <dgm:cxn modelId="{59BCC88C-B60E-427D-B9FE-B0B8140570F5}" srcId="{E103064F-BC31-4CB8-8DF6-3795B403AF2B}" destId="{80E450E4-B1A7-469A-9DF5-6C9117ABBB5A}" srcOrd="1" destOrd="0" parTransId="{7257CE6D-1B74-4565-B027-338C2FB99D92}" sibTransId="{1FF38A38-A37C-45E9-9418-C0014116C4AC}"/>
    <dgm:cxn modelId="{7E060EA6-4265-484C-87D8-5F2FCCEDC1F1}" srcId="{2663368E-937E-47B6-A581-92F85D3ED81F}" destId="{27E328E5-2D9A-4422-90C7-C80C4516938B}" srcOrd="2" destOrd="0" parTransId="{2E3C5139-B8AA-44A5-997C-F63F6360CFC9}" sibTransId="{939394C9-0B8E-4714-B3CC-2C3829B3C2AD}"/>
    <dgm:cxn modelId="{1D2D835A-B2E0-440E-ABB7-32324C5D6D27}" type="presOf" srcId="{8B4A840A-A159-4DD2-B23C-39E5451C5275}" destId="{E2327761-57EE-409B-9359-5C7B56E2D0AF}" srcOrd="0" destOrd="3" presId="urn:microsoft.com/office/officeart/2005/8/layout/hList1"/>
    <dgm:cxn modelId="{B2287BE1-237C-404E-97A8-58A4863AD08A}" srcId="{83EA5EDC-E70E-434A-BF9E-6CE32EDDD020}" destId="{B421C9A8-76EC-4F08-B795-1BE6BF665695}" srcOrd="0" destOrd="0" parTransId="{2220F66F-05F2-4896-BBBF-291B99BABF3C}" sibTransId="{F73EB201-A59D-4FA6-A8ED-FA096CB2D75A}"/>
    <dgm:cxn modelId="{DAB131E0-A123-46E2-9BEE-D1B52EE9B4A0}" type="presOf" srcId="{F690AF5B-67A5-4B47-962C-D6C3C29F9193}" destId="{99F70BF2-0163-44A4-A392-25080213BA2A}" srcOrd="0" destOrd="0" presId="urn:microsoft.com/office/officeart/2005/8/layout/hList1"/>
    <dgm:cxn modelId="{8249FB1A-350F-4BC8-87AA-3DA550ED825D}" type="presOf" srcId="{8DDF1FF4-E1BB-4DED-BC8D-63979C67518A}" destId="{5011F232-0DFE-4AFD-B0B8-DBBD59074EF4}" srcOrd="0" destOrd="0" presId="urn:microsoft.com/office/officeart/2005/8/layout/hList1"/>
    <dgm:cxn modelId="{5719AB7D-5ED0-41D2-8CED-74378E1F4BCF}" type="presOf" srcId="{486E2874-7FD3-4006-9660-F6CDED1B97D0}" destId="{E2327761-57EE-409B-9359-5C7B56E2D0AF}" srcOrd="0" destOrd="1" presId="urn:microsoft.com/office/officeart/2005/8/layout/hList1"/>
    <dgm:cxn modelId="{15A8DA45-CCBC-496E-B57C-9597DD1628F4}" srcId="{12A45E8E-BC1B-474C-A03D-B00D4198920E}" destId="{7DF7FB41-FB0D-47E4-9D85-305EBFC63DE7}" srcOrd="0" destOrd="0" parTransId="{0B7ECBB8-69F1-4F95-9021-F74A46867259}" sibTransId="{C2EFF7FE-3D7A-441B-96A7-EAB4356DB7A3}"/>
    <dgm:cxn modelId="{EB0E194A-5A41-45E0-9FB3-5E5B56E4E4B9}" type="presOf" srcId="{DF36DEEB-C8EC-494E-9B1A-90F6EE2DE3E5}" destId="{10FB5440-EF51-4CC4-A015-7101EAF8054D}" srcOrd="0" destOrd="1" presId="urn:microsoft.com/office/officeart/2005/8/layout/hList1"/>
    <dgm:cxn modelId="{EA0CEC3A-3A77-4A5D-A6C5-4EBAAD800A0A}" type="presOf" srcId="{07FFA01A-D396-4A91-AAB2-6A2366792AFD}" destId="{528605E7-D3F1-43BE-A056-CE26BF6690C3}" srcOrd="0" destOrd="0" presId="urn:microsoft.com/office/officeart/2005/8/layout/hList1"/>
    <dgm:cxn modelId="{92F95F65-F42D-41E0-A5FA-E46F16A45AC4}" type="presOf" srcId="{8264A680-FC08-4DB5-A6A8-81580D5A4A63}" destId="{2AB414F1-E4E8-4A11-9368-F3463A9CDF0D}" srcOrd="0" destOrd="3" presId="urn:microsoft.com/office/officeart/2005/8/layout/hList1"/>
    <dgm:cxn modelId="{346CF834-7D15-410B-B2FB-684391927070}" type="presOf" srcId="{80E450E4-B1A7-469A-9DF5-6C9117ABBB5A}" destId="{2AB414F1-E4E8-4A11-9368-F3463A9CDF0D}" srcOrd="0" destOrd="1" presId="urn:microsoft.com/office/officeart/2005/8/layout/hList1"/>
    <dgm:cxn modelId="{7A906906-CF5D-4E2A-B6D2-7195799383AD}" type="presOf" srcId="{83EA5EDC-E70E-434A-BF9E-6CE32EDDD020}" destId="{F9D36CA6-1D12-4A24-9462-7B01E8DF75AE}" srcOrd="0" destOrd="0" presId="urn:microsoft.com/office/officeart/2005/8/layout/hList1"/>
    <dgm:cxn modelId="{3D2E616B-BD7E-4B08-AD05-1D58C70E2ABD}" type="presOf" srcId="{7DF7FB41-FB0D-47E4-9D85-305EBFC63DE7}" destId="{65CA4DAB-D0B7-4177-AF7D-120739652839}" srcOrd="0" destOrd="0" presId="urn:microsoft.com/office/officeart/2005/8/layout/hList1"/>
    <dgm:cxn modelId="{2C106B86-1E37-450B-A77C-79B9A4796C00}" type="presOf" srcId="{F6874715-B6EB-40F0-BCF0-FB2738E53A54}" destId="{5011F232-0DFE-4AFD-B0B8-DBBD59074EF4}" srcOrd="0" destOrd="3" presId="urn:microsoft.com/office/officeart/2005/8/layout/hList1"/>
    <dgm:cxn modelId="{BC6538BC-0DB4-40A6-AF1F-1EB36B06E81B}" type="presOf" srcId="{94FEE1B7-9E8B-4114-97CF-A071E660E5EC}" destId="{5011F232-0DFE-4AFD-B0B8-DBBD59074EF4}" srcOrd="0" destOrd="1" presId="urn:microsoft.com/office/officeart/2005/8/layout/hList1"/>
    <dgm:cxn modelId="{BC71952F-7814-4635-87BD-D782161A60DB}" type="presOf" srcId="{12A45E8E-BC1B-474C-A03D-B00D4198920E}" destId="{4626527C-C4DD-4FB4-9C37-5C99F77BE253}" srcOrd="0" destOrd="0" presId="urn:microsoft.com/office/officeart/2005/8/layout/hList1"/>
    <dgm:cxn modelId="{3D283453-004B-4D3D-8742-14EAD591216B}" srcId="{F690AF5B-67A5-4B47-962C-D6C3C29F9193}" destId="{943EA014-2018-4D91-82BC-0A535976DED1}" srcOrd="5" destOrd="0" parTransId="{449E946C-F4AB-4B81-BB61-7226B867D1EC}" sibTransId="{0F898222-005B-4C07-9485-557CF82B4E38}"/>
    <dgm:cxn modelId="{9266290E-3299-4147-855D-2BAAF5CDE80D}" type="presOf" srcId="{962F346E-CBC5-4C29-ACAF-1B5167CE6B71}" destId="{10FB5440-EF51-4CC4-A015-7101EAF8054D}" srcOrd="0" destOrd="5" presId="urn:microsoft.com/office/officeart/2005/8/layout/hList1"/>
    <dgm:cxn modelId="{3AA2E80C-A848-4156-861F-86A9FC908457}" srcId="{2BBB50B1-A80B-4564-8E5E-A49B5C8A16D7}" destId="{FFA09E7A-B8B0-4B13-AE79-943BB8D4E0D7}" srcOrd="2" destOrd="0" parTransId="{357AC693-ACD2-4EF4-9975-6390FDCC4522}" sibTransId="{76C2195D-6111-4FAA-8CB2-77A6A42A146B}"/>
    <dgm:cxn modelId="{3124F9B4-D154-4D3B-BF7B-3E811DBA16E4}" type="presOf" srcId="{27E328E5-2D9A-4422-90C7-C80C4516938B}" destId="{5011F232-0DFE-4AFD-B0B8-DBBD59074EF4}" srcOrd="0" destOrd="2" presId="urn:microsoft.com/office/officeart/2005/8/layout/hList1"/>
    <dgm:cxn modelId="{A0047E71-2F06-4E71-BF81-01930DF43F3B}" srcId="{943EA014-2018-4D91-82BC-0A535976DED1}" destId="{07FFA01A-D396-4A91-AAB2-6A2366792AFD}" srcOrd="0" destOrd="0" parTransId="{B646C6FD-D840-481B-875A-9ACAA41AC7B1}" sibTransId="{050FB137-7A99-40F9-A931-46B6A0A269F3}"/>
    <dgm:cxn modelId="{956087F8-7FE0-4A61-B844-6A27A09CC387}" srcId="{F690AF5B-67A5-4B47-962C-D6C3C29F9193}" destId="{E103064F-BC31-4CB8-8DF6-3795B403AF2B}" srcOrd="2" destOrd="0" parTransId="{E60A97C1-BDBD-4541-AB11-2FB543D1540C}" sibTransId="{B9173990-B6BA-4C82-B3A4-8757361A7126}"/>
    <dgm:cxn modelId="{54EBD44B-0A31-4568-9231-7FFBE0A53A0F}" srcId="{83EA5EDC-E70E-434A-BF9E-6CE32EDDD020}" destId="{105E2C2E-1C7C-4962-9BDD-8E59AA882A6B}" srcOrd="1" destOrd="0" parTransId="{90E595F8-8C07-4DFE-89B2-24E6ABD8CC6E}" sibTransId="{C22D4B7F-4237-4A12-9A66-7883B0B0B5D5}"/>
    <dgm:cxn modelId="{E304C0BE-64DC-43EB-AE96-CD2AE721BD52}" type="presOf" srcId="{FFA09E7A-B8B0-4B13-AE79-943BB8D4E0D7}" destId="{10FB5440-EF51-4CC4-A015-7101EAF8054D}" srcOrd="0" destOrd="2" presId="urn:microsoft.com/office/officeart/2005/8/layout/hList1"/>
    <dgm:cxn modelId="{5B1F5546-35EF-4B20-8E60-0381793360D0}" srcId="{2663368E-937E-47B6-A581-92F85D3ED81F}" destId="{F6874715-B6EB-40F0-BCF0-FB2738E53A54}" srcOrd="3" destOrd="0" parTransId="{BF503355-673A-46A3-BEA4-8614F8ED4595}" sibTransId="{65C74711-7C20-4927-9F80-FFEF55446178}"/>
    <dgm:cxn modelId="{D2121143-81EA-4FF7-9340-B4023CCFE327}" srcId="{F690AF5B-67A5-4B47-962C-D6C3C29F9193}" destId="{83EA5EDC-E70E-434A-BF9E-6CE32EDDD020}" srcOrd="6" destOrd="0" parTransId="{C3B8E1AD-1444-4F5E-94A2-988F8F72B298}" sibTransId="{CB0DEE9A-5BAD-4FB8-A148-CD84EEC1E342}"/>
    <dgm:cxn modelId="{26F52FE6-74BF-4F2F-A550-47B7D81F748D}" type="presOf" srcId="{F851DD6E-4FEF-47DF-A3A8-6840C464C9A0}" destId="{10FB5440-EF51-4CC4-A015-7101EAF8054D}" srcOrd="0" destOrd="3" presId="urn:microsoft.com/office/officeart/2005/8/layout/hList1"/>
    <dgm:cxn modelId="{8143FA3B-5A3B-45D2-B75F-4E5BB91AA699}" type="presOf" srcId="{9FB62F99-EB37-4D4C-8C82-301D3645D833}" destId="{26CBDE9A-721F-4818-8963-6FE53524AC60}" srcOrd="0" destOrd="0" presId="urn:microsoft.com/office/officeart/2005/8/layout/hList1"/>
    <dgm:cxn modelId="{A4620A39-C493-4319-9CB4-3C30A365FCE3}" srcId="{E103064F-BC31-4CB8-8DF6-3795B403AF2B}" destId="{33680F51-623D-46F6-A45A-1BCCB632FF5A}" srcOrd="2" destOrd="0" parTransId="{F5D18250-C9BA-4E92-9259-755AECA24E93}" sibTransId="{CAD731DB-599E-426F-980B-B6A0416434E1}"/>
    <dgm:cxn modelId="{A4C8F8DB-DF02-40BF-80A1-866F7788564F}" srcId="{E103064F-BC31-4CB8-8DF6-3795B403AF2B}" destId="{8264A680-FC08-4DB5-A6A8-81580D5A4A63}" srcOrd="3" destOrd="0" parTransId="{78CF3072-A180-4FA1-BEC2-41191199C9B2}" sibTransId="{13ED90E0-8C98-4CF7-92BD-D801F6C5C78E}"/>
    <dgm:cxn modelId="{8B7CD7A5-B157-4C69-BDA0-022D775F51B1}" srcId="{9FB62F99-EB37-4D4C-8C82-301D3645D833}" destId="{FF26D43C-7B2A-4666-8CAA-D0A9573981D3}" srcOrd="0" destOrd="0" parTransId="{8385EBBE-3176-487D-AD02-D23AF72853AB}" sibTransId="{4A7CE742-985D-4D45-905D-EEC80ACCA46F}"/>
    <dgm:cxn modelId="{0C6E1549-8856-4AC2-9B5B-F56255D290AD}" srcId="{F690AF5B-67A5-4B47-962C-D6C3C29F9193}" destId="{12A45E8E-BC1B-474C-A03D-B00D4198920E}" srcOrd="4" destOrd="0" parTransId="{BBF63A90-AE4F-45EA-926F-654C7B514835}" sibTransId="{98D78F5B-4B72-4B3D-A4B5-97A526977062}"/>
    <dgm:cxn modelId="{0B543749-FE13-465B-A866-4E02FE9EB1A0}" type="presOf" srcId="{EB86B416-CF95-4201-827D-AA598C52B9D5}" destId="{E51DC26B-33DE-48D7-B768-2C63D3FAB465}" srcOrd="0" destOrd="2" presId="urn:microsoft.com/office/officeart/2005/8/layout/hList1"/>
    <dgm:cxn modelId="{3C412AA5-B7FA-417C-A3F4-D1573612BFCF}" type="presOf" srcId="{13513D22-6297-47DF-9880-B030D7B2E541}" destId="{2AB414F1-E4E8-4A11-9368-F3463A9CDF0D}" srcOrd="0" destOrd="0" presId="urn:microsoft.com/office/officeart/2005/8/layout/hList1"/>
    <dgm:cxn modelId="{D081BA4D-9C23-44BC-A534-0AB5737E665C}" type="presOf" srcId="{2663368E-937E-47B6-A581-92F85D3ED81F}" destId="{47E1AA21-8DC5-44FC-A4C7-524474DE89A4}" srcOrd="0" destOrd="0" presId="urn:microsoft.com/office/officeart/2005/8/layout/hList1"/>
    <dgm:cxn modelId="{FCE0CF17-FEF4-4D10-B321-063E796B63F8}" srcId="{E103064F-BC31-4CB8-8DF6-3795B403AF2B}" destId="{13513D22-6297-47DF-9880-B030D7B2E541}" srcOrd="0" destOrd="0" parTransId="{469B7285-9F5E-4B4A-931A-60FEB6FE3367}" sibTransId="{07F1E03E-8158-483E-A95B-4CDDC0AEB074}"/>
    <dgm:cxn modelId="{430B20C1-CC00-4C05-B1F6-F1E0F9883EBB}" srcId="{F690AF5B-67A5-4B47-962C-D6C3C29F9193}" destId="{9FB62F99-EB37-4D4C-8C82-301D3645D833}" srcOrd="3" destOrd="0" parTransId="{5887DFC7-0A8B-45FF-BEB5-BE5B64C86E16}" sibTransId="{C499C001-0DD2-4BC4-90E2-29F5C3E2ADAA}"/>
    <dgm:cxn modelId="{282E02FD-FED4-442B-9144-216B26E9E769}" type="presOf" srcId="{38E0BFFC-F714-4EF1-95F9-A6AFB52385A5}" destId="{E2327761-57EE-409B-9359-5C7B56E2D0AF}" srcOrd="0" destOrd="2" presId="urn:microsoft.com/office/officeart/2005/8/layout/hList1"/>
    <dgm:cxn modelId="{0DF16D0A-0CAF-40DD-82E9-C398F0F0A542}" type="presOf" srcId="{AEEA84FC-C432-40E7-8C83-BAC479C0A326}" destId="{E2327761-57EE-409B-9359-5C7B56E2D0AF}" srcOrd="0" destOrd="4" presId="urn:microsoft.com/office/officeart/2005/8/layout/hList1"/>
    <dgm:cxn modelId="{79DD58BE-25EA-46F0-8DAF-22ADE17DC639}" type="presOf" srcId="{FF26D43C-7B2A-4666-8CAA-D0A9573981D3}" destId="{E2327761-57EE-409B-9359-5C7B56E2D0AF}" srcOrd="0" destOrd="0" presId="urn:microsoft.com/office/officeart/2005/8/layout/hList1"/>
    <dgm:cxn modelId="{BFB986AD-E201-49B7-A221-263D32A6FA09}" type="presOf" srcId="{B421C9A8-76EC-4F08-B795-1BE6BF665695}" destId="{E51DC26B-33DE-48D7-B768-2C63D3FAB465}" srcOrd="0" destOrd="0" presId="urn:microsoft.com/office/officeart/2005/8/layout/hList1"/>
    <dgm:cxn modelId="{253DAFC2-234A-46F4-83B9-DF0102C20B37}" type="presOf" srcId="{E103064F-BC31-4CB8-8DF6-3795B403AF2B}" destId="{9DEB1828-7A4E-4F2E-B20F-4995C58D7225}" srcOrd="0" destOrd="0" presId="urn:microsoft.com/office/officeart/2005/8/layout/hList1"/>
    <dgm:cxn modelId="{86FACA8E-64F5-472E-A7D9-646FC2AF62AE}" srcId="{2BBB50B1-A80B-4564-8E5E-A49B5C8A16D7}" destId="{F5600F8E-4587-46ED-B6E5-4161B4700FE4}" srcOrd="0" destOrd="0" parTransId="{18D21C7F-089F-48FB-B40F-AE3D5E4994A8}" sibTransId="{5E122D69-B5E7-435E-AE1F-B3395CD770F2}"/>
    <dgm:cxn modelId="{37E0EB52-B5BD-412A-9418-89A5CF33E609}" srcId="{2663368E-937E-47B6-A581-92F85D3ED81F}" destId="{8DDF1FF4-E1BB-4DED-BC8D-63979C67518A}" srcOrd="0" destOrd="0" parTransId="{F3649FA3-9E67-4A10-ADF2-B5EDBC58DEF4}" sibTransId="{F2485857-0781-4AC6-9FA9-9D83406B1F4B}"/>
    <dgm:cxn modelId="{47009A22-8EEF-4E89-88C0-4185F3077B61}" srcId="{F690AF5B-67A5-4B47-962C-D6C3C29F9193}" destId="{2BBB50B1-A80B-4564-8E5E-A49B5C8A16D7}" srcOrd="0" destOrd="0" parTransId="{A9106D33-AFC9-4F83-90CE-1434DE28BBBF}" sibTransId="{21943852-A6D8-407A-837A-5F07181C8908}"/>
    <dgm:cxn modelId="{30529C8E-F866-413C-8CD5-77BD86CF8EBC}" srcId="{2BBB50B1-A80B-4564-8E5E-A49B5C8A16D7}" destId="{F851DD6E-4FEF-47DF-A3A8-6840C464C9A0}" srcOrd="3" destOrd="0" parTransId="{8DD3FDBE-B8DF-4C8E-955A-7686EB1BB450}" sibTransId="{42FF9373-0F8F-4CA7-BC3F-54F9F3C54973}"/>
    <dgm:cxn modelId="{CC096171-5854-4776-A0E9-419BE653C6BD}" srcId="{2BBB50B1-A80B-4564-8E5E-A49B5C8A16D7}" destId="{DF36DEEB-C8EC-494E-9B1A-90F6EE2DE3E5}" srcOrd="1" destOrd="0" parTransId="{943B942F-06F5-4900-BC14-55A1F0A68C26}" sibTransId="{5AC541B3-40C5-4878-8DF8-C73F2179BC85}"/>
    <dgm:cxn modelId="{F5F9BAA8-90B1-43EA-B2E5-A4719BF64F84}" srcId="{9FB62F99-EB37-4D4C-8C82-301D3645D833}" destId="{486E2874-7FD3-4006-9660-F6CDED1B97D0}" srcOrd="1" destOrd="0" parTransId="{D61C3BAC-C8BD-42C4-9CA9-B02BAA22D677}" sibTransId="{AB42E44E-C3B6-4E66-BD1F-B7F0386E32EF}"/>
    <dgm:cxn modelId="{F3AB37A0-E1E7-42B0-BD35-08266EE23B23}" srcId="{83EA5EDC-E70E-434A-BF9E-6CE32EDDD020}" destId="{EB86B416-CF95-4201-827D-AA598C52B9D5}" srcOrd="2" destOrd="0" parTransId="{9778CF3F-0F29-472F-A40D-ECFB440998E3}" sibTransId="{F99CEB93-BC0D-4A49-AE64-F484C6C6619A}"/>
    <dgm:cxn modelId="{200C10ED-6295-4488-BDC2-75DA0853B73B}" type="presOf" srcId="{33680F51-623D-46F6-A45A-1BCCB632FF5A}" destId="{2AB414F1-E4E8-4A11-9368-F3463A9CDF0D}" srcOrd="0" destOrd="2" presId="urn:microsoft.com/office/officeart/2005/8/layout/hList1"/>
    <dgm:cxn modelId="{335F7610-8D50-4BBE-9ABE-92D96435EAFA}" srcId="{2BBB50B1-A80B-4564-8E5E-A49B5C8A16D7}" destId="{0E70CEB2-8824-484C-B8CA-7593BACD309A}" srcOrd="4" destOrd="0" parTransId="{F75563C1-8FD5-4C41-931D-741D890DBFEE}" sibTransId="{8237E7AE-F85F-46D2-884F-3BF5D2525243}"/>
    <dgm:cxn modelId="{2D3D17CB-DC92-4CC7-BC60-7C5E0B248959}" type="presOf" srcId="{0E70CEB2-8824-484C-B8CA-7593BACD309A}" destId="{10FB5440-EF51-4CC4-A015-7101EAF8054D}" srcOrd="0" destOrd="4" presId="urn:microsoft.com/office/officeart/2005/8/layout/hList1"/>
    <dgm:cxn modelId="{D2A30BCE-16E4-4EB4-8B22-89207E251C63}" type="presOf" srcId="{2BBB50B1-A80B-4564-8E5E-A49B5C8A16D7}" destId="{4CA74406-FEF6-4BF5-8BBB-64428BCA72A7}" srcOrd="0" destOrd="0" presId="urn:microsoft.com/office/officeart/2005/8/layout/hList1"/>
    <dgm:cxn modelId="{C52381E9-5B38-481A-AECB-61CAC2A36309}" type="presParOf" srcId="{99F70BF2-0163-44A4-A392-25080213BA2A}" destId="{2EB5591B-9579-4D45-96E3-23B42D6B6A2D}" srcOrd="0" destOrd="0" presId="urn:microsoft.com/office/officeart/2005/8/layout/hList1"/>
    <dgm:cxn modelId="{85E20DF5-661B-425C-B341-9A1168103A93}" type="presParOf" srcId="{2EB5591B-9579-4D45-96E3-23B42D6B6A2D}" destId="{4CA74406-FEF6-4BF5-8BBB-64428BCA72A7}" srcOrd="0" destOrd="0" presId="urn:microsoft.com/office/officeart/2005/8/layout/hList1"/>
    <dgm:cxn modelId="{273DEE16-EE86-4A71-8649-FEBD87769540}" type="presParOf" srcId="{2EB5591B-9579-4D45-96E3-23B42D6B6A2D}" destId="{10FB5440-EF51-4CC4-A015-7101EAF8054D}" srcOrd="1" destOrd="0" presId="urn:microsoft.com/office/officeart/2005/8/layout/hList1"/>
    <dgm:cxn modelId="{94BBAB1B-D5CA-4829-8CB4-E6BE25408BC0}" type="presParOf" srcId="{99F70BF2-0163-44A4-A392-25080213BA2A}" destId="{C79C1FEA-B8A6-40AA-A8F5-5569D28E6292}" srcOrd="1" destOrd="0" presId="urn:microsoft.com/office/officeart/2005/8/layout/hList1"/>
    <dgm:cxn modelId="{6576A6B7-DFEA-4D51-9017-D87A9AC8207E}" type="presParOf" srcId="{99F70BF2-0163-44A4-A392-25080213BA2A}" destId="{95C03907-A4B3-4996-BF2B-91A151B8A7C8}" srcOrd="2" destOrd="0" presId="urn:microsoft.com/office/officeart/2005/8/layout/hList1"/>
    <dgm:cxn modelId="{8BF79685-B712-465F-BEF0-61F9C8682210}" type="presParOf" srcId="{95C03907-A4B3-4996-BF2B-91A151B8A7C8}" destId="{47E1AA21-8DC5-44FC-A4C7-524474DE89A4}" srcOrd="0" destOrd="0" presId="urn:microsoft.com/office/officeart/2005/8/layout/hList1"/>
    <dgm:cxn modelId="{CD7FFB20-E088-4559-9019-6EBF99509B3C}" type="presParOf" srcId="{95C03907-A4B3-4996-BF2B-91A151B8A7C8}" destId="{5011F232-0DFE-4AFD-B0B8-DBBD59074EF4}" srcOrd="1" destOrd="0" presId="urn:microsoft.com/office/officeart/2005/8/layout/hList1"/>
    <dgm:cxn modelId="{5A89DE65-CBCA-44BB-9261-F61986C64019}" type="presParOf" srcId="{99F70BF2-0163-44A4-A392-25080213BA2A}" destId="{7EED5D79-3A78-48C2-BB22-A6A7C23D9A05}" srcOrd="3" destOrd="0" presId="urn:microsoft.com/office/officeart/2005/8/layout/hList1"/>
    <dgm:cxn modelId="{7270A182-7067-49C2-8062-E7A63A6E0FF0}" type="presParOf" srcId="{99F70BF2-0163-44A4-A392-25080213BA2A}" destId="{0AAF9594-F252-49A5-A65D-396A6A7639C3}" srcOrd="4" destOrd="0" presId="urn:microsoft.com/office/officeart/2005/8/layout/hList1"/>
    <dgm:cxn modelId="{3608F790-78C5-425E-A01A-7459814DF744}" type="presParOf" srcId="{0AAF9594-F252-49A5-A65D-396A6A7639C3}" destId="{9DEB1828-7A4E-4F2E-B20F-4995C58D7225}" srcOrd="0" destOrd="0" presId="urn:microsoft.com/office/officeart/2005/8/layout/hList1"/>
    <dgm:cxn modelId="{705314DF-7919-43AC-A7C1-36F2D21138F0}" type="presParOf" srcId="{0AAF9594-F252-49A5-A65D-396A6A7639C3}" destId="{2AB414F1-E4E8-4A11-9368-F3463A9CDF0D}" srcOrd="1" destOrd="0" presId="urn:microsoft.com/office/officeart/2005/8/layout/hList1"/>
    <dgm:cxn modelId="{980D75E8-9EF5-4AD4-A3CB-D2FB1624F12C}" type="presParOf" srcId="{99F70BF2-0163-44A4-A392-25080213BA2A}" destId="{7C309D88-B0A9-4A06-A3B2-6F88FEC8233D}" srcOrd="5" destOrd="0" presId="urn:microsoft.com/office/officeart/2005/8/layout/hList1"/>
    <dgm:cxn modelId="{406A83BC-3016-4305-9B5E-419464E7AA42}" type="presParOf" srcId="{99F70BF2-0163-44A4-A392-25080213BA2A}" destId="{21BEBA65-D804-4284-88F9-0FB90989B842}" srcOrd="6" destOrd="0" presId="urn:microsoft.com/office/officeart/2005/8/layout/hList1"/>
    <dgm:cxn modelId="{330B0A0F-406B-4C7A-B49B-69E7EDCE4836}" type="presParOf" srcId="{21BEBA65-D804-4284-88F9-0FB90989B842}" destId="{26CBDE9A-721F-4818-8963-6FE53524AC60}" srcOrd="0" destOrd="0" presId="urn:microsoft.com/office/officeart/2005/8/layout/hList1"/>
    <dgm:cxn modelId="{C23EDF84-ED3D-46BB-9400-0A058A2A3030}" type="presParOf" srcId="{21BEBA65-D804-4284-88F9-0FB90989B842}" destId="{E2327761-57EE-409B-9359-5C7B56E2D0AF}" srcOrd="1" destOrd="0" presId="urn:microsoft.com/office/officeart/2005/8/layout/hList1"/>
    <dgm:cxn modelId="{3DB6CE08-6C07-4DB9-AB64-6C207DD418B0}" type="presParOf" srcId="{99F70BF2-0163-44A4-A392-25080213BA2A}" destId="{7A99044C-0506-4892-9172-B097550ED955}" srcOrd="7" destOrd="0" presId="urn:microsoft.com/office/officeart/2005/8/layout/hList1"/>
    <dgm:cxn modelId="{3FE33168-B354-4132-A694-3A2FBA9E7EFA}" type="presParOf" srcId="{99F70BF2-0163-44A4-A392-25080213BA2A}" destId="{6C02D0FA-5025-4AF0-B206-2C77C63EB9E8}" srcOrd="8" destOrd="0" presId="urn:microsoft.com/office/officeart/2005/8/layout/hList1"/>
    <dgm:cxn modelId="{FDECA593-1356-4399-A398-FAAEEAE7FE20}" type="presParOf" srcId="{6C02D0FA-5025-4AF0-B206-2C77C63EB9E8}" destId="{4626527C-C4DD-4FB4-9C37-5C99F77BE253}" srcOrd="0" destOrd="0" presId="urn:microsoft.com/office/officeart/2005/8/layout/hList1"/>
    <dgm:cxn modelId="{1916CBB1-8DF6-40B8-BFB3-514D42B0CF6D}" type="presParOf" srcId="{6C02D0FA-5025-4AF0-B206-2C77C63EB9E8}" destId="{65CA4DAB-D0B7-4177-AF7D-120739652839}" srcOrd="1" destOrd="0" presId="urn:microsoft.com/office/officeart/2005/8/layout/hList1"/>
    <dgm:cxn modelId="{1BF43CAF-035A-462A-BFD6-C806589BE94A}" type="presParOf" srcId="{99F70BF2-0163-44A4-A392-25080213BA2A}" destId="{55DB085C-07D4-4689-A528-25E230F9B1C4}" srcOrd="9" destOrd="0" presId="urn:microsoft.com/office/officeart/2005/8/layout/hList1"/>
    <dgm:cxn modelId="{CC50BCE0-B4BA-4094-833A-B5552B6CA1CF}" type="presParOf" srcId="{99F70BF2-0163-44A4-A392-25080213BA2A}" destId="{7BF3293E-2D80-4635-AB0B-9826CE9CFF24}" srcOrd="10" destOrd="0" presId="urn:microsoft.com/office/officeart/2005/8/layout/hList1"/>
    <dgm:cxn modelId="{E1288A4A-811B-4B7B-A827-ECA196A4D653}" type="presParOf" srcId="{7BF3293E-2D80-4635-AB0B-9826CE9CFF24}" destId="{62FD8C7D-C819-4635-8C77-EE6FD462168A}" srcOrd="0" destOrd="0" presId="urn:microsoft.com/office/officeart/2005/8/layout/hList1"/>
    <dgm:cxn modelId="{CBC449E7-AFF6-444E-A6EF-D8C6D92B2ECD}" type="presParOf" srcId="{7BF3293E-2D80-4635-AB0B-9826CE9CFF24}" destId="{528605E7-D3F1-43BE-A056-CE26BF6690C3}" srcOrd="1" destOrd="0" presId="urn:microsoft.com/office/officeart/2005/8/layout/hList1"/>
    <dgm:cxn modelId="{1C27920E-F45B-4049-B6E9-98F23D05D7AF}" type="presParOf" srcId="{99F70BF2-0163-44A4-A392-25080213BA2A}" destId="{FC3BCE2F-3608-45A4-B3EE-E0B95B593F3B}" srcOrd="11" destOrd="0" presId="urn:microsoft.com/office/officeart/2005/8/layout/hList1"/>
    <dgm:cxn modelId="{BE651E67-27D3-4ECB-B249-662E57B22436}" type="presParOf" srcId="{99F70BF2-0163-44A4-A392-25080213BA2A}" destId="{57A2C337-ADAE-4EEB-A6BC-794104B84E4C}" srcOrd="12" destOrd="0" presId="urn:microsoft.com/office/officeart/2005/8/layout/hList1"/>
    <dgm:cxn modelId="{30FB3182-65A2-429A-8531-8CEEF42B3F84}" type="presParOf" srcId="{57A2C337-ADAE-4EEB-A6BC-794104B84E4C}" destId="{F9D36CA6-1D12-4A24-9462-7B01E8DF75AE}" srcOrd="0" destOrd="0" presId="urn:microsoft.com/office/officeart/2005/8/layout/hList1"/>
    <dgm:cxn modelId="{9CDDF4E5-6370-4629-91C3-4504BC435B50}" type="presParOf" srcId="{57A2C337-ADAE-4EEB-A6BC-794104B84E4C}" destId="{E51DC26B-33DE-48D7-B768-2C63D3FAB4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1B2B1A-A89A-442C-BF87-021703977F27}" type="doc">
      <dgm:prSet loTypeId="urn:microsoft.com/office/officeart/2005/8/layout/hierarchy4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fr-FR"/>
        </a:p>
      </dgm:t>
    </dgm:pt>
    <dgm:pt modelId="{50159311-922F-4479-9E1D-401FC0FC4505}">
      <dgm:prSet phldrT="[Text]" custT="1"/>
      <dgm:spPr/>
      <dgm:t>
        <a:bodyPr/>
        <a:lstStyle/>
        <a:p>
          <a:r>
            <a:rPr lang="fr-FR" sz="1600" dirty="0" smtClean="0">
              <a:latin typeface="Montserrat" panose="020B0604020202020204" charset="0"/>
            </a:rPr>
            <a:t>ERP + Web</a:t>
          </a:r>
          <a:endParaRPr lang="fr-FR" sz="1600" dirty="0">
            <a:latin typeface="Montserrat" panose="020B0604020202020204" charset="0"/>
          </a:endParaRPr>
        </a:p>
      </dgm:t>
    </dgm:pt>
    <dgm:pt modelId="{A670A8EC-3BC0-4A32-95E3-8C82A0035940}" type="parTrans" cxnId="{7355FA35-9E85-4B83-8B0A-206CE69F073F}">
      <dgm:prSet/>
      <dgm:spPr/>
      <dgm:t>
        <a:bodyPr/>
        <a:lstStyle/>
        <a:p>
          <a:endParaRPr lang="fr-FR">
            <a:latin typeface="Montserrat" panose="020B0604020202020204" charset="0"/>
          </a:endParaRPr>
        </a:p>
      </dgm:t>
    </dgm:pt>
    <dgm:pt modelId="{418A215C-8467-4F2F-846A-7475215B5C04}" type="sibTrans" cxnId="{7355FA35-9E85-4B83-8B0A-206CE69F073F}">
      <dgm:prSet/>
      <dgm:spPr/>
      <dgm:t>
        <a:bodyPr/>
        <a:lstStyle/>
        <a:p>
          <a:endParaRPr lang="fr-FR">
            <a:latin typeface="Montserrat" panose="020B0604020202020204" charset="0"/>
          </a:endParaRPr>
        </a:p>
      </dgm:t>
    </dgm:pt>
    <dgm:pt modelId="{FE65674C-D231-4D6E-9F41-2386D9CE2618}">
      <dgm:prSet phldrT="[Text]" custT="1"/>
      <dgm:spPr/>
      <dgm:t>
        <a:bodyPr/>
        <a:lstStyle/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product</a:t>
          </a:r>
          <a:r>
            <a:rPr lang="fr-FR" sz="1200" dirty="0" err="1" smtClean="0">
              <a:latin typeface="+mn-lt"/>
            </a:rPr>
            <a:t>_</a:t>
          </a:r>
          <a:r>
            <a:rPr lang="fr-FR" sz="1200" dirty="0" err="1" smtClean="0">
              <a:latin typeface="Montserrat" panose="020B0604020202020204" charset="0"/>
            </a:rPr>
            <a:t>id</a:t>
          </a:r>
          <a:endParaRPr lang="fr-FR" sz="1200" dirty="0" smtClean="0">
            <a:latin typeface="Montserrat" panose="020B0604020202020204" charset="0"/>
          </a:endParaRPr>
        </a:p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price</a:t>
          </a:r>
          <a:endParaRPr lang="fr-FR" sz="1200" dirty="0" smtClean="0">
            <a:latin typeface="Montserrat" panose="020B0604020202020204" charset="0"/>
          </a:endParaRPr>
        </a:p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stock</a:t>
          </a:r>
          <a:r>
            <a:rPr lang="fr-FR" sz="1200" dirty="0" err="1" smtClean="0">
              <a:latin typeface="+mn-lt"/>
            </a:rPr>
            <a:t>_</a:t>
          </a:r>
          <a:r>
            <a:rPr lang="fr-FR" sz="1200" dirty="0" err="1" smtClean="0">
              <a:latin typeface="Montserrat" panose="020B0604020202020204" charset="0"/>
            </a:rPr>
            <a:t>quantity</a:t>
          </a:r>
          <a:endParaRPr lang="fr-FR" sz="1200" dirty="0" smtClean="0">
            <a:latin typeface="Montserrat" panose="020B0604020202020204" charset="0"/>
          </a:endParaRPr>
        </a:p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purchase</a:t>
          </a:r>
          <a:r>
            <a:rPr lang="fr-FR" sz="1200" dirty="0" err="1" smtClean="0">
              <a:latin typeface="+mn-lt"/>
            </a:rPr>
            <a:t>_</a:t>
          </a:r>
          <a:r>
            <a:rPr lang="fr-FR" sz="1200" dirty="0" err="1" smtClean="0">
              <a:latin typeface="Montserrat" panose="020B0604020202020204" charset="0"/>
            </a:rPr>
            <a:t>price</a:t>
          </a:r>
          <a:endParaRPr lang="fr-FR" sz="1200" dirty="0">
            <a:latin typeface="Montserrat" panose="020B0604020202020204" charset="0"/>
          </a:endParaRPr>
        </a:p>
      </dgm:t>
    </dgm:pt>
    <dgm:pt modelId="{528E9D2A-8EF5-4CC1-B38C-91288A42CA59}" type="parTrans" cxnId="{7D6F25A5-F1AA-419E-9BE6-138C42198EA4}">
      <dgm:prSet/>
      <dgm:spPr/>
      <dgm:t>
        <a:bodyPr/>
        <a:lstStyle/>
        <a:p>
          <a:endParaRPr lang="fr-FR">
            <a:latin typeface="Montserrat" panose="020B0604020202020204" charset="0"/>
          </a:endParaRPr>
        </a:p>
      </dgm:t>
    </dgm:pt>
    <dgm:pt modelId="{8FC1C87B-99DD-4EC6-88B8-D8B8049E9E1D}" type="sibTrans" cxnId="{7D6F25A5-F1AA-419E-9BE6-138C42198EA4}">
      <dgm:prSet/>
      <dgm:spPr/>
      <dgm:t>
        <a:bodyPr/>
        <a:lstStyle/>
        <a:p>
          <a:endParaRPr lang="fr-FR">
            <a:latin typeface="Montserrat" panose="020B0604020202020204" charset="0"/>
          </a:endParaRPr>
        </a:p>
      </dgm:t>
    </dgm:pt>
    <dgm:pt modelId="{540D31DE-AC8C-4EAE-A390-365C3A5D0BE2}">
      <dgm:prSet phldrT="[Text]" custT="1"/>
      <dgm:spPr/>
      <dgm:t>
        <a:bodyPr/>
        <a:lstStyle/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onsale</a:t>
          </a:r>
          <a:r>
            <a:rPr lang="fr-FR" sz="1200" dirty="0" err="1" smtClean="0">
              <a:latin typeface="+mn-lt"/>
            </a:rPr>
            <a:t>_</a:t>
          </a:r>
          <a:r>
            <a:rPr lang="fr-FR" sz="1200" dirty="0" err="1" smtClean="0">
              <a:latin typeface="Montserrat" panose="020B0604020202020204" charset="0"/>
            </a:rPr>
            <a:t>web</a:t>
          </a:r>
          <a:endParaRPr lang="fr-FR" sz="1200" dirty="0" smtClean="0">
            <a:latin typeface="Montserrat" panose="020B0604020202020204" charset="0"/>
          </a:endParaRPr>
        </a:p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stock</a:t>
          </a:r>
          <a:r>
            <a:rPr lang="fr-FR" sz="1200" dirty="0" err="1" smtClean="0">
              <a:latin typeface="+mn-lt"/>
            </a:rPr>
            <a:t>_</a:t>
          </a:r>
          <a:r>
            <a:rPr lang="fr-FR" sz="1200" dirty="0" err="1" smtClean="0">
              <a:latin typeface="Montserrat" panose="020B0604020202020204" charset="0"/>
            </a:rPr>
            <a:t>status</a:t>
          </a:r>
          <a:endParaRPr lang="fr-FR" sz="1200" dirty="0">
            <a:latin typeface="Montserrat" panose="020B0604020202020204" charset="0"/>
          </a:endParaRPr>
        </a:p>
      </dgm:t>
    </dgm:pt>
    <dgm:pt modelId="{F4CD48EB-CC78-4F64-A0E2-C64D7C70C384}" type="parTrans" cxnId="{70CD1337-D0C6-41A8-9080-14580D0A5A3A}">
      <dgm:prSet/>
      <dgm:spPr/>
      <dgm:t>
        <a:bodyPr/>
        <a:lstStyle/>
        <a:p>
          <a:endParaRPr lang="fr-FR">
            <a:latin typeface="Montserrat" panose="020B0604020202020204" charset="0"/>
          </a:endParaRPr>
        </a:p>
      </dgm:t>
    </dgm:pt>
    <dgm:pt modelId="{35C7666D-FC78-4521-9CD5-3AFC19B13779}" type="sibTrans" cxnId="{70CD1337-D0C6-41A8-9080-14580D0A5A3A}">
      <dgm:prSet/>
      <dgm:spPr/>
      <dgm:t>
        <a:bodyPr/>
        <a:lstStyle/>
        <a:p>
          <a:endParaRPr lang="fr-FR">
            <a:latin typeface="Montserrat" panose="020B0604020202020204" charset="0"/>
          </a:endParaRPr>
        </a:p>
      </dgm:t>
    </dgm:pt>
    <dgm:pt modelId="{B23BCB21-BF78-4380-BF81-1B0CFE938F43}">
      <dgm:prSet phldrT="[Text]" custT="1"/>
      <dgm:spPr/>
      <dgm:t>
        <a:bodyPr/>
        <a:lstStyle/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sku</a:t>
          </a:r>
          <a:endParaRPr lang="fr-FR" sz="1200" dirty="0" smtClean="0">
            <a:latin typeface="Montserrat" panose="020B0604020202020204" charset="0"/>
          </a:endParaRPr>
        </a:p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total</a:t>
          </a:r>
          <a:r>
            <a:rPr lang="fr-FR" sz="1200" dirty="0" err="1" smtClean="0">
              <a:latin typeface="+mn-lt"/>
            </a:rPr>
            <a:t>_</a:t>
          </a:r>
          <a:r>
            <a:rPr lang="fr-FR" sz="1200" dirty="0" err="1" smtClean="0">
              <a:latin typeface="Montserrat" panose="020B0604020202020204" charset="0"/>
            </a:rPr>
            <a:t>sales</a:t>
          </a:r>
          <a:endParaRPr lang="fr-FR" sz="1200" dirty="0" smtClean="0">
            <a:latin typeface="Montserrat" panose="020B0604020202020204" charset="0"/>
          </a:endParaRPr>
        </a:p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product</a:t>
          </a:r>
          <a:r>
            <a:rPr lang="fr-FR" sz="1200" dirty="0" err="1" smtClean="0">
              <a:latin typeface="+mn-lt"/>
            </a:rPr>
            <a:t>_</a:t>
          </a:r>
          <a:r>
            <a:rPr lang="fr-FR" sz="1200" dirty="0" err="1" smtClean="0">
              <a:latin typeface="Montserrat" panose="020B0604020202020204" charset="0"/>
            </a:rPr>
            <a:t>type</a:t>
          </a:r>
          <a:endParaRPr lang="fr-FR" sz="1200" dirty="0" smtClean="0">
            <a:latin typeface="Montserrat" panose="020B0604020202020204" charset="0"/>
          </a:endParaRPr>
        </a:p>
        <a:p>
          <a:pPr algn="l"/>
          <a:r>
            <a:rPr lang="fr-FR" sz="1200" dirty="0" smtClean="0">
              <a:latin typeface="Montserrat" panose="020B0604020202020204" charset="0"/>
            </a:rPr>
            <a:t>- </a:t>
          </a:r>
          <a:r>
            <a:rPr lang="fr-FR" sz="1200" dirty="0" err="1" smtClean="0">
              <a:latin typeface="Montserrat" panose="020B0604020202020204" charset="0"/>
            </a:rPr>
            <a:t>post</a:t>
          </a:r>
          <a:r>
            <a:rPr lang="fr-FR" sz="1200" dirty="0" err="1" smtClean="0">
              <a:latin typeface="+mn-lt"/>
            </a:rPr>
            <a:t>_</a:t>
          </a:r>
          <a:r>
            <a:rPr lang="fr-FR" sz="1200" dirty="0" err="1" smtClean="0">
              <a:latin typeface="Montserrat" panose="020B0604020202020204" charset="0"/>
            </a:rPr>
            <a:t>name</a:t>
          </a:r>
          <a:endParaRPr lang="fr-FR" sz="1200" dirty="0">
            <a:latin typeface="Montserrat" panose="020B0604020202020204" charset="0"/>
          </a:endParaRPr>
        </a:p>
      </dgm:t>
    </dgm:pt>
    <dgm:pt modelId="{9B9A747E-63A1-412A-B41D-5AE74EC40966}" type="parTrans" cxnId="{CBF4742F-33D6-420F-8905-419BF9705AF3}">
      <dgm:prSet/>
      <dgm:spPr/>
      <dgm:t>
        <a:bodyPr/>
        <a:lstStyle/>
        <a:p>
          <a:endParaRPr lang="fr-FR">
            <a:latin typeface="Montserrat" panose="020B0604020202020204" charset="0"/>
          </a:endParaRPr>
        </a:p>
      </dgm:t>
    </dgm:pt>
    <dgm:pt modelId="{91C0318A-DC24-4921-8266-9CD0C674F3EF}" type="sibTrans" cxnId="{CBF4742F-33D6-420F-8905-419BF9705AF3}">
      <dgm:prSet/>
      <dgm:spPr/>
      <dgm:t>
        <a:bodyPr/>
        <a:lstStyle/>
        <a:p>
          <a:endParaRPr lang="fr-FR">
            <a:latin typeface="Montserrat" panose="020B0604020202020204" charset="0"/>
          </a:endParaRPr>
        </a:p>
      </dgm:t>
    </dgm:pt>
    <dgm:pt modelId="{F5DA2071-3837-43FE-9206-4E948DE98D29}" type="pres">
      <dgm:prSet presAssocID="{0D1B2B1A-A89A-442C-BF87-021703977F27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0D3292ED-26E7-470B-AC26-365DAC531487}" type="pres">
      <dgm:prSet presAssocID="{50159311-922F-4479-9E1D-401FC0FC4505}" presName="vertOne" presStyleCnt="0"/>
      <dgm:spPr/>
      <dgm:t>
        <a:bodyPr/>
        <a:lstStyle/>
        <a:p>
          <a:endParaRPr lang="fr-FR"/>
        </a:p>
      </dgm:t>
    </dgm:pt>
    <dgm:pt modelId="{BC977419-14F1-49B3-B2EA-291DA0C311F2}" type="pres">
      <dgm:prSet presAssocID="{50159311-922F-4479-9E1D-401FC0FC4505}" presName="txOne" presStyleLbl="node0" presStyleIdx="0" presStyleCnt="1" custScaleY="72368" custLinFactNeighborY="5286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C203C6A8-E3D3-440D-9964-EBDC7C61B15C}" type="pres">
      <dgm:prSet presAssocID="{50159311-922F-4479-9E1D-401FC0FC4505}" presName="parTransOne" presStyleCnt="0"/>
      <dgm:spPr/>
      <dgm:t>
        <a:bodyPr/>
        <a:lstStyle/>
        <a:p>
          <a:endParaRPr lang="fr-FR"/>
        </a:p>
      </dgm:t>
    </dgm:pt>
    <dgm:pt modelId="{EE3D2135-DD2B-4CF6-909C-3D4AB621ADD4}" type="pres">
      <dgm:prSet presAssocID="{50159311-922F-4479-9E1D-401FC0FC4505}" presName="horzOne" presStyleCnt="0"/>
      <dgm:spPr/>
      <dgm:t>
        <a:bodyPr/>
        <a:lstStyle/>
        <a:p>
          <a:endParaRPr lang="fr-FR"/>
        </a:p>
      </dgm:t>
    </dgm:pt>
    <dgm:pt modelId="{66BB7772-5B30-4619-9761-D6F685A2C5C7}" type="pres">
      <dgm:prSet presAssocID="{FE65674C-D231-4D6E-9F41-2386D9CE2618}" presName="vertTwo" presStyleCnt="0"/>
      <dgm:spPr/>
      <dgm:t>
        <a:bodyPr/>
        <a:lstStyle/>
        <a:p>
          <a:endParaRPr lang="fr-FR"/>
        </a:p>
      </dgm:t>
    </dgm:pt>
    <dgm:pt modelId="{CE985F5A-A65D-4175-BC22-D58165C45258}" type="pres">
      <dgm:prSet presAssocID="{FE65674C-D231-4D6E-9F41-2386D9CE2618}" presName="txTwo" presStyleLbl="node2" presStyleIdx="0" presStyleCnt="3" custScaleY="20896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BA738BC-09F3-4BD3-A7EF-7DC22C997A4F}" type="pres">
      <dgm:prSet presAssocID="{FE65674C-D231-4D6E-9F41-2386D9CE2618}" presName="horzTwo" presStyleCnt="0"/>
      <dgm:spPr/>
      <dgm:t>
        <a:bodyPr/>
        <a:lstStyle/>
        <a:p>
          <a:endParaRPr lang="fr-FR"/>
        </a:p>
      </dgm:t>
    </dgm:pt>
    <dgm:pt modelId="{74C04E21-1CD6-4EA5-B410-8D674ECF4510}" type="pres">
      <dgm:prSet presAssocID="{8FC1C87B-99DD-4EC6-88B8-D8B8049E9E1D}" presName="sibSpaceTwo" presStyleCnt="0"/>
      <dgm:spPr/>
      <dgm:t>
        <a:bodyPr/>
        <a:lstStyle/>
        <a:p>
          <a:endParaRPr lang="fr-FR"/>
        </a:p>
      </dgm:t>
    </dgm:pt>
    <dgm:pt modelId="{1D342488-1524-46AD-8DAA-2397B9375378}" type="pres">
      <dgm:prSet presAssocID="{B23BCB21-BF78-4380-BF81-1B0CFE938F43}" presName="vertTwo" presStyleCnt="0"/>
      <dgm:spPr/>
      <dgm:t>
        <a:bodyPr/>
        <a:lstStyle/>
        <a:p>
          <a:endParaRPr lang="fr-FR"/>
        </a:p>
      </dgm:t>
    </dgm:pt>
    <dgm:pt modelId="{967C7883-1DD2-43B1-8B3A-B543DD6222C6}" type="pres">
      <dgm:prSet presAssocID="{B23BCB21-BF78-4380-BF81-1B0CFE938F43}" presName="txTwo" presStyleLbl="node2" presStyleIdx="1" presStyleCnt="3" custScaleY="20896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710FF3E2-6894-4BF2-81E5-ED5F9E14EDBA}" type="pres">
      <dgm:prSet presAssocID="{B23BCB21-BF78-4380-BF81-1B0CFE938F43}" presName="horzTwo" presStyleCnt="0"/>
      <dgm:spPr/>
      <dgm:t>
        <a:bodyPr/>
        <a:lstStyle/>
        <a:p>
          <a:endParaRPr lang="fr-FR"/>
        </a:p>
      </dgm:t>
    </dgm:pt>
    <dgm:pt modelId="{74050BE1-7B9A-4F97-B78D-BD57C081BDF9}" type="pres">
      <dgm:prSet presAssocID="{91C0318A-DC24-4921-8266-9CD0C674F3EF}" presName="sibSpaceTwo" presStyleCnt="0"/>
      <dgm:spPr/>
      <dgm:t>
        <a:bodyPr/>
        <a:lstStyle/>
        <a:p>
          <a:endParaRPr lang="fr-FR"/>
        </a:p>
      </dgm:t>
    </dgm:pt>
    <dgm:pt modelId="{2D6E44E4-2FFD-4E00-A8AE-B327FA4302CC}" type="pres">
      <dgm:prSet presAssocID="{540D31DE-AC8C-4EAE-A390-365C3A5D0BE2}" presName="vertTwo" presStyleCnt="0"/>
      <dgm:spPr/>
      <dgm:t>
        <a:bodyPr/>
        <a:lstStyle/>
        <a:p>
          <a:endParaRPr lang="fr-FR"/>
        </a:p>
      </dgm:t>
    </dgm:pt>
    <dgm:pt modelId="{83051E81-6BF2-4107-A6F3-C72640A58946}" type="pres">
      <dgm:prSet presAssocID="{540D31DE-AC8C-4EAE-A390-365C3A5D0BE2}" presName="txTwo" presStyleLbl="node2" presStyleIdx="2" presStyleCnt="3" custScaleY="20896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719560D-741D-476A-B4E5-37E5D94FA664}" type="pres">
      <dgm:prSet presAssocID="{540D31DE-AC8C-4EAE-A390-365C3A5D0BE2}" presName="horzTwo" presStyleCnt="0"/>
      <dgm:spPr/>
      <dgm:t>
        <a:bodyPr/>
        <a:lstStyle/>
        <a:p>
          <a:endParaRPr lang="fr-FR"/>
        </a:p>
      </dgm:t>
    </dgm:pt>
  </dgm:ptLst>
  <dgm:cxnLst>
    <dgm:cxn modelId="{A40198C2-8714-4366-A690-6A0FB798CEA5}" type="presOf" srcId="{0D1B2B1A-A89A-442C-BF87-021703977F27}" destId="{F5DA2071-3837-43FE-9206-4E948DE98D29}" srcOrd="0" destOrd="0" presId="urn:microsoft.com/office/officeart/2005/8/layout/hierarchy4"/>
    <dgm:cxn modelId="{7355FA35-9E85-4B83-8B0A-206CE69F073F}" srcId="{0D1B2B1A-A89A-442C-BF87-021703977F27}" destId="{50159311-922F-4479-9E1D-401FC0FC4505}" srcOrd="0" destOrd="0" parTransId="{A670A8EC-3BC0-4A32-95E3-8C82A0035940}" sibTransId="{418A215C-8467-4F2F-846A-7475215B5C04}"/>
    <dgm:cxn modelId="{7D6F25A5-F1AA-419E-9BE6-138C42198EA4}" srcId="{50159311-922F-4479-9E1D-401FC0FC4505}" destId="{FE65674C-D231-4D6E-9F41-2386D9CE2618}" srcOrd="0" destOrd="0" parTransId="{528E9D2A-8EF5-4CC1-B38C-91288A42CA59}" sibTransId="{8FC1C87B-99DD-4EC6-88B8-D8B8049E9E1D}"/>
    <dgm:cxn modelId="{70CD1337-D0C6-41A8-9080-14580D0A5A3A}" srcId="{50159311-922F-4479-9E1D-401FC0FC4505}" destId="{540D31DE-AC8C-4EAE-A390-365C3A5D0BE2}" srcOrd="2" destOrd="0" parTransId="{F4CD48EB-CC78-4F64-A0E2-C64D7C70C384}" sibTransId="{35C7666D-FC78-4521-9CD5-3AFC19B13779}"/>
    <dgm:cxn modelId="{CBF4742F-33D6-420F-8905-419BF9705AF3}" srcId="{50159311-922F-4479-9E1D-401FC0FC4505}" destId="{B23BCB21-BF78-4380-BF81-1B0CFE938F43}" srcOrd="1" destOrd="0" parTransId="{9B9A747E-63A1-412A-B41D-5AE74EC40966}" sibTransId="{91C0318A-DC24-4921-8266-9CD0C674F3EF}"/>
    <dgm:cxn modelId="{C9011ADE-35A4-45CD-BFC1-517043953594}" type="presOf" srcId="{FE65674C-D231-4D6E-9F41-2386D9CE2618}" destId="{CE985F5A-A65D-4175-BC22-D58165C45258}" srcOrd="0" destOrd="0" presId="urn:microsoft.com/office/officeart/2005/8/layout/hierarchy4"/>
    <dgm:cxn modelId="{0C774961-6279-46C0-A922-29EBC6FDDD7B}" type="presOf" srcId="{50159311-922F-4479-9E1D-401FC0FC4505}" destId="{BC977419-14F1-49B3-B2EA-291DA0C311F2}" srcOrd="0" destOrd="0" presId="urn:microsoft.com/office/officeart/2005/8/layout/hierarchy4"/>
    <dgm:cxn modelId="{3AB772A2-AB07-43E8-9747-776E615C3684}" type="presOf" srcId="{540D31DE-AC8C-4EAE-A390-365C3A5D0BE2}" destId="{83051E81-6BF2-4107-A6F3-C72640A58946}" srcOrd="0" destOrd="0" presId="urn:microsoft.com/office/officeart/2005/8/layout/hierarchy4"/>
    <dgm:cxn modelId="{AEF17F1D-8AD7-4BCD-B56B-B4D96DA6E1BD}" type="presOf" srcId="{B23BCB21-BF78-4380-BF81-1B0CFE938F43}" destId="{967C7883-1DD2-43B1-8B3A-B543DD6222C6}" srcOrd="0" destOrd="0" presId="urn:microsoft.com/office/officeart/2005/8/layout/hierarchy4"/>
    <dgm:cxn modelId="{B12A9AC8-DA99-412C-A945-8F3F6B724FE3}" type="presParOf" srcId="{F5DA2071-3837-43FE-9206-4E948DE98D29}" destId="{0D3292ED-26E7-470B-AC26-365DAC531487}" srcOrd="0" destOrd="0" presId="urn:microsoft.com/office/officeart/2005/8/layout/hierarchy4"/>
    <dgm:cxn modelId="{F5F13BD9-5774-4828-97C6-5113168333CC}" type="presParOf" srcId="{0D3292ED-26E7-470B-AC26-365DAC531487}" destId="{BC977419-14F1-49B3-B2EA-291DA0C311F2}" srcOrd="0" destOrd="0" presId="urn:microsoft.com/office/officeart/2005/8/layout/hierarchy4"/>
    <dgm:cxn modelId="{6C728AFB-4E70-4A3C-9562-ED1E4D5F5239}" type="presParOf" srcId="{0D3292ED-26E7-470B-AC26-365DAC531487}" destId="{C203C6A8-E3D3-440D-9964-EBDC7C61B15C}" srcOrd="1" destOrd="0" presId="urn:microsoft.com/office/officeart/2005/8/layout/hierarchy4"/>
    <dgm:cxn modelId="{72FF55A0-6FA0-4E1C-9258-C2C45154549B}" type="presParOf" srcId="{0D3292ED-26E7-470B-AC26-365DAC531487}" destId="{EE3D2135-DD2B-4CF6-909C-3D4AB621ADD4}" srcOrd="2" destOrd="0" presId="urn:microsoft.com/office/officeart/2005/8/layout/hierarchy4"/>
    <dgm:cxn modelId="{218840F1-9C95-4EF8-B3EA-3FFEFAEFD170}" type="presParOf" srcId="{EE3D2135-DD2B-4CF6-909C-3D4AB621ADD4}" destId="{66BB7772-5B30-4619-9761-D6F685A2C5C7}" srcOrd="0" destOrd="0" presId="urn:microsoft.com/office/officeart/2005/8/layout/hierarchy4"/>
    <dgm:cxn modelId="{FAF53333-AF75-4D49-B299-552B0D10C15C}" type="presParOf" srcId="{66BB7772-5B30-4619-9761-D6F685A2C5C7}" destId="{CE985F5A-A65D-4175-BC22-D58165C45258}" srcOrd="0" destOrd="0" presId="urn:microsoft.com/office/officeart/2005/8/layout/hierarchy4"/>
    <dgm:cxn modelId="{76021F17-93D7-4C6C-8543-4E1142306E1B}" type="presParOf" srcId="{66BB7772-5B30-4619-9761-D6F685A2C5C7}" destId="{DBA738BC-09F3-4BD3-A7EF-7DC22C997A4F}" srcOrd="1" destOrd="0" presId="urn:microsoft.com/office/officeart/2005/8/layout/hierarchy4"/>
    <dgm:cxn modelId="{FBA22A29-5009-45AF-86AF-F9EE8A260E6D}" type="presParOf" srcId="{EE3D2135-DD2B-4CF6-909C-3D4AB621ADD4}" destId="{74C04E21-1CD6-4EA5-B410-8D674ECF4510}" srcOrd="1" destOrd="0" presId="urn:microsoft.com/office/officeart/2005/8/layout/hierarchy4"/>
    <dgm:cxn modelId="{7E623225-705E-4B8E-81D2-8946C699FAD3}" type="presParOf" srcId="{EE3D2135-DD2B-4CF6-909C-3D4AB621ADD4}" destId="{1D342488-1524-46AD-8DAA-2397B9375378}" srcOrd="2" destOrd="0" presId="urn:microsoft.com/office/officeart/2005/8/layout/hierarchy4"/>
    <dgm:cxn modelId="{BD7D1313-E1E4-4958-844C-015E3B561583}" type="presParOf" srcId="{1D342488-1524-46AD-8DAA-2397B9375378}" destId="{967C7883-1DD2-43B1-8B3A-B543DD6222C6}" srcOrd="0" destOrd="0" presId="urn:microsoft.com/office/officeart/2005/8/layout/hierarchy4"/>
    <dgm:cxn modelId="{C926BB10-28C3-4C20-9B81-7C0BE80BE201}" type="presParOf" srcId="{1D342488-1524-46AD-8DAA-2397B9375378}" destId="{710FF3E2-6894-4BF2-81E5-ED5F9E14EDBA}" srcOrd="1" destOrd="0" presId="urn:microsoft.com/office/officeart/2005/8/layout/hierarchy4"/>
    <dgm:cxn modelId="{FC14A9A9-55DF-4E22-A72A-50351878255F}" type="presParOf" srcId="{EE3D2135-DD2B-4CF6-909C-3D4AB621ADD4}" destId="{74050BE1-7B9A-4F97-B78D-BD57C081BDF9}" srcOrd="3" destOrd="0" presId="urn:microsoft.com/office/officeart/2005/8/layout/hierarchy4"/>
    <dgm:cxn modelId="{5F41E092-501C-4D6D-B97D-A24EB777A338}" type="presParOf" srcId="{EE3D2135-DD2B-4CF6-909C-3D4AB621ADD4}" destId="{2D6E44E4-2FFD-4E00-A8AE-B327FA4302CC}" srcOrd="4" destOrd="0" presId="urn:microsoft.com/office/officeart/2005/8/layout/hierarchy4"/>
    <dgm:cxn modelId="{5B40B963-D337-48C6-BEEB-F3E055F9D0C5}" type="presParOf" srcId="{2D6E44E4-2FFD-4E00-A8AE-B327FA4302CC}" destId="{83051E81-6BF2-4107-A6F3-C72640A58946}" srcOrd="0" destOrd="0" presId="urn:microsoft.com/office/officeart/2005/8/layout/hierarchy4"/>
    <dgm:cxn modelId="{FA21DF6A-DC23-4C6C-8840-6645D3C561A2}" type="presParOf" srcId="{2D6E44E4-2FFD-4E00-A8AE-B327FA4302CC}" destId="{D719560D-741D-476A-B4E5-37E5D94FA664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1D6A4C-0A00-493F-B10C-A6B0E88527D0}" type="doc">
      <dgm:prSet loTypeId="urn:microsoft.com/office/officeart/2005/8/layout/target3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fr-FR"/>
        </a:p>
      </dgm:t>
    </dgm:pt>
    <dgm:pt modelId="{D7C08121-C2B4-4E5D-9B19-7160705682AE}">
      <dgm:prSet phldrT="[Text]" custT="1"/>
      <dgm:spPr/>
      <dgm:t>
        <a:bodyPr/>
        <a:lstStyle/>
        <a:p>
          <a:pPr algn="ctr"/>
          <a:r>
            <a:rPr lang="fr-FR" sz="1400" i="1" dirty="0" smtClean="0">
              <a:solidFill>
                <a:srgbClr val="3F3F3F"/>
              </a:solidFill>
              <a:latin typeface="Montserrat" panose="020B0604020202020204" charset="0"/>
            </a:rPr>
            <a:t>Améliorations </a:t>
          </a:r>
        </a:p>
        <a:p>
          <a:pPr algn="ctr"/>
          <a:r>
            <a:rPr lang="fr-FR" sz="1400" i="1" dirty="0" smtClean="0">
              <a:solidFill>
                <a:srgbClr val="3F3F3F"/>
              </a:solidFill>
              <a:latin typeface="Montserrat" panose="020B0604020202020204" charset="0"/>
            </a:rPr>
            <a:t>données</a:t>
          </a:r>
          <a:endParaRPr lang="fr-FR" sz="14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97A7D366-DA4E-4116-891E-157852B02FCB}" type="parTrans" cxnId="{F8CD856C-86F0-4B9E-A778-71CC7AFFA3E1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0CFF7331-1587-4357-81FF-276234E19DDA}" type="sibTrans" cxnId="{F8CD856C-86F0-4B9E-A778-71CC7AFFA3E1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44AE8AE2-2691-426E-BF7A-F9CC06F19E2B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fr-FR" sz="1000" i="1" dirty="0" smtClean="0">
              <a:latin typeface="Montserrat" panose="020B0604020202020204" charset="0"/>
            </a:rPr>
            <a:t>Harmonisation + format + auto-incrémentation </a:t>
          </a:r>
          <a:r>
            <a:rPr lang="fr-FR" sz="1000" i="1" dirty="0" err="1" smtClean="0">
              <a:latin typeface="Montserrat" panose="020B0604020202020204" charset="0"/>
            </a:rPr>
            <a:t>IDs</a:t>
          </a:r>
          <a:endParaRPr lang="fr-FR" sz="1000" i="1" dirty="0">
            <a:latin typeface="Montserrat" panose="020B0604020202020204" charset="0"/>
          </a:endParaRPr>
        </a:p>
      </dgm:t>
    </dgm:pt>
    <dgm:pt modelId="{FC093977-F848-4697-81E0-7D39E2EEE392}" type="parTrans" cxnId="{C75464C5-55E1-4550-878E-6880C6D37754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937647C6-BF88-44BD-88FA-A39B026F1567}" type="sibTrans" cxnId="{C75464C5-55E1-4550-878E-6880C6D37754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EA882A56-9B05-4003-AD46-03D8F8FBC9B9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fr-FR" sz="1000" i="1" dirty="0" smtClean="0">
              <a:latin typeface="Montserrat" panose="020B0604020202020204" charset="0"/>
            </a:rPr>
            <a:t>Encoder </a:t>
          </a:r>
          <a:r>
            <a:rPr lang="fr-FR" sz="1000" i="1" dirty="0" err="1" smtClean="0">
              <a:latin typeface="Montserrat" panose="020B0604020202020204" charset="0"/>
            </a:rPr>
            <a:t>stock</a:t>
          </a:r>
          <a:r>
            <a:rPr lang="fr-FR" sz="1000" i="1" dirty="0" err="1" smtClean="0">
              <a:latin typeface="+mn-lt"/>
            </a:rPr>
            <a:t>_</a:t>
          </a:r>
          <a:r>
            <a:rPr lang="fr-FR" sz="1000" i="1" dirty="0" err="1" smtClean="0">
              <a:latin typeface="Montserrat" panose="020B0604020202020204" charset="0"/>
            </a:rPr>
            <a:t>status</a:t>
          </a:r>
          <a:endParaRPr lang="fr-FR" sz="1000" i="1" dirty="0">
            <a:latin typeface="Montserrat" panose="020B0604020202020204" charset="0"/>
          </a:endParaRPr>
        </a:p>
      </dgm:t>
    </dgm:pt>
    <dgm:pt modelId="{464F7C01-DC20-4627-A3BF-DC19E5EB84E1}" type="parTrans" cxnId="{F3F9B191-7B75-4BA4-A634-193D1F4B4CE2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6817F0B3-8765-4C09-A35C-518ED8B73836}" type="sibTrans" cxnId="{F3F9B191-7B75-4BA4-A634-193D1F4B4CE2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7F5E310A-DCDF-4F9B-A4FF-5664AA40C9C4}">
      <dgm:prSet phldrT="[Text]" custT="1"/>
      <dgm:spPr>
        <a:ln>
          <a:solidFill>
            <a:schemeClr val="bg2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400" i="1" dirty="0" smtClean="0">
              <a:solidFill>
                <a:srgbClr val="3F3F3F"/>
              </a:solidFill>
              <a:latin typeface="Montserrat" panose="020B0604020202020204" charset="0"/>
            </a:rPr>
            <a:t>Améliorations</a:t>
          </a:r>
        </a:p>
        <a:p>
          <a:r>
            <a:rPr lang="fr-FR" sz="1400" i="1" dirty="0" smtClean="0">
              <a:solidFill>
                <a:srgbClr val="3F3F3F"/>
              </a:solidFill>
              <a:latin typeface="Montserrat" panose="020B0604020202020204" charset="0"/>
            </a:rPr>
            <a:t>performances</a:t>
          </a:r>
          <a:endParaRPr lang="fr-FR" sz="1400" i="1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82C76BE6-7A73-4E3C-8DF7-3ACEF6E844A3}" type="parTrans" cxnId="{5D69FD91-B036-431A-A1B3-BD37F1F73201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C0C63408-7929-4D2E-A73A-CF360F4E59A0}" type="sibTrans" cxnId="{5D69FD91-B036-431A-A1B3-BD37F1F73201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EA655D3A-C979-4978-A873-67063E11023D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fr-FR" sz="1000" i="1" dirty="0" smtClean="0">
              <a:latin typeface="Montserrat" panose="020B0604020202020204" charset="0"/>
            </a:rPr>
            <a:t>Analyses complémentaires articles identifiés à problème </a:t>
          </a:r>
          <a:endParaRPr lang="fr-FR" sz="1000" i="1" dirty="0">
            <a:latin typeface="Montserrat" panose="020B0604020202020204" charset="0"/>
          </a:endParaRPr>
        </a:p>
      </dgm:t>
    </dgm:pt>
    <dgm:pt modelId="{EF934AE8-1DB0-4964-B053-6EC729976A6F}" type="parTrans" cxnId="{978DEA70-471D-484C-A849-70E5792AAF46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3F5D5EBB-F2F6-4C1E-A6DF-77C30FA54960}" type="sibTrans" cxnId="{978DEA70-471D-484C-A849-70E5792AAF46}">
      <dgm:prSet/>
      <dgm:spPr/>
      <dgm:t>
        <a:bodyPr/>
        <a:lstStyle/>
        <a:p>
          <a:endParaRPr lang="fr-FR" sz="1400" i="1">
            <a:latin typeface="Montserrat" panose="020B0604020202020204" charset="0"/>
          </a:endParaRPr>
        </a:p>
      </dgm:t>
    </dgm:pt>
    <dgm:pt modelId="{04206A03-8413-4CAE-B34D-51260E87CFC0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fr-FR" sz="1000" i="1" dirty="0" smtClean="0">
              <a:latin typeface="Montserrat" panose="020B0604020202020204" charset="0"/>
            </a:rPr>
            <a:t>Vérification hebdomadaire des données ERP (stock, prix)</a:t>
          </a:r>
          <a:endParaRPr lang="fr-FR" sz="1000" i="1" dirty="0">
            <a:latin typeface="Montserrat" panose="020B0604020202020204" charset="0"/>
          </a:endParaRPr>
        </a:p>
      </dgm:t>
    </dgm:pt>
    <dgm:pt modelId="{A48FA170-3429-42BA-931E-4C1293C8B9F7}" type="parTrans" cxnId="{FE13D14F-8793-4A9D-AC63-A62B4DE795B3}">
      <dgm:prSet/>
      <dgm:spPr/>
      <dgm:t>
        <a:bodyPr/>
        <a:lstStyle/>
        <a:p>
          <a:endParaRPr lang="fr-FR" sz="1800" i="1"/>
        </a:p>
      </dgm:t>
    </dgm:pt>
    <dgm:pt modelId="{4E100FA3-9247-4FC4-A37B-6DC4715C6B63}" type="sibTrans" cxnId="{FE13D14F-8793-4A9D-AC63-A62B4DE795B3}">
      <dgm:prSet/>
      <dgm:spPr/>
      <dgm:t>
        <a:bodyPr/>
        <a:lstStyle/>
        <a:p>
          <a:endParaRPr lang="fr-FR" sz="1800" i="1"/>
        </a:p>
      </dgm:t>
    </dgm:pt>
    <dgm:pt modelId="{4FA4A531-47DD-441B-A554-4677F5D08630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fr-FR" sz="1000" i="1" dirty="0" smtClean="0">
              <a:latin typeface="Montserrat" panose="020B0604020202020204" charset="0"/>
            </a:rPr>
            <a:t>Créer un dictionnaire des données</a:t>
          </a:r>
          <a:endParaRPr lang="fr-FR" sz="1000" i="1" dirty="0">
            <a:latin typeface="Montserrat" panose="020B0604020202020204" charset="0"/>
          </a:endParaRPr>
        </a:p>
      </dgm:t>
    </dgm:pt>
    <dgm:pt modelId="{42073269-0420-4890-BBFE-B518282F3374}" type="parTrans" cxnId="{EAE8B68E-FAB1-4520-B9E9-36C780E1461A}">
      <dgm:prSet/>
      <dgm:spPr/>
      <dgm:t>
        <a:bodyPr/>
        <a:lstStyle/>
        <a:p>
          <a:endParaRPr lang="fr-FR" sz="1800"/>
        </a:p>
      </dgm:t>
    </dgm:pt>
    <dgm:pt modelId="{4DBC63BF-CDC3-4296-8365-E8E52C89BC1A}" type="sibTrans" cxnId="{EAE8B68E-FAB1-4520-B9E9-36C780E1461A}">
      <dgm:prSet/>
      <dgm:spPr/>
      <dgm:t>
        <a:bodyPr/>
        <a:lstStyle/>
        <a:p>
          <a:endParaRPr lang="fr-FR" sz="1800"/>
        </a:p>
      </dgm:t>
    </dgm:pt>
    <dgm:pt modelId="{D2D1E33C-ACB3-4D62-AD99-9CEC9673FB66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fr-FR" sz="1000" i="1" dirty="0" smtClean="0">
              <a:latin typeface="Montserrat" panose="020B0604020202020204" charset="0"/>
            </a:rPr>
            <a:t>Tenir à jour fichier de Liaison (si besoin)</a:t>
          </a:r>
          <a:endParaRPr lang="fr-FR" sz="1000" i="1" dirty="0">
            <a:latin typeface="Montserrat" panose="020B0604020202020204" charset="0"/>
          </a:endParaRPr>
        </a:p>
      </dgm:t>
    </dgm:pt>
    <dgm:pt modelId="{3372617D-ECE9-4B68-AB71-B4D8E6508D6A}" type="parTrans" cxnId="{4ABDA8E2-D9F4-4BCC-AE65-A678C86A3F54}">
      <dgm:prSet/>
      <dgm:spPr/>
      <dgm:t>
        <a:bodyPr/>
        <a:lstStyle/>
        <a:p>
          <a:endParaRPr lang="fr-FR"/>
        </a:p>
      </dgm:t>
    </dgm:pt>
    <dgm:pt modelId="{1C867E0E-3865-4730-BE16-EA91A6B4B0B2}" type="sibTrans" cxnId="{4ABDA8E2-D9F4-4BCC-AE65-A678C86A3F54}">
      <dgm:prSet/>
      <dgm:spPr/>
      <dgm:t>
        <a:bodyPr/>
        <a:lstStyle/>
        <a:p>
          <a:endParaRPr lang="fr-FR"/>
        </a:p>
      </dgm:t>
    </dgm:pt>
    <dgm:pt modelId="{FA0E992A-F5A8-4DD3-8AA2-D80A09248560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fr-FR" sz="1000" i="1" dirty="0" smtClean="0">
              <a:latin typeface="Montserrat" panose="020B0604020202020204" charset="0"/>
            </a:rPr>
            <a:t>Améliorer système de </a:t>
          </a:r>
          <a:r>
            <a:rPr lang="fr-FR" sz="1000" i="1" dirty="0" err="1" smtClean="0">
              <a:latin typeface="Montserrat" panose="020B0604020202020204" charset="0"/>
            </a:rPr>
            <a:t>destockage</a:t>
          </a:r>
          <a:endParaRPr lang="fr-FR" sz="1000" i="1" dirty="0">
            <a:latin typeface="Montserrat" panose="020B0604020202020204" charset="0"/>
          </a:endParaRPr>
        </a:p>
      </dgm:t>
    </dgm:pt>
    <dgm:pt modelId="{65D45591-43EA-439B-AFD7-2B525D8C65BC}" type="parTrans" cxnId="{D7E2331C-9D0C-4015-BA08-B2623B53E793}">
      <dgm:prSet/>
      <dgm:spPr/>
      <dgm:t>
        <a:bodyPr/>
        <a:lstStyle/>
        <a:p>
          <a:endParaRPr lang="fr-FR"/>
        </a:p>
      </dgm:t>
    </dgm:pt>
    <dgm:pt modelId="{F7C186C0-5C62-4BF2-92CC-9A0A82275AD1}" type="sibTrans" cxnId="{D7E2331C-9D0C-4015-BA08-B2623B53E793}">
      <dgm:prSet/>
      <dgm:spPr/>
      <dgm:t>
        <a:bodyPr/>
        <a:lstStyle/>
        <a:p>
          <a:endParaRPr lang="fr-FR"/>
        </a:p>
      </dgm:t>
    </dgm:pt>
    <dgm:pt modelId="{9CFCFAE9-0EA9-4FCC-A460-EA65DCCAAC9A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fr-FR" sz="1000" i="1" dirty="0" smtClean="0">
              <a:latin typeface="Montserrat" panose="020B0604020202020204" charset="0"/>
            </a:rPr>
            <a:t>Analyse tendance des ventes pour valider gestion des stock</a:t>
          </a:r>
          <a:endParaRPr lang="fr-FR" sz="1000" i="1" dirty="0">
            <a:latin typeface="Montserrat" panose="020B0604020202020204" charset="0"/>
          </a:endParaRPr>
        </a:p>
      </dgm:t>
    </dgm:pt>
    <dgm:pt modelId="{0729BD82-4352-4131-89AE-004D25C7CC7B}" type="parTrans" cxnId="{4F9212AC-C47D-4DEB-8698-9A27DFCE9209}">
      <dgm:prSet/>
      <dgm:spPr/>
      <dgm:t>
        <a:bodyPr/>
        <a:lstStyle/>
        <a:p>
          <a:endParaRPr lang="fr-FR"/>
        </a:p>
      </dgm:t>
    </dgm:pt>
    <dgm:pt modelId="{6DC83595-3C06-441A-A282-DB83E73CDB37}" type="sibTrans" cxnId="{4F9212AC-C47D-4DEB-8698-9A27DFCE9209}">
      <dgm:prSet/>
      <dgm:spPr/>
      <dgm:t>
        <a:bodyPr/>
        <a:lstStyle/>
        <a:p>
          <a:endParaRPr lang="fr-FR"/>
        </a:p>
      </dgm:t>
    </dgm:pt>
    <dgm:pt modelId="{1EE04FF4-A113-4F6D-8079-DD7BECEBBAB3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fr-FR" sz="1000" i="1" dirty="0" smtClean="0">
              <a:latin typeface="Montserrat" panose="020B0604020202020204" charset="0"/>
            </a:rPr>
            <a:t>Analyses approfondies des corrélations </a:t>
          </a:r>
          <a:endParaRPr lang="fr-FR" sz="1000" i="1" dirty="0">
            <a:latin typeface="Montserrat" panose="020B0604020202020204" charset="0"/>
          </a:endParaRPr>
        </a:p>
      </dgm:t>
    </dgm:pt>
    <dgm:pt modelId="{6F39BCEF-F0F3-4DE8-8696-CF6A0FE2D1E5}" type="parTrans" cxnId="{D4F4B6E9-D873-4AB5-A752-4B7A263C83A6}">
      <dgm:prSet/>
      <dgm:spPr/>
      <dgm:t>
        <a:bodyPr/>
        <a:lstStyle/>
        <a:p>
          <a:endParaRPr lang="fr-FR"/>
        </a:p>
      </dgm:t>
    </dgm:pt>
    <dgm:pt modelId="{31678400-5EAC-45CE-A0DA-31E2E562FE3D}" type="sibTrans" cxnId="{D4F4B6E9-D873-4AB5-A752-4B7A263C83A6}">
      <dgm:prSet/>
      <dgm:spPr/>
      <dgm:t>
        <a:bodyPr/>
        <a:lstStyle/>
        <a:p>
          <a:endParaRPr lang="fr-FR"/>
        </a:p>
      </dgm:t>
    </dgm:pt>
    <dgm:pt modelId="{CA9307C4-86A5-4F66-98F4-339BA9F06853}" type="pres">
      <dgm:prSet presAssocID="{331D6A4C-0A00-493F-B10C-A6B0E88527D0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7CBA480-BD88-4687-B229-288AE0DAA593}" type="pres">
      <dgm:prSet presAssocID="{D7C08121-C2B4-4E5D-9B19-7160705682AE}" presName="circle1" presStyleLbl="node1" presStyleIdx="0" presStyleCnt="2"/>
      <dgm:spPr/>
    </dgm:pt>
    <dgm:pt modelId="{E9F0D8A9-356F-4AAD-B1F3-D44AE6D7642F}" type="pres">
      <dgm:prSet presAssocID="{D7C08121-C2B4-4E5D-9B19-7160705682AE}" presName="space" presStyleCnt="0"/>
      <dgm:spPr/>
    </dgm:pt>
    <dgm:pt modelId="{881DBB13-B4FA-413E-81E1-8CDD0856B5EC}" type="pres">
      <dgm:prSet presAssocID="{D7C08121-C2B4-4E5D-9B19-7160705682AE}" presName="rect1" presStyleLbl="alignAcc1" presStyleIdx="0" presStyleCnt="2" custScaleY="100589"/>
      <dgm:spPr/>
      <dgm:t>
        <a:bodyPr/>
        <a:lstStyle/>
        <a:p>
          <a:endParaRPr lang="fr-FR"/>
        </a:p>
      </dgm:t>
    </dgm:pt>
    <dgm:pt modelId="{F25FD68C-4F4C-45BA-AA8A-B00804A578D2}" type="pres">
      <dgm:prSet presAssocID="{7F5E310A-DCDF-4F9B-A4FF-5664AA40C9C4}" presName="vertSpace2" presStyleLbl="node1" presStyleIdx="0" presStyleCnt="2"/>
      <dgm:spPr/>
    </dgm:pt>
    <dgm:pt modelId="{D6E6DFAB-9030-4372-A9DF-B6DCE0201B2F}" type="pres">
      <dgm:prSet presAssocID="{7F5E310A-DCDF-4F9B-A4FF-5664AA40C9C4}" presName="circle2" presStyleLbl="node1" presStyleIdx="1" presStyleCnt="2"/>
      <dgm:spPr>
        <a:solidFill>
          <a:schemeClr val="bg2">
            <a:lumMod val="60000"/>
            <a:lumOff val="40000"/>
          </a:schemeClr>
        </a:solidFill>
      </dgm:spPr>
    </dgm:pt>
    <dgm:pt modelId="{8E30E68C-689B-4F42-B713-3F5BAFFDF492}" type="pres">
      <dgm:prSet presAssocID="{7F5E310A-DCDF-4F9B-A4FF-5664AA40C9C4}" presName="rect2" presStyleLbl="alignAcc1" presStyleIdx="1" presStyleCnt="2"/>
      <dgm:spPr/>
      <dgm:t>
        <a:bodyPr/>
        <a:lstStyle/>
        <a:p>
          <a:endParaRPr lang="fr-FR"/>
        </a:p>
      </dgm:t>
    </dgm:pt>
    <dgm:pt modelId="{08FB0DDB-FE98-4E4F-B070-D954C84F85AB}" type="pres">
      <dgm:prSet presAssocID="{D7C08121-C2B4-4E5D-9B19-7160705682AE}" presName="rect1ParTx" presStyleLbl="alignAcc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91A84FA-8AE8-4444-95BA-81D8ECC46DEE}" type="pres">
      <dgm:prSet presAssocID="{D7C08121-C2B4-4E5D-9B19-7160705682AE}" presName="rect1ChTx" presStyleLbl="alignAcc1" presStyleIdx="1" presStyleCnt="2" custScaleX="131014" custLinFactNeighborX="-10305" custLinFactNeighborY="49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519CB33-BDA5-47A5-98CE-10D8BDD43EE5}" type="pres">
      <dgm:prSet presAssocID="{7F5E310A-DCDF-4F9B-A4FF-5664AA40C9C4}" presName="rect2ParTx" presStyleLbl="alignAcc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05FA56A-D4A8-4AE4-905E-4BD5FB9073F3}" type="pres">
      <dgm:prSet presAssocID="{7F5E310A-DCDF-4F9B-A4FF-5664AA40C9C4}" presName="rect2ChTx" presStyleLbl="alignAcc1" presStyleIdx="1" presStyleCnt="2" custScaleX="131014" custLinFactNeighborX="-1030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4F9212AC-C47D-4DEB-8698-9A27DFCE9209}" srcId="{7F5E310A-DCDF-4F9B-A4FF-5664AA40C9C4}" destId="{9CFCFAE9-0EA9-4FCC-A460-EA65DCCAAC9A}" srcOrd="1" destOrd="0" parTransId="{0729BD82-4352-4131-89AE-004D25C7CC7B}" sibTransId="{6DC83595-3C06-441A-A282-DB83E73CDB37}"/>
    <dgm:cxn modelId="{5BECB034-27F9-478D-B68D-167E27DE6401}" type="presOf" srcId="{4FA4A531-47DD-441B-A554-4677F5D08630}" destId="{E91A84FA-8AE8-4444-95BA-81D8ECC46DEE}" srcOrd="0" destOrd="5" presId="urn:microsoft.com/office/officeart/2005/8/layout/target3"/>
    <dgm:cxn modelId="{5D69FD91-B036-431A-A1B3-BD37F1F73201}" srcId="{331D6A4C-0A00-493F-B10C-A6B0E88527D0}" destId="{7F5E310A-DCDF-4F9B-A4FF-5664AA40C9C4}" srcOrd="1" destOrd="0" parTransId="{82C76BE6-7A73-4E3C-8DF7-3ACEF6E844A3}" sibTransId="{C0C63408-7929-4D2E-A73A-CF360F4E59A0}"/>
    <dgm:cxn modelId="{F3F9B191-7B75-4BA4-A634-193D1F4B4CE2}" srcId="{D7C08121-C2B4-4E5D-9B19-7160705682AE}" destId="{EA882A56-9B05-4003-AD46-03D8F8FBC9B9}" srcOrd="2" destOrd="0" parTransId="{464F7C01-DC20-4627-A3BF-DC19E5EB84E1}" sibTransId="{6817F0B3-8765-4C09-A35C-518ED8B73836}"/>
    <dgm:cxn modelId="{70BF6278-BACD-489B-8E1E-791B15F98E78}" type="presOf" srcId="{7F5E310A-DCDF-4F9B-A4FF-5664AA40C9C4}" destId="{B519CB33-BDA5-47A5-98CE-10D8BDD43EE5}" srcOrd="1" destOrd="0" presId="urn:microsoft.com/office/officeart/2005/8/layout/target3"/>
    <dgm:cxn modelId="{D4F4B6E9-D873-4AB5-A752-4B7A263C83A6}" srcId="{7F5E310A-DCDF-4F9B-A4FF-5664AA40C9C4}" destId="{1EE04FF4-A113-4F6D-8079-DD7BECEBBAB3}" srcOrd="2" destOrd="0" parTransId="{6F39BCEF-F0F3-4DE8-8696-CF6A0FE2D1E5}" sibTransId="{31678400-5EAC-45CE-A0DA-31E2E562FE3D}"/>
    <dgm:cxn modelId="{4959DD23-8A46-49C9-99A3-4D342BF8118D}" type="presOf" srcId="{04206A03-8413-4CAE-B34D-51260E87CFC0}" destId="{E91A84FA-8AE8-4444-95BA-81D8ECC46DEE}" srcOrd="0" destOrd="3" presId="urn:microsoft.com/office/officeart/2005/8/layout/target3"/>
    <dgm:cxn modelId="{0D55584F-70C4-477C-A489-A876DE00FD7E}" type="presOf" srcId="{7F5E310A-DCDF-4F9B-A4FF-5664AA40C9C4}" destId="{8E30E68C-689B-4F42-B713-3F5BAFFDF492}" srcOrd="0" destOrd="0" presId="urn:microsoft.com/office/officeart/2005/8/layout/target3"/>
    <dgm:cxn modelId="{F21795D9-046B-4A61-A6C9-8A8391FD2924}" type="presOf" srcId="{D2D1E33C-ACB3-4D62-AD99-9CEC9673FB66}" destId="{E91A84FA-8AE8-4444-95BA-81D8ECC46DEE}" srcOrd="0" destOrd="1" presId="urn:microsoft.com/office/officeart/2005/8/layout/target3"/>
    <dgm:cxn modelId="{F8CD856C-86F0-4B9E-A778-71CC7AFFA3E1}" srcId="{331D6A4C-0A00-493F-B10C-A6B0E88527D0}" destId="{D7C08121-C2B4-4E5D-9B19-7160705682AE}" srcOrd="0" destOrd="0" parTransId="{97A7D366-DA4E-4116-891E-157852B02FCB}" sibTransId="{0CFF7331-1587-4357-81FF-276234E19DDA}"/>
    <dgm:cxn modelId="{4ABDA8E2-D9F4-4BCC-AE65-A678C86A3F54}" srcId="{D7C08121-C2B4-4E5D-9B19-7160705682AE}" destId="{D2D1E33C-ACB3-4D62-AD99-9CEC9673FB66}" srcOrd="1" destOrd="0" parTransId="{3372617D-ECE9-4B68-AB71-B4D8E6508D6A}" sibTransId="{1C867E0E-3865-4730-BE16-EA91A6B4B0B2}"/>
    <dgm:cxn modelId="{D7E2331C-9D0C-4015-BA08-B2623B53E793}" srcId="{D7C08121-C2B4-4E5D-9B19-7160705682AE}" destId="{FA0E992A-F5A8-4DD3-8AA2-D80A09248560}" srcOrd="4" destOrd="0" parTransId="{65D45591-43EA-439B-AFD7-2B525D8C65BC}" sibTransId="{F7C186C0-5C62-4BF2-92CC-9A0A82275AD1}"/>
    <dgm:cxn modelId="{20725A25-F821-49F3-A94A-3757FB47334D}" type="presOf" srcId="{1EE04FF4-A113-4F6D-8079-DD7BECEBBAB3}" destId="{905FA56A-D4A8-4AE4-905E-4BD5FB9073F3}" srcOrd="0" destOrd="2" presId="urn:microsoft.com/office/officeart/2005/8/layout/target3"/>
    <dgm:cxn modelId="{6484C7D4-9059-4EEF-A257-BF7CFB4483A6}" type="presOf" srcId="{331D6A4C-0A00-493F-B10C-A6B0E88527D0}" destId="{CA9307C4-86A5-4F66-98F4-339BA9F06853}" srcOrd="0" destOrd="0" presId="urn:microsoft.com/office/officeart/2005/8/layout/target3"/>
    <dgm:cxn modelId="{43DF42DE-4686-4E7C-B6F0-E28A868D63D7}" type="presOf" srcId="{FA0E992A-F5A8-4DD3-8AA2-D80A09248560}" destId="{E91A84FA-8AE8-4444-95BA-81D8ECC46DEE}" srcOrd="0" destOrd="4" presId="urn:microsoft.com/office/officeart/2005/8/layout/target3"/>
    <dgm:cxn modelId="{AD35EAF2-2309-4EC4-8760-7AC6960DCCBC}" type="presOf" srcId="{EA655D3A-C979-4978-A873-67063E11023D}" destId="{905FA56A-D4A8-4AE4-905E-4BD5FB9073F3}" srcOrd="0" destOrd="0" presId="urn:microsoft.com/office/officeart/2005/8/layout/target3"/>
    <dgm:cxn modelId="{FE13D14F-8793-4A9D-AC63-A62B4DE795B3}" srcId="{D7C08121-C2B4-4E5D-9B19-7160705682AE}" destId="{04206A03-8413-4CAE-B34D-51260E87CFC0}" srcOrd="3" destOrd="0" parTransId="{A48FA170-3429-42BA-931E-4C1293C8B9F7}" sibTransId="{4E100FA3-9247-4FC4-A37B-6DC4715C6B63}"/>
    <dgm:cxn modelId="{97709E72-5CDD-466C-9370-7BEADF937A17}" type="presOf" srcId="{D7C08121-C2B4-4E5D-9B19-7160705682AE}" destId="{08FB0DDB-FE98-4E4F-B070-D954C84F85AB}" srcOrd="1" destOrd="0" presId="urn:microsoft.com/office/officeart/2005/8/layout/target3"/>
    <dgm:cxn modelId="{42236F25-58C9-40D9-9C7D-00DA44E4184B}" type="presOf" srcId="{44AE8AE2-2691-426E-BF7A-F9CC06F19E2B}" destId="{E91A84FA-8AE8-4444-95BA-81D8ECC46DEE}" srcOrd="0" destOrd="0" presId="urn:microsoft.com/office/officeart/2005/8/layout/target3"/>
    <dgm:cxn modelId="{C75464C5-55E1-4550-878E-6880C6D37754}" srcId="{D7C08121-C2B4-4E5D-9B19-7160705682AE}" destId="{44AE8AE2-2691-426E-BF7A-F9CC06F19E2B}" srcOrd="0" destOrd="0" parTransId="{FC093977-F848-4697-81E0-7D39E2EEE392}" sibTransId="{937647C6-BF88-44BD-88FA-A39B026F1567}"/>
    <dgm:cxn modelId="{978DEA70-471D-484C-A849-70E5792AAF46}" srcId="{7F5E310A-DCDF-4F9B-A4FF-5664AA40C9C4}" destId="{EA655D3A-C979-4978-A873-67063E11023D}" srcOrd="0" destOrd="0" parTransId="{EF934AE8-1DB0-4964-B053-6EC729976A6F}" sibTransId="{3F5D5EBB-F2F6-4C1E-A6DF-77C30FA54960}"/>
    <dgm:cxn modelId="{65E4563B-E243-47FA-BBB9-A3BF6D6B7700}" type="presOf" srcId="{D7C08121-C2B4-4E5D-9B19-7160705682AE}" destId="{881DBB13-B4FA-413E-81E1-8CDD0856B5EC}" srcOrd="0" destOrd="0" presId="urn:microsoft.com/office/officeart/2005/8/layout/target3"/>
    <dgm:cxn modelId="{09D6CF89-49F9-4A12-9AB2-213A251899BB}" type="presOf" srcId="{9CFCFAE9-0EA9-4FCC-A460-EA65DCCAAC9A}" destId="{905FA56A-D4A8-4AE4-905E-4BD5FB9073F3}" srcOrd="0" destOrd="1" presId="urn:microsoft.com/office/officeart/2005/8/layout/target3"/>
    <dgm:cxn modelId="{EAE8B68E-FAB1-4520-B9E9-36C780E1461A}" srcId="{D7C08121-C2B4-4E5D-9B19-7160705682AE}" destId="{4FA4A531-47DD-441B-A554-4677F5D08630}" srcOrd="5" destOrd="0" parTransId="{42073269-0420-4890-BBFE-B518282F3374}" sibTransId="{4DBC63BF-CDC3-4296-8365-E8E52C89BC1A}"/>
    <dgm:cxn modelId="{34149E5A-E59B-4D66-9E76-5813ED27315D}" type="presOf" srcId="{EA882A56-9B05-4003-AD46-03D8F8FBC9B9}" destId="{E91A84FA-8AE8-4444-95BA-81D8ECC46DEE}" srcOrd="0" destOrd="2" presId="urn:microsoft.com/office/officeart/2005/8/layout/target3"/>
    <dgm:cxn modelId="{39222E3A-BC8B-45B8-AA1C-91AFDFB4145B}" type="presParOf" srcId="{CA9307C4-86A5-4F66-98F4-339BA9F06853}" destId="{37CBA480-BD88-4687-B229-288AE0DAA593}" srcOrd="0" destOrd="0" presId="urn:microsoft.com/office/officeart/2005/8/layout/target3"/>
    <dgm:cxn modelId="{57D7FA27-2EDB-4EB1-9EF8-9CE9CF66F222}" type="presParOf" srcId="{CA9307C4-86A5-4F66-98F4-339BA9F06853}" destId="{E9F0D8A9-356F-4AAD-B1F3-D44AE6D7642F}" srcOrd="1" destOrd="0" presId="urn:microsoft.com/office/officeart/2005/8/layout/target3"/>
    <dgm:cxn modelId="{1587F5F4-C1D9-43AC-86A3-0C9D76B63B54}" type="presParOf" srcId="{CA9307C4-86A5-4F66-98F4-339BA9F06853}" destId="{881DBB13-B4FA-413E-81E1-8CDD0856B5EC}" srcOrd="2" destOrd="0" presId="urn:microsoft.com/office/officeart/2005/8/layout/target3"/>
    <dgm:cxn modelId="{670CDBD1-E462-4EC3-8901-42972CB72006}" type="presParOf" srcId="{CA9307C4-86A5-4F66-98F4-339BA9F06853}" destId="{F25FD68C-4F4C-45BA-AA8A-B00804A578D2}" srcOrd="3" destOrd="0" presId="urn:microsoft.com/office/officeart/2005/8/layout/target3"/>
    <dgm:cxn modelId="{4FF1CDFE-F2B6-4E7B-BC6D-80180D778641}" type="presParOf" srcId="{CA9307C4-86A5-4F66-98F4-339BA9F06853}" destId="{D6E6DFAB-9030-4372-A9DF-B6DCE0201B2F}" srcOrd="4" destOrd="0" presId="urn:microsoft.com/office/officeart/2005/8/layout/target3"/>
    <dgm:cxn modelId="{B6B2FCB6-6FED-4F21-A502-925058404BE5}" type="presParOf" srcId="{CA9307C4-86A5-4F66-98F4-339BA9F06853}" destId="{8E30E68C-689B-4F42-B713-3F5BAFFDF492}" srcOrd="5" destOrd="0" presId="urn:microsoft.com/office/officeart/2005/8/layout/target3"/>
    <dgm:cxn modelId="{9D5FCF7B-7690-479E-95F0-82CCF80D30BD}" type="presParOf" srcId="{CA9307C4-86A5-4F66-98F4-339BA9F06853}" destId="{08FB0DDB-FE98-4E4F-B070-D954C84F85AB}" srcOrd="6" destOrd="0" presId="urn:microsoft.com/office/officeart/2005/8/layout/target3"/>
    <dgm:cxn modelId="{83CEC7AC-9FDE-43F5-96B5-045CC6456AFA}" type="presParOf" srcId="{CA9307C4-86A5-4F66-98F4-339BA9F06853}" destId="{E91A84FA-8AE8-4444-95BA-81D8ECC46DEE}" srcOrd="7" destOrd="0" presId="urn:microsoft.com/office/officeart/2005/8/layout/target3"/>
    <dgm:cxn modelId="{75C57536-B873-4011-8CCD-0AD48BF68657}" type="presParOf" srcId="{CA9307C4-86A5-4F66-98F4-339BA9F06853}" destId="{B519CB33-BDA5-47A5-98CE-10D8BDD43EE5}" srcOrd="8" destOrd="0" presId="urn:microsoft.com/office/officeart/2005/8/layout/target3"/>
    <dgm:cxn modelId="{A9EE1D52-4B4A-4150-914D-F452BA2BBA7A}" type="presParOf" srcId="{CA9307C4-86A5-4F66-98F4-339BA9F06853}" destId="{905FA56A-D4A8-4AE4-905E-4BD5FB9073F3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F7697FA-2A7F-48B0-810C-99E770A604AD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fr-FR"/>
        </a:p>
      </dgm:t>
    </dgm:pt>
    <dgm:pt modelId="{339F7665-F3F6-4209-833D-AC5D3AD943C9}">
      <dgm:prSet phldrT="[Text]" custT="1"/>
      <dgm:spPr/>
      <dgm:t>
        <a:bodyPr/>
        <a:lstStyle/>
        <a:p>
          <a:r>
            <a:rPr lang="fr-FR" sz="1600" i="1" dirty="0" smtClean="0">
              <a:latin typeface="Montserrat"/>
              <a:ea typeface="Montserrat"/>
              <a:cs typeface="Montserrat"/>
              <a:sym typeface="Montserrat"/>
            </a:rPr>
            <a:t>Ce qui s’est bien passé</a:t>
          </a:r>
          <a:endParaRPr lang="fr-FR" sz="1600" dirty="0"/>
        </a:p>
      </dgm:t>
    </dgm:pt>
    <dgm:pt modelId="{F759A51A-6976-4F12-AAC1-A6FE17C45A33}" type="parTrans" cxnId="{4A1A3105-8559-4DEA-B0EF-71B860CA4DEE}">
      <dgm:prSet/>
      <dgm:spPr/>
      <dgm:t>
        <a:bodyPr/>
        <a:lstStyle/>
        <a:p>
          <a:endParaRPr lang="fr-FR"/>
        </a:p>
      </dgm:t>
    </dgm:pt>
    <dgm:pt modelId="{6C16400B-253F-4614-88F3-3A9F503B1C28}" type="sibTrans" cxnId="{4A1A3105-8559-4DEA-B0EF-71B860CA4DEE}">
      <dgm:prSet/>
      <dgm:spPr/>
      <dgm:t>
        <a:bodyPr/>
        <a:lstStyle/>
        <a:p>
          <a:endParaRPr lang="fr-FR"/>
        </a:p>
      </dgm:t>
    </dgm:pt>
    <dgm:pt modelId="{EC8B1826-A1B9-485F-A419-645859E8304E}">
      <dgm:prSet phldrT="[Text]" custT="1"/>
      <dgm:spPr>
        <a:ln>
          <a:noFill/>
        </a:ln>
      </dgm:spPr>
      <dgm:t>
        <a:bodyPr/>
        <a:lstStyle/>
        <a:p>
          <a:r>
            <a:rPr lang="fr-FR" sz="1200" i="0" dirty="0" smtClean="0">
              <a:solidFill>
                <a:srgbClr val="3F3F3F"/>
              </a:solidFill>
              <a:latin typeface="Montserrat" panose="020B0604020202020204" charset="0"/>
            </a:rPr>
            <a:t>Globalement tout car notebook clair et bien guidé</a:t>
          </a:r>
          <a:endParaRPr lang="fr-FR" sz="1200" i="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9AAA746C-15B3-4A49-A034-1494582916F8}" type="parTrans" cxnId="{94A47202-0A07-4BC1-A13F-274D7205CD4D}">
      <dgm:prSet/>
      <dgm:spPr/>
      <dgm:t>
        <a:bodyPr/>
        <a:lstStyle/>
        <a:p>
          <a:endParaRPr lang="fr-FR"/>
        </a:p>
      </dgm:t>
    </dgm:pt>
    <dgm:pt modelId="{8D1407C5-3409-41E0-9CC4-D963E693C58B}" type="sibTrans" cxnId="{94A47202-0A07-4BC1-A13F-274D7205CD4D}">
      <dgm:prSet/>
      <dgm:spPr/>
      <dgm:t>
        <a:bodyPr/>
        <a:lstStyle/>
        <a:p>
          <a:endParaRPr lang="fr-FR"/>
        </a:p>
      </dgm:t>
    </dgm:pt>
    <dgm:pt modelId="{FF28DFEA-9CD9-4F93-A566-8BFB91303873}">
      <dgm:prSet phldrT="[Text]" custT="1"/>
      <dgm:spPr/>
      <dgm:t>
        <a:bodyPr/>
        <a:lstStyle/>
        <a:p>
          <a:r>
            <a:rPr lang="fr-FR" sz="1600" i="1" dirty="0" smtClean="0">
              <a:latin typeface="Montserrat"/>
              <a:ea typeface="Montserrat"/>
              <a:cs typeface="Montserrat"/>
              <a:sym typeface="Montserrat"/>
            </a:rPr>
            <a:t>Ce qui a été le plus difficile </a:t>
          </a:r>
          <a:endParaRPr lang="fr-FR" sz="1600" dirty="0"/>
        </a:p>
      </dgm:t>
    </dgm:pt>
    <dgm:pt modelId="{33B87E91-189B-4D88-A0E0-4E0734B4DF3E}" type="parTrans" cxnId="{346E4D04-2F64-4F1B-A72C-2EFE149D334F}">
      <dgm:prSet/>
      <dgm:spPr/>
      <dgm:t>
        <a:bodyPr/>
        <a:lstStyle/>
        <a:p>
          <a:endParaRPr lang="fr-FR"/>
        </a:p>
      </dgm:t>
    </dgm:pt>
    <dgm:pt modelId="{F4188021-FC13-49B6-9E30-1807EAFE6AAF}" type="sibTrans" cxnId="{346E4D04-2F64-4F1B-A72C-2EFE149D334F}">
      <dgm:prSet/>
      <dgm:spPr/>
      <dgm:t>
        <a:bodyPr/>
        <a:lstStyle/>
        <a:p>
          <a:endParaRPr lang="fr-FR"/>
        </a:p>
      </dgm:t>
    </dgm:pt>
    <dgm:pt modelId="{610A5CEF-E699-4C3E-BCCF-C0BCBC99813D}">
      <dgm:prSet phldrT="[Text]" custT="1"/>
      <dgm:spPr>
        <a:ln>
          <a:noFill/>
        </a:ln>
      </dgm:spPr>
      <dgm:t>
        <a:bodyPr/>
        <a:lstStyle/>
        <a:p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Retranscrire mon cheminement d’idées en code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D1B2E3A8-1E4F-4E44-81AA-357BEE06E826}" type="parTrans" cxnId="{B7F08D3B-2793-4DA8-B038-83725F2FB045}">
      <dgm:prSet/>
      <dgm:spPr/>
      <dgm:t>
        <a:bodyPr/>
        <a:lstStyle/>
        <a:p>
          <a:endParaRPr lang="fr-FR"/>
        </a:p>
      </dgm:t>
    </dgm:pt>
    <dgm:pt modelId="{C6C4501F-597A-4BD8-AB77-A269FD30197E}" type="sibTrans" cxnId="{B7F08D3B-2793-4DA8-B038-83725F2FB045}">
      <dgm:prSet/>
      <dgm:spPr/>
      <dgm:t>
        <a:bodyPr/>
        <a:lstStyle/>
        <a:p>
          <a:endParaRPr lang="fr-FR"/>
        </a:p>
      </dgm:t>
    </dgm:pt>
    <dgm:pt modelId="{836933F8-242A-48EF-85F6-EA1C0C59A85B}">
      <dgm:prSet phldrT="[Text]" custT="1"/>
      <dgm:spPr>
        <a:ln>
          <a:noFill/>
        </a:ln>
      </dgm:spPr>
      <dgm:t>
        <a:bodyPr/>
        <a:lstStyle/>
        <a:p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La confiance dans mes choix et mes capacités d’analyse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62FC6D84-4AA6-4F9C-9BB9-403E8706E5D9}" type="parTrans" cxnId="{5ADC871B-7645-44BB-A8D9-3BDF0B971059}">
      <dgm:prSet/>
      <dgm:spPr/>
      <dgm:t>
        <a:bodyPr/>
        <a:lstStyle/>
        <a:p>
          <a:endParaRPr lang="fr-FR"/>
        </a:p>
      </dgm:t>
    </dgm:pt>
    <dgm:pt modelId="{D256EB6E-9D33-4D4F-BF18-C6F3C9304186}" type="sibTrans" cxnId="{5ADC871B-7645-44BB-A8D9-3BDF0B971059}">
      <dgm:prSet/>
      <dgm:spPr/>
      <dgm:t>
        <a:bodyPr/>
        <a:lstStyle/>
        <a:p>
          <a:endParaRPr lang="fr-FR"/>
        </a:p>
      </dgm:t>
    </dgm:pt>
    <dgm:pt modelId="{EDE56269-726B-4AA8-88C4-EE0FD1BBFD92}">
      <dgm:prSet phldrT="[Text]" custT="1"/>
      <dgm:spPr/>
      <dgm:t>
        <a:bodyPr/>
        <a:lstStyle/>
        <a:p>
          <a:r>
            <a:rPr lang="fr-FR" sz="1600" i="1" dirty="0" smtClean="0">
              <a:latin typeface="Montserrat"/>
              <a:ea typeface="Montserrat"/>
              <a:cs typeface="Montserrat"/>
              <a:sym typeface="Montserrat"/>
            </a:rPr>
            <a:t>Ce qu’il faudrait améliorer</a:t>
          </a:r>
          <a:endParaRPr lang="fr-FR" sz="1600" dirty="0"/>
        </a:p>
      </dgm:t>
    </dgm:pt>
    <dgm:pt modelId="{A31C4E60-C90E-4938-A490-637328D8BBBE}" type="parTrans" cxnId="{D11B02A0-734B-48BC-8483-EFC253235E13}">
      <dgm:prSet/>
      <dgm:spPr/>
      <dgm:t>
        <a:bodyPr/>
        <a:lstStyle/>
        <a:p>
          <a:endParaRPr lang="fr-FR"/>
        </a:p>
      </dgm:t>
    </dgm:pt>
    <dgm:pt modelId="{EE328A72-ED8E-45A4-B708-1945810CEDB8}" type="sibTrans" cxnId="{D11B02A0-734B-48BC-8483-EFC253235E13}">
      <dgm:prSet/>
      <dgm:spPr/>
      <dgm:t>
        <a:bodyPr/>
        <a:lstStyle/>
        <a:p>
          <a:endParaRPr lang="fr-FR"/>
        </a:p>
      </dgm:t>
    </dgm:pt>
    <dgm:pt modelId="{D61A021D-E4D2-4CCF-BED7-5016B16058CD}">
      <dgm:prSet phldrT="[Text]" custT="1"/>
      <dgm:spPr>
        <a:ln>
          <a:noFill/>
        </a:ln>
      </dgm:spPr>
      <dgm:t>
        <a:bodyPr/>
        <a:lstStyle/>
        <a:p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Les analyses demandées (technique et interprétation)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1125DDEB-9050-4812-A4F0-3506B86E4D16}" type="parTrans" cxnId="{A24863CD-A8A3-49B3-9262-24A7B82DC1CA}">
      <dgm:prSet/>
      <dgm:spPr/>
      <dgm:t>
        <a:bodyPr/>
        <a:lstStyle/>
        <a:p>
          <a:endParaRPr lang="fr-FR"/>
        </a:p>
      </dgm:t>
    </dgm:pt>
    <dgm:pt modelId="{6924A2F7-50CE-492C-96F3-CEC8609FE56A}" type="sibTrans" cxnId="{A24863CD-A8A3-49B3-9262-24A7B82DC1CA}">
      <dgm:prSet/>
      <dgm:spPr/>
      <dgm:t>
        <a:bodyPr/>
        <a:lstStyle/>
        <a:p>
          <a:endParaRPr lang="fr-FR"/>
        </a:p>
      </dgm:t>
    </dgm:pt>
    <dgm:pt modelId="{58B2EADD-9C65-4AAD-87EE-25B42278A2B7}">
      <dgm:prSet phldrT="[Text]" custT="1"/>
      <dgm:spPr>
        <a:ln>
          <a:noFill/>
        </a:ln>
      </dgm:spPr>
      <dgm:t>
        <a:bodyPr/>
        <a:lstStyle/>
        <a:p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Prendre les décisions de corriger / supprimer des données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93DD4B1F-E72C-4ED1-A188-BC9A263C9D71}" type="parTrans" cxnId="{678E8C9C-1D4C-4BDF-A297-C57870A500C6}">
      <dgm:prSet/>
      <dgm:spPr/>
      <dgm:t>
        <a:bodyPr/>
        <a:lstStyle/>
        <a:p>
          <a:endParaRPr lang="fr-FR"/>
        </a:p>
      </dgm:t>
    </dgm:pt>
    <dgm:pt modelId="{CA09B246-FC64-4F7A-AB0E-0EDEEEED95BF}" type="sibTrans" cxnId="{678E8C9C-1D4C-4BDF-A297-C57870A500C6}">
      <dgm:prSet/>
      <dgm:spPr/>
      <dgm:t>
        <a:bodyPr/>
        <a:lstStyle/>
        <a:p>
          <a:endParaRPr lang="fr-FR"/>
        </a:p>
      </dgm:t>
    </dgm:pt>
    <dgm:pt modelId="{9127527D-2C3A-4EC8-B92E-6DE268CBB5FC}">
      <dgm:prSet phldrT="[Text]" custT="1"/>
      <dgm:spPr>
        <a:ln>
          <a:noFill/>
        </a:ln>
      </dgm:spPr>
      <dgm:t>
        <a:bodyPr/>
        <a:lstStyle/>
        <a:p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La connaissance des statistiques : utilité et interprétation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D5271838-678E-46A2-8368-CCD785465566}" type="parTrans" cxnId="{C15E6AF6-B53B-4D05-AE3A-E726FBE80F6F}">
      <dgm:prSet/>
      <dgm:spPr/>
      <dgm:t>
        <a:bodyPr/>
        <a:lstStyle/>
        <a:p>
          <a:endParaRPr lang="fr-FR"/>
        </a:p>
      </dgm:t>
    </dgm:pt>
    <dgm:pt modelId="{11E8EA88-452C-4926-826B-3A1ACB434DA3}" type="sibTrans" cxnId="{C15E6AF6-B53B-4D05-AE3A-E726FBE80F6F}">
      <dgm:prSet/>
      <dgm:spPr/>
      <dgm:t>
        <a:bodyPr/>
        <a:lstStyle/>
        <a:p>
          <a:endParaRPr lang="fr-FR"/>
        </a:p>
      </dgm:t>
    </dgm:pt>
    <dgm:pt modelId="{503A7677-D2EB-432E-99B8-4968422BA4BE}">
      <dgm:prSet phldrT="[Text]" custT="1"/>
      <dgm:spPr>
        <a:ln>
          <a:noFill/>
        </a:ln>
      </dgm:spPr>
      <dgm:t>
        <a:bodyPr/>
        <a:lstStyle/>
        <a:p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Interpréter les analyses statistiques (</a:t>
          </a:r>
          <a:r>
            <a:rPr lang="fr-FR" sz="1200" dirty="0" err="1" smtClean="0">
              <a:solidFill>
                <a:srgbClr val="3F3F3F"/>
              </a:solidFill>
              <a:latin typeface="Montserrat" panose="020B0604020202020204" charset="0"/>
            </a:rPr>
            <a:t>boxplot</a:t>
          </a:r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, z-score)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232CDC1E-6F6D-489B-AA1A-F22D39B23AEC}" type="parTrans" cxnId="{33BEAED3-344D-42DB-8146-C993FADFBB8F}">
      <dgm:prSet/>
      <dgm:spPr/>
      <dgm:t>
        <a:bodyPr/>
        <a:lstStyle/>
        <a:p>
          <a:endParaRPr lang="fr-FR"/>
        </a:p>
      </dgm:t>
    </dgm:pt>
    <dgm:pt modelId="{AF13B2B8-6F6C-4C32-A594-774456B20C1E}" type="sibTrans" cxnId="{33BEAED3-344D-42DB-8146-C993FADFBB8F}">
      <dgm:prSet/>
      <dgm:spPr/>
      <dgm:t>
        <a:bodyPr/>
        <a:lstStyle/>
        <a:p>
          <a:endParaRPr lang="fr-FR"/>
        </a:p>
      </dgm:t>
    </dgm:pt>
    <dgm:pt modelId="{252A7DC5-BD7A-4B64-AFAA-6F6A6B2B119C}">
      <dgm:prSet phldrT="[Text]" custT="1"/>
      <dgm:spPr>
        <a:ln>
          <a:noFill/>
        </a:ln>
      </dgm:spPr>
      <dgm:t>
        <a:bodyPr/>
        <a:lstStyle/>
        <a:p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Les </a:t>
          </a:r>
          <a:r>
            <a:rPr lang="fr-FR" sz="1200" dirty="0" err="1" smtClean="0">
              <a:solidFill>
                <a:srgbClr val="3F3F3F"/>
              </a:solidFill>
              <a:latin typeface="Montserrat" panose="020B0604020202020204" charset="0"/>
            </a:rPr>
            <a:t>skills</a:t>
          </a:r>
          <a:r>
            <a:rPr lang="fr-FR" sz="1200" dirty="0" smtClean="0">
              <a:solidFill>
                <a:srgbClr val="3F3F3F"/>
              </a:solidFill>
              <a:latin typeface="Montserrat" panose="020B0604020202020204" charset="0"/>
            </a:rPr>
            <a:t> commerciales </a:t>
          </a:r>
          <a:endParaRPr lang="fr-FR" sz="1200" dirty="0">
            <a:solidFill>
              <a:srgbClr val="3F3F3F"/>
            </a:solidFill>
            <a:latin typeface="Montserrat" panose="020B0604020202020204" charset="0"/>
          </a:endParaRPr>
        </a:p>
      </dgm:t>
    </dgm:pt>
    <dgm:pt modelId="{3C0F4912-623A-415D-9EAB-9428662685F9}" type="parTrans" cxnId="{4F45BE98-A863-4973-86B2-7CE777E03B71}">
      <dgm:prSet/>
      <dgm:spPr/>
      <dgm:t>
        <a:bodyPr/>
        <a:lstStyle/>
        <a:p>
          <a:endParaRPr lang="fr-FR"/>
        </a:p>
      </dgm:t>
    </dgm:pt>
    <dgm:pt modelId="{09CF9675-7596-4A9D-B7F7-62AFAD27D4AD}" type="sibTrans" cxnId="{4F45BE98-A863-4973-86B2-7CE777E03B71}">
      <dgm:prSet/>
      <dgm:spPr/>
      <dgm:t>
        <a:bodyPr/>
        <a:lstStyle/>
        <a:p>
          <a:endParaRPr lang="fr-FR"/>
        </a:p>
      </dgm:t>
    </dgm:pt>
    <dgm:pt modelId="{1D444CDC-A668-4216-93F7-2AB64586E78A}" type="pres">
      <dgm:prSet presAssocID="{5F7697FA-2A7F-48B0-810C-99E770A604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EC252FE3-AF01-44BB-A908-5F6CB29CCF70}" type="pres">
      <dgm:prSet presAssocID="{339F7665-F3F6-4209-833D-AC5D3AD943C9}" presName="parentText" presStyleLbl="node1" presStyleIdx="0" presStyleCnt="3" custScaleY="33578" custLinFactNeighborY="-4717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F9DCF97-8E4A-4036-AADB-E63D87E9C7A3}" type="pres">
      <dgm:prSet presAssocID="{339F7665-F3F6-4209-833D-AC5D3AD943C9}" presName="childText" presStyleLbl="revTx" presStyleIdx="0" presStyleCnt="3" custScaleY="56856" custLinFactNeighborY="227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3AD54C9-463D-4943-A1BB-89B6FA00DE8C}" type="pres">
      <dgm:prSet presAssocID="{FF28DFEA-9CD9-4F93-A566-8BFB91303873}" presName="parentText" presStyleLbl="node1" presStyleIdx="1" presStyleCnt="3" custScaleY="33053" custLinFactNeighborY="-2243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641B762-CBE7-4777-93CF-F4648978206D}" type="pres">
      <dgm:prSet presAssocID="{FF28DFEA-9CD9-4F93-A566-8BFB91303873}" presName="childText" presStyleLbl="revTx" presStyleIdx="1" presStyleCnt="3" custScaleY="86210" custLinFactNeighborY="-1420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4ACD9E3-D712-4F1C-ADA5-4C273B2E2889}" type="pres">
      <dgm:prSet presAssocID="{EDE56269-726B-4AA8-88C4-EE0FD1BBFD92}" presName="parentText" presStyleLbl="node1" presStyleIdx="2" presStyleCnt="3" custScaleY="34119" custLinFactNeighborY="-1627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A38C191-FE64-48AA-B5AA-B24C2CF0605E}" type="pres">
      <dgm:prSet presAssocID="{EDE56269-726B-4AA8-88C4-EE0FD1BBFD92}" presName="childText" presStyleLbl="revTx" presStyleIdx="2" presStyleCnt="3" custScaleY="56856" custLinFactNeighborY="-1096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3BEAED3-344D-42DB-8146-C993FADFBB8F}" srcId="{FF28DFEA-9CD9-4F93-A566-8BFB91303873}" destId="{503A7677-D2EB-432E-99B8-4968422BA4BE}" srcOrd="2" destOrd="0" parTransId="{232CDC1E-6F6D-489B-AA1A-F22D39B23AEC}" sibTransId="{AF13B2B8-6F6C-4C32-A594-774456B20C1E}"/>
    <dgm:cxn modelId="{5ADC871B-7645-44BB-A8D9-3BDF0B971059}" srcId="{EDE56269-726B-4AA8-88C4-EE0FD1BBFD92}" destId="{836933F8-242A-48EF-85F6-EA1C0C59A85B}" srcOrd="0" destOrd="0" parTransId="{62FC6D84-4AA6-4F9C-9BB9-403E8706E5D9}" sibTransId="{D256EB6E-9D33-4D4F-BF18-C6F3C9304186}"/>
    <dgm:cxn modelId="{6FD320C5-B504-4F3B-9758-E781926DBAD5}" type="presOf" srcId="{D61A021D-E4D2-4CCF-BED7-5016B16058CD}" destId="{E641B762-CBE7-4777-93CF-F4648978206D}" srcOrd="0" destOrd="3" presId="urn:microsoft.com/office/officeart/2005/8/layout/vList2"/>
    <dgm:cxn modelId="{346E4D04-2F64-4F1B-A72C-2EFE149D334F}" srcId="{5F7697FA-2A7F-48B0-810C-99E770A604AD}" destId="{FF28DFEA-9CD9-4F93-A566-8BFB91303873}" srcOrd="1" destOrd="0" parTransId="{33B87E91-189B-4D88-A0E0-4E0734B4DF3E}" sibTransId="{F4188021-FC13-49B6-9E30-1807EAFE6AAF}"/>
    <dgm:cxn modelId="{B7F08D3B-2793-4DA8-B038-83725F2FB045}" srcId="{FF28DFEA-9CD9-4F93-A566-8BFB91303873}" destId="{610A5CEF-E699-4C3E-BCCF-C0BCBC99813D}" srcOrd="1" destOrd="0" parTransId="{D1B2E3A8-1E4F-4E44-81AA-357BEE06E826}" sibTransId="{C6C4501F-597A-4BD8-AB77-A269FD30197E}"/>
    <dgm:cxn modelId="{678E8C9C-1D4C-4BDF-A297-C57870A500C6}" srcId="{FF28DFEA-9CD9-4F93-A566-8BFB91303873}" destId="{58B2EADD-9C65-4AAD-87EE-25B42278A2B7}" srcOrd="0" destOrd="0" parTransId="{93DD4B1F-E72C-4ED1-A188-BC9A263C9D71}" sibTransId="{CA09B246-FC64-4F7A-AB0E-0EDEEEED95BF}"/>
    <dgm:cxn modelId="{AE2BE25A-1523-48DA-99D5-CF6D9885C150}" type="presOf" srcId="{FF28DFEA-9CD9-4F93-A566-8BFB91303873}" destId="{D3AD54C9-463D-4943-A1BB-89B6FA00DE8C}" srcOrd="0" destOrd="0" presId="urn:microsoft.com/office/officeart/2005/8/layout/vList2"/>
    <dgm:cxn modelId="{A6532EED-0768-4EA7-BB72-0A107B467ED7}" type="presOf" srcId="{9127527D-2C3A-4EC8-B92E-6DE268CBB5FC}" destId="{BA38C191-FE64-48AA-B5AA-B24C2CF0605E}" srcOrd="0" destOrd="1" presId="urn:microsoft.com/office/officeart/2005/8/layout/vList2"/>
    <dgm:cxn modelId="{E5D3570B-D224-4F56-BB24-C9A4CA5E637F}" type="presOf" srcId="{EDE56269-726B-4AA8-88C4-EE0FD1BBFD92}" destId="{84ACD9E3-D712-4F1C-ADA5-4C273B2E2889}" srcOrd="0" destOrd="0" presId="urn:microsoft.com/office/officeart/2005/8/layout/vList2"/>
    <dgm:cxn modelId="{D11B02A0-734B-48BC-8483-EFC253235E13}" srcId="{5F7697FA-2A7F-48B0-810C-99E770A604AD}" destId="{EDE56269-726B-4AA8-88C4-EE0FD1BBFD92}" srcOrd="2" destOrd="0" parTransId="{A31C4E60-C90E-4938-A490-637328D8BBBE}" sibTransId="{EE328A72-ED8E-45A4-B708-1945810CEDB8}"/>
    <dgm:cxn modelId="{30B159AC-33D2-4CB0-8E96-12BD09DEBDAB}" type="presOf" srcId="{610A5CEF-E699-4C3E-BCCF-C0BCBC99813D}" destId="{E641B762-CBE7-4777-93CF-F4648978206D}" srcOrd="0" destOrd="1" presId="urn:microsoft.com/office/officeart/2005/8/layout/vList2"/>
    <dgm:cxn modelId="{4F45BE98-A863-4973-86B2-7CE777E03B71}" srcId="{EDE56269-726B-4AA8-88C4-EE0FD1BBFD92}" destId="{252A7DC5-BD7A-4B64-AFAA-6F6A6B2B119C}" srcOrd="2" destOrd="0" parTransId="{3C0F4912-623A-415D-9EAB-9428662685F9}" sibTransId="{09CF9675-7596-4A9D-B7F7-62AFAD27D4AD}"/>
    <dgm:cxn modelId="{94A47202-0A07-4BC1-A13F-274D7205CD4D}" srcId="{339F7665-F3F6-4209-833D-AC5D3AD943C9}" destId="{EC8B1826-A1B9-485F-A419-645859E8304E}" srcOrd="0" destOrd="0" parTransId="{9AAA746C-15B3-4A49-A034-1494582916F8}" sibTransId="{8D1407C5-3409-41E0-9CC4-D963E693C58B}"/>
    <dgm:cxn modelId="{4A1A3105-8559-4DEA-B0EF-71B860CA4DEE}" srcId="{5F7697FA-2A7F-48B0-810C-99E770A604AD}" destId="{339F7665-F3F6-4209-833D-AC5D3AD943C9}" srcOrd="0" destOrd="0" parTransId="{F759A51A-6976-4F12-AAC1-A6FE17C45A33}" sibTransId="{6C16400B-253F-4614-88F3-3A9F503B1C28}"/>
    <dgm:cxn modelId="{BC89987A-B1BC-4485-965F-69AECA71D3AF}" type="presOf" srcId="{836933F8-242A-48EF-85F6-EA1C0C59A85B}" destId="{BA38C191-FE64-48AA-B5AA-B24C2CF0605E}" srcOrd="0" destOrd="0" presId="urn:microsoft.com/office/officeart/2005/8/layout/vList2"/>
    <dgm:cxn modelId="{1345D876-FD53-4462-8A4C-F74C80CD4F1E}" type="presOf" srcId="{339F7665-F3F6-4209-833D-AC5D3AD943C9}" destId="{EC252FE3-AF01-44BB-A908-5F6CB29CCF70}" srcOrd="0" destOrd="0" presId="urn:microsoft.com/office/officeart/2005/8/layout/vList2"/>
    <dgm:cxn modelId="{C15E6AF6-B53B-4D05-AE3A-E726FBE80F6F}" srcId="{EDE56269-726B-4AA8-88C4-EE0FD1BBFD92}" destId="{9127527D-2C3A-4EC8-B92E-6DE268CBB5FC}" srcOrd="1" destOrd="0" parTransId="{D5271838-678E-46A2-8368-CCD785465566}" sibTransId="{11E8EA88-452C-4926-826B-3A1ACB434DA3}"/>
    <dgm:cxn modelId="{BA001690-E219-4DF1-97ED-F7513B2B4353}" type="presOf" srcId="{5F7697FA-2A7F-48B0-810C-99E770A604AD}" destId="{1D444CDC-A668-4216-93F7-2AB64586E78A}" srcOrd="0" destOrd="0" presId="urn:microsoft.com/office/officeart/2005/8/layout/vList2"/>
    <dgm:cxn modelId="{A24863CD-A8A3-49B3-9262-24A7B82DC1CA}" srcId="{FF28DFEA-9CD9-4F93-A566-8BFB91303873}" destId="{D61A021D-E4D2-4CCF-BED7-5016B16058CD}" srcOrd="3" destOrd="0" parTransId="{1125DDEB-9050-4812-A4F0-3506B86E4D16}" sibTransId="{6924A2F7-50CE-492C-96F3-CEC8609FE56A}"/>
    <dgm:cxn modelId="{38B51133-B38F-47DA-A20A-C78FAB587E77}" type="presOf" srcId="{EC8B1826-A1B9-485F-A419-645859E8304E}" destId="{4F9DCF97-8E4A-4036-AADB-E63D87E9C7A3}" srcOrd="0" destOrd="0" presId="urn:microsoft.com/office/officeart/2005/8/layout/vList2"/>
    <dgm:cxn modelId="{40BA255E-6037-4BBA-93D8-9B19A3881F9B}" type="presOf" srcId="{58B2EADD-9C65-4AAD-87EE-25B42278A2B7}" destId="{E641B762-CBE7-4777-93CF-F4648978206D}" srcOrd="0" destOrd="0" presId="urn:microsoft.com/office/officeart/2005/8/layout/vList2"/>
    <dgm:cxn modelId="{87E8DCF6-A533-4229-8747-D36A2660F10C}" type="presOf" srcId="{503A7677-D2EB-432E-99B8-4968422BA4BE}" destId="{E641B762-CBE7-4777-93CF-F4648978206D}" srcOrd="0" destOrd="2" presId="urn:microsoft.com/office/officeart/2005/8/layout/vList2"/>
    <dgm:cxn modelId="{1FFFD0F4-A0F7-441D-9E4B-204C5EBEE6D4}" type="presOf" srcId="{252A7DC5-BD7A-4B64-AFAA-6F6A6B2B119C}" destId="{BA38C191-FE64-48AA-B5AA-B24C2CF0605E}" srcOrd="0" destOrd="2" presId="urn:microsoft.com/office/officeart/2005/8/layout/vList2"/>
    <dgm:cxn modelId="{8A381666-B012-4975-9A40-065631B1E3BC}" type="presParOf" srcId="{1D444CDC-A668-4216-93F7-2AB64586E78A}" destId="{EC252FE3-AF01-44BB-A908-5F6CB29CCF70}" srcOrd="0" destOrd="0" presId="urn:microsoft.com/office/officeart/2005/8/layout/vList2"/>
    <dgm:cxn modelId="{13D5497E-201B-434A-9CC9-84210E6398FB}" type="presParOf" srcId="{1D444CDC-A668-4216-93F7-2AB64586E78A}" destId="{4F9DCF97-8E4A-4036-AADB-E63D87E9C7A3}" srcOrd="1" destOrd="0" presId="urn:microsoft.com/office/officeart/2005/8/layout/vList2"/>
    <dgm:cxn modelId="{02132D99-069D-4AC3-855F-FB0F766E1B6F}" type="presParOf" srcId="{1D444CDC-A668-4216-93F7-2AB64586E78A}" destId="{D3AD54C9-463D-4943-A1BB-89B6FA00DE8C}" srcOrd="2" destOrd="0" presId="urn:microsoft.com/office/officeart/2005/8/layout/vList2"/>
    <dgm:cxn modelId="{2719CD59-0158-4E34-9CD7-CDB51DDF7266}" type="presParOf" srcId="{1D444CDC-A668-4216-93F7-2AB64586E78A}" destId="{E641B762-CBE7-4777-93CF-F4648978206D}" srcOrd="3" destOrd="0" presId="urn:microsoft.com/office/officeart/2005/8/layout/vList2"/>
    <dgm:cxn modelId="{C083B1A1-7F8E-45DD-B7C4-447CD2B0E4A7}" type="presParOf" srcId="{1D444CDC-A668-4216-93F7-2AB64586E78A}" destId="{84ACD9E3-D712-4F1C-ADA5-4C273B2E2889}" srcOrd="4" destOrd="0" presId="urn:microsoft.com/office/officeart/2005/8/layout/vList2"/>
    <dgm:cxn modelId="{6F8E1B29-2910-430C-AA79-D8F8E9383087}" type="presParOf" srcId="{1D444CDC-A668-4216-93F7-2AB64586E78A}" destId="{BA38C191-FE64-48AA-B5AA-B24C2CF0605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CA023-25CE-41D6-8F47-434B9BE21B5A}">
      <dsp:nvSpPr>
        <dsp:cNvPr id="0" name=""/>
        <dsp:cNvSpPr/>
      </dsp:nvSpPr>
      <dsp:spPr>
        <a:xfrm>
          <a:off x="1694" y="0"/>
          <a:ext cx="2636010" cy="2988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u="sng" kern="1200" smtClean="0">
              <a:solidFill>
                <a:srgbClr val="3F3F3F"/>
              </a:solidFill>
              <a:latin typeface="Montserrat" panose="020B0604020202020204" charset="0"/>
            </a:rPr>
            <a:t>ERP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smtClean="0">
              <a:solidFill>
                <a:srgbClr val="3F3F3F"/>
              </a:solidFill>
              <a:latin typeface="Montserrat" panose="020B0604020202020204" charset="0"/>
            </a:rPr>
            <a:t>=&gt; Informations sur stock et valeur des articles vendus.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smtClean="0">
              <a:solidFill>
                <a:srgbClr val="3F3F3F"/>
              </a:solidFill>
              <a:latin typeface="Montserrat" panose="020B0604020202020204" charset="0"/>
            </a:rPr>
            <a:t>=&gt; 1 ligne = 1 article identifiable par un ID unique (‘product</a:t>
          </a:r>
          <a:r>
            <a:rPr lang="fr-FR" sz="1200" kern="1200" smtClean="0">
              <a:solidFill>
                <a:srgbClr val="3F3F3F"/>
              </a:solidFill>
              <a:latin typeface="+mn-lt"/>
            </a:rPr>
            <a:t>_</a:t>
          </a:r>
          <a:r>
            <a:rPr lang="fr-FR" sz="1200" kern="1200" smtClean="0">
              <a:solidFill>
                <a:srgbClr val="3F3F3F"/>
              </a:solidFill>
              <a:latin typeface="Montserrat" panose="020B0604020202020204" charset="0"/>
            </a:rPr>
            <a:t>id’)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1694" y="1195324"/>
        <a:ext cx="2636010" cy="1195324"/>
      </dsp:txXfrm>
    </dsp:sp>
    <dsp:sp modelId="{F36D8C9C-84A2-4868-92DB-C9BAFF375C6B}">
      <dsp:nvSpPr>
        <dsp:cNvPr id="0" name=""/>
        <dsp:cNvSpPr/>
      </dsp:nvSpPr>
      <dsp:spPr>
        <a:xfrm>
          <a:off x="887698" y="153092"/>
          <a:ext cx="864001" cy="864001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1563" r="100000">
                        <a14:foregroundMark x1="71484" y1="20781" x2="71484" y2="20781"/>
                        <a14:foregroundMark x1="35840" y1="29747" x2="35840" y2="297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507" t="8910" r="7259" b="9154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606D2-BC08-47A0-935E-A8F2FB93B0F3}">
      <dsp:nvSpPr>
        <dsp:cNvPr id="0" name=""/>
        <dsp:cNvSpPr/>
      </dsp:nvSpPr>
      <dsp:spPr>
        <a:xfrm>
          <a:off x="2716784" y="0"/>
          <a:ext cx="2636010" cy="2988310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u="sng" kern="1200" smtClean="0">
              <a:solidFill>
                <a:srgbClr val="3F3F3F"/>
              </a:solidFill>
              <a:latin typeface="Montserrat" panose="020B0604020202020204" charset="0"/>
            </a:rPr>
            <a:t>Liaison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u="none" kern="1200" smtClean="0">
              <a:solidFill>
                <a:srgbClr val="3F3F3F"/>
              </a:solidFill>
              <a:latin typeface="Montserrat" panose="020B0604020202020204" charset="0"/>
            </a:rPr>
            <a:t>=&gt; Correspondances entre références produits ERP </a:t>
          </a:r>
          <a:r>
            <a:rPr lang="fr-FR" sz="1200" kern="1200" smtClean="0">
              <a:solidFill>
                <a:srgbClr val="3F3F3F"/>
              </a:solidFill>
              <a:latin typeface="Montserrat" panose="020B0604020202020204" charset="0"/>
            </a:rPr>
            <a:t>(‘product</a:t>
          </a:r>
          <a:r>
            <a:rPr lang="fr-FR" sz="1200" kern="1200" smtClean="0">
              <a:solidFill>
                <a:srgbClr val="3F3F3F"/>
              </a:solidFill>
              <a:latin typeface="+mn-lt"/>
            </a:rPr>
            <a:t>_</a:t>
          </a:r>
          <a:r>
            <a:rPr lang="fr-FR" sz="1200" kern="1200" smtClean="0">
              <a:solidFill>
                <a:srgbClr val="3F3F3F"/>
              </a:solidFill>
              <a:latin typeface="Montserrat" panose="020B0604020202020204" charset="0"/>
            </a:rPr>
            <a:t>id’) </a:t>
          </a:r>
          <a:r>
            <a:rPr lang="fr-FR" sz="1200" u="none" kern="1200" smtClean="0">
              <a:solidFill>
                <a:srgbClr val="3F3F3F"/>
              </a:solidFill>
              <a:latin typeface="Montserrat" panose="020B0604020202020204" charset="0"/>
            </a:rPr>
            <a:t>et site (‘sku’).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u="none" kern="1200" smtClean="0">
              <a:solidFill>
                <a:srgbClr val="3F3F3F"/>
              </a:solidFill>
              <a:latin typeface="Montserrat" panose="020B0604020202020204" charset="0"/>
            </a:rPr>
            <a:t>=&gt; 1 ligne = 1 correspondance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200" u="none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2716784" y="1195324"/>
        <a:ext cx="2636010" cy="1195324"/>
      </dsp:txXfrm>
    </dsp:sp>
    <dsp:sp modelId="{0E262E54-D1EC-420A-8A6A-CC0093E42DE3}">
      <dsp:nvSpPr>
        <dsp:cNvPr id="0" name=""/>
        <dsp:cNvSpPr/>
      </dsp:nvSpPr>
      <dsp:spPr>
        <a:xfrm>
          <a:off x="3602789" y="138135"/>
          <a:ext cx="864001" cy="864001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91222" y1="34222" x2="91222" y2="34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22050" t="21161" r="19756" b="24469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595C0F-F86E-4AA2-BB08-57E2FD7B1ACF}">
      <dsp:nvSpPr>
        <dsp:cNvPr id="0" name=""/>
        <dsp:cNvSpPr/>
      </dsp:nvSpPr>
      <dsp:spPr>
        <a:xfrm>
          <a:off x="5431875" y="0"/>
          <a:ext cx="2636010" cy="2988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u="sng" kern="1200" smtClean="0">
              <a:solidFill>
                <a:srgbClr val="3F3F3F"/>
              </a:solidFill>
              <a:latin typeface="Montserrat" panose="020B0604020202020204" charset="0"/>
            </a:rPr>
            <a:t>Web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u="none" kern="1200" smtClean="0">
              <a:solidFill>
                <a:srgbClr val="3F3F3F"/>
              </a:solidFill>
              <a:latin typeface="Montserrat" panose="020B0604020202020204" charset="0"/>
            </a:rPr>
            <a:t>=&gt; Ventes + description articles du site (nom, type, note clients, infos post, taxe…)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u="none" kern="1200" smtClean="0">
              <a:solidFill>
                <a:srgbClr val="3F3F3F"/>
              </a:solidFill>
              <a:latin typeface="Montserrat" panose="020B0604020202020204" charset="0"/>
            </a:rPr>
            <a:t>=&gt; 1 ligne = 1 article identifiable par un ID unique (‘sku’)</a:t>
          </a:r>
          <a:endParaRPr lang="fr-FR" sz="1200" u="none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5431875" y="1195324"/>
        <a:ext cx="2636010" cy="1195324"/>
      </dsp:txXfrm>
    </dsp:sp>
    <dsp:sp modelId="{D3D81AB2-C017-4338-94B5-D9799AA5DED3}">
      <dsp:nvSpPr>
        <dsp:cNvPr id="0" name=""/>
        <dsp:cNvSpPr/>
      </dsp:nvSpPr>
      <dsp:spPr>
        <a:xfrm>
          <a:off x="6317879" y="130513"/>
          <a:ext cx="864001" cy="864001"/>
        </a:xfrm>
        <a:prstGeom prst="ellipse">
          <a:avLst/>
        </a:prstGeom>
        <a:blipFill>
          <a:blip xmlns:r="http://schemas.openxmlformats.org/officeDocument/2006/relationships"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67041" y1="70204" x2="67041" y2="702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F33B1-A3D4-49FA-B383-FDE5115E0410}">
      <dsp:nvSpPr>
        <dsp:cNvPr id="0" name=""/>
        <dsp:cNvSpPr/>
      </dsp:nvSpPr>
      <dsp:spPr>
        <a:xfrm>
          <a:off x="322783" y="2436369"/>
          <a:ext cx="7424013" cy="448246"/>
        </a:xfrm>
        <a:prstGeom prst="leftRight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78F401-8C60-41C7-BF11-DA17BFF40489}">
      <dsp:nvSpPr>
        <dsp:cNvPr id="0" name=""/>
        <dsp:cNvSpPr/>
      </dsp:nvSpPr>
      <dsp:spPr>
        <a:xfrm>
          <a:off x="80651" y="-201497"/>
          <a:ext cx="1224001" cy="6147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Montserrat" panose="020B0604020202020204" charset="0"/>
            </a:rPr>
            <a:t>Vérification</a:t>
          </a:r>
          <a:endParaRPr lang="fr-FR" sz="1400" kern="1200" dirty="0">
            <a:latin typeface="Montserrat" panose="020B0604020202020204" charset="0"/>
          </a:endParaRPr>
        </a:p>
      </dsp:txBody>
      <dsp:txXfrm>
        <a:off x="80651" y="-201497"/>
        <a:ext cx="1224001" cy="409810"/>
      </dsp:txXfrm>
    </dsp:sp>
    <dsp:sp modelId="{B0E83A34-6D6B-49EB-99B5-C739F92C22F1}">
      <dsp:nvSpPr>
        <dsp:cNvPr id="0" name=""/>
        <dsp:cNvSpPr/>
      </dsp:nvSpPr>
      <dsp:spPr>
        <a:xfrm>
          <a:off x="8108" y="206293"/>
          <a:ext cx="1788023" cy="2481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Nombre de lignes et colonnes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Informations présentes :</a:t>
          </a:r>
          <a:endParaRPr lang="fr-FR" sz="8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types données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description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valeurs manquantes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60477" y="258662"/>
        <a:ext cx="1683285" cy="2376491"/>
      </dsp:txXfrm>
    </dsp:sp>
    <dsp:sp modelId="{AC66E8D1-000D-470C-A8FE-5C33E077E419}">
      <dsp:nvSpPr>
        <dsp:cNvPr id="0" name=""/>
        <dsp:cNvSpPr/>
      </dsp:nvSpPr>
      <dsp:spPr>
        <a:xfrm rot="21587733">
          <a:off x="1554104" y="-128024"/>
          <a:ext cx="528843" cy="2548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400" kern="1200"/>
        </a:p>
      </dsp:txBody>
      <dsp:txXfrm>
        <a:off x="1554104" y="-76922"/>
        <a:ext cx="452395" cy="152896"/>
      </dsp:txXfrm>
    </dsp:sp>
    <dsp:sp modelId="{C68780B1-F870-4E7D-9D53-2A3FA6D9F631}">
      <dsp:nvSpPr>
        <dsp:cNvPr id="0" name=""/>
        <dsp:cNvSpPr/>
      </dsp:nvSpPr>
      <dsp:spPr>
        <a:xfrm>
          <a:off x="2302464" y="-209070"/>
          <a:ext cx="1024526" cy="61471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Montserrat" panose="020B0604020202020204" charset="0"/>
            </a:rPr>
            <a:t>Choix</a:t>
          </a:r>
          <a:endParaRPr lang="fr-FR" sz="1400" kern="1200" dirty="0">
            <a:latin typeface="Montserrat" panose="020B0604020202020204" charset="0"/>
          </a:endParaRPr>
        </a:p>
      </dsp:txBody>
      <dsp:txXfrm>
        <a:off x="2302464" y="-209070"/>
        <a:ext cx="1024526" cy="409810"/>
      </dsp:txXfrm>
    </dsp:sp>
    <dsp:sp modelId="{2C99AF01-89BC-4441-8B77-ECA4F3F96962}">
      <dsp:nvSpPr>
        <dsp:cNvPr id="0" name=""/>
        <dsp:cNvSpPr/>
      </dsp:nvSpPr>
      <dsp:spPr>
        <a:xfrm>
          <a:off x="2207145" y="187614"/>
          <a:ext cx="1634099" cy="25074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Suppression des données jugées non nécessaires </a:t>
          </a: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(ex : commentaires clients site Web)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2255006" y="235475"/>
        <a:ext cx="1538377" cy="2411759"/>
      </dsp:txXfrm>
    </dsp:sp>
    <dsp:sp modelId="{27B59898-49E0-40F5-97D8-3DD0F75F2E13}">
      <dsp:nvSpPr>
        <dsp:cNvPr id="0" name=""/>
        <dsp:cNvSpPr/>
      </dsp:nvSpPr>
      <dsp:spPr>
        <a:xfrm rot="21584067">
          <a:off x="3583543" y="-136402"/>
          <a:ext cx="543903" cy="2548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400" kern="1200"/>
        </a:p>
      </dsp:txBody>
      <dsp:txXfrm>
        <a:off x="3583543" y="-85259"/>
        <a:ext cx="467455" cy="152896"/>
      </dsp:txXfrm>
    </dsp:sp>
    <dsp:sp modelId="{7462E60D-01F9-4507-BA36-A282F9A32C37}">
      <dsp:nvSpPr>
        <dsp:cNvPr id="0" name=""/>
        <dsp:cNvSpPr/>
      </dsp:nvSpPr>
      <dsp:spPr>
        <a:xfrm>
          <a:off x="4353211" y="-219036"/>
          <a:ext cx="1224001" cy="6147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Montserrat" panose="020B0604020202020204" charset="0"/>
            </a:rPr>
            <a:t>Vérification</a:t>
          </a:r>
          <a:endParaRPr lang="fr-FR" sz="1400" kern="1200" dirty="0">
            <a:latin typeface="Montserrat" panose="020B0604020202020204" charset="0"/>
          </a:endParaRPr>
        </a:p>
      </dsp:txBody>
      <dsp:txXfrm>
        <a:off x="4353211" y="-219036"/>
        <a:ext cx="1224001" cy="409810"/>
      </dsp:txXfrm>
    </dsp:sp>
    <dsp:sp modelId="{3637269D-ABE4-46E9-9942-F78BE44951ED}">
      <dsp:nvSpPr>
        <dsp:cNvPr id="0" name=""/>
        <dsp:cNvSpPr/>
      </dsp:nvSpPr>
      <dsp:spPr>
        <a:xfrm>
          <a:off x="4252258" y="183965"/>
          <a:ext cx="2014874" cy="25210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Présence de lignes doublons par analyse de l’ID unique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Présence de valeurs incohérentes :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min, max, négatifs, manquants pour numériques </a:t>
          </a:r>
          <a:r>
            <a:rPr lang="fr-FR" sz="900" i="1" kern="1200" dirty="0" smtClean="0">
              <a:solidFill>
                <a:srgbClr val="3F3F3F"/>
              </a:solidFill>
              <a:latin typeface="Montserrat" panose="020B0604020202020204" charset="0"/>
            </a:rPr>
            <a:t>(ex : </a:t>
          </a:r>
          <a:r>
            <a:rPr lang="fr-FR" sz="900" i="1" kern="1200" dirty="0" err="1" smtClean="0">
              <a:solidFill>
                <a:srgbClr val="3F3F3F"/>
              </a:solidFill>
              <a:latin typeface="Montserrat" panose="020B0604020202020204" charset="0"/>
            </a:rPr>
            <a:t>price</a:t>
          </a:r>
          <a:r>
            <a:rPr lang="fr-FR" sz="900" i="1" kern="1200" dirty="0" smtClean="0">
              <a:solidFill>
                <a:srgbClr val="3F3F3F"/>
              </a:solidFill>
              <a:latin typeface="Montserrat" panose="020B0604020202020204" charset="0"/>
            </a:rPr>
            <a:t>)</a:t>
          </a:r>
          <a:endParaRPr lang="fr-FR" sz="105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respect nomenclature pour textes </a:t>
          </a:r>
          <a:r>
            <a:rPr lang="fr-FR" sz="900" i="1" kern="1200" dirty="0" smtClean="0">
              <a:solidFill>
                <a:srgbClr val="3F3F3F"/>
              </a:solidFill>
              <a:latin typeface="Montserrat" panose="020B0604020202020204" charset="0"/>
            </a:rPr>
            <a:t>(ex : </a:t>
          </a:r>
          <a:r>
            <a:rPr lang="fr-FR" sz="900" i="1" kern="1200" dirty="0" err="1" smtClean="0">
              <a:solidFill>
                <a:srgbClr val="3F3F3F"/>
              </a:solidFill>
              <a:latin typeface="Montserrat" panose="020B0604020202020204" charset="0"/>
            </a:rPr>
            <a:t>sku</a:t>
          </a:r>
          <a:r>
            <a:rPr lang="fr-FR" sz="900" i="1" kern="1200" dirty="0" smtClean="0">
              <a:solidFill>
                <a:srgbClr val="3F3F3F"/>
              </a:solidFill>
              <a:latin typeface="Montserrat" panose="020B0604020202020204" charset="0"/>
            </a:rPr>
            <a:t>) </a:t>
          </a:r>
          <a:endParaRPr lang="fr-FR" sz="900" i="1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4311272" y="242979"/>
        <a:ext cx="1896846" cy="2403068"/>
      </dsp:txXfrm>
    </dsp:sp>
    <dsp:sp modelId="{3DFDC635-C5E5-4060-B728-6AF4EF549104}">
      <dsp:nvSpPr>
        <dsp:cNvPr id="0" name=""/>
        <dsp:cNvSpPr/>
      </dsp:nvSpPr>
      <dsp:spPr>
        <a:xfrm rot="16864">
          <a:off x="5891161" y="-135370"/>
          <a:ext cx="665585" cy="2548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400" kern="1200"/>
        </a:p>
      </dsp:txBody>
      <dsp:txXfrm>
        <a:off x="5891161" y="-84592"/>
        <a:ext cx="589137" cy="152896"/>
      </dsp:txXfrm>
    </dsp:sp>
    <dsp:sp modelId="{3AA41FDD-37D7-4486-8EF5-A23E4FC4CDC2}">
      <dsp:nvSpPr>
        <dsp:cNvPr id="0" name=""/>
        <dsp:cNvSpPr/>
      </dsp:nvSpPr>
      <dsp:spPr>
        <a:xfrm>
          <a:off x="6833020" y="-207361"/>
          <a:ext cx="1024526" cy="61471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Montserrat" panose="020B0604020202020204" charset="0"/>
            </a:rPr>
            <a:t>Choix</a:t>
          </a:r>
          <a:endParaRPr lang="fr-FR" sz="1400" kern="1200" dirty="0">
            <a:latin typeface="Montserrat" panose="020B0604020202020204" charset="0"/>
          </a:endParaRPr>
        </a:p>
      </dsp:txBody>
      <dsp:txXfrm>
        <a:off x="6833020" y="-207361"/>
        <a:ext cx="1024526" cy="409810"/>
      </dsp:txXfrm>
    </dsp:sp>
    <dsp:sp modelId="{7E492557-FF3E-4B53-A39A-D681C019425D}">
      <dsp:nvSpPr>
        <dsp:cNvPr id="0" name=""/>
        <dsp:cNvSpPr/>
      </dsp:nvSpPr>
      <dsp:spPr>
        <a:xfrm>
          <a:off x="6678146" y="185486"/>
          <a:ext cx="1790995" cy="2489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Correction des valeurs incohérentes </a:t>
          </a: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: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ts val="18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renseignement auprès des collaborateurs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déduction (calcul…)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Suppression des lignes doublons ou dont ID unique est manquant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6730602" y="237942"/>
        <a:ext cx="1686083" cy="23841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A74406-FEF6-4BF5-8BBB-64428BCA72A7}">
      <dsp:nvSpPr>
        <dsp:cNvPr id="0" name=""/>
        <dsp:cNvSpPr/>
      </dsp:nvSpPr>
      <dsp:spPr>
        <a:xfrm>
          <a:off x="65525" y="0"/>
          <a:ext cx="1260000" cy="395999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accent3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kern="1200" dirty="0" smtClean="0">
              <a:solidFill>
                <a:srgbClr val="3F3F3F"/>
              </a:solidFill>
              <a:latin typeface="Montserrat" panose="020B0604020202020204" charset="0"/>
            </a:rPr>
            <a:t>Erreur de saisie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65525" y="0"/>
        <a:ext cx="1260000" cy="395999"/>
      </dsp:txXfrm>
    </dsp:sp>
    <dsp:sp modelId="{10FB5440-EF51-4CC4-A015-7101EAF8054D}">
      <dsp:nvSpPr>
        <dsp:cNvPr id="0" name=""/>
        <dsp:cNvSpPr/>
      </dsp:nvSpPr>
      <dsp:spPr>
        <a:xfrm>
          <a:off x="65525" y="418987"/>
          <a:ext cx="1260000" cy="1644609"/>
        </a:xfrm>
        <a:prstGeom prst="rect">
          <a:avLst/>
        </a:prstGeom>
        <a:solidFill>
          <a:schemeClr val="accent3">
            <a:lumMod val="20000"/>
            <a:lumOff val="80000"/>
            <a:alpha val="9000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stock</a:t>
          </a:r>
          <a:r>
            <a:rPr lang="fr-FR" sz="1100" kern="12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quantity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total</a:t>
          </a:r>
          <a:r>
            <a:rPr lang="fr-FR" sz="1100" kern="12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sales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price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=&gt; Négatifs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=&gt; Prix de vente &lt; prix d’achat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65525" y="418987"/>
        <a:ext cx="1260000" cy="1644609"/>
      </dsp:txXfrm>
    </dsp:sp>
    <dsp:sp modelId="{47E1AA21-8DC5-44FC-A4C7-524474DE89A4}">
      <dsp:nvSpPr>
        <dsp:cNvPr id="0" name=""/>
        <dsp:cNvSpPr/>
      </dsp:nvSpPr>
      <dsp:spPr>
        <a:xfrm>
          <a:off x="1467247" y="0"/>
          <a:ext cx="1408497" cy="422788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accent3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kern="1200" dirty="0" smtClean="0">
              <a:solidFill>
                <a:srgbClr val="3F3F3F"/>
              </a:solidFill>
              <a:latin typeface="Montserrat" panose="020B0604020202020204" charset="0"/>
            </a:rPr>
            <a:t>Erreur d’encodage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1467247" y="0"/>
        <a:ext cx="1408497" cy="422788"/>
      </dsp:txXfrm>
    </dsp:sp>
    <dsp:sp modelId="{5011F232-0DFE-4AFD-B0B8-DBBD59074EF4}">
      <dsp:nvSpPr>
        <dsp:cNvPr id="0" name=""/>
        <dsp:cNvSpPr/>
      </dsp:nvSpPr>
      <dsp:spPr>
        <a:xfrm>
          <a:off x="1467247" y="418991"/>
          <a:ext cx="1408497" cy="1688372"/>
        </a:xfrm>
        <a:prstGeom prst="rect">
          <a:avLst/>
        </a:prstGeom>
        <a:solidFill>
          <a:schemeClr val="accent3">
            <a:lumMod val="20000"/>
            <a:lumOff val="80000"/>
            <a:alpha val="9000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err="1" smtClean="0">
              <a:solidFill>
                <a:srgbClr val="3F3F3F"/>
              </a:solidFill>
              <a:latin typeface="Montserrat" panose="020B0604020202020204" charset="0"/>
            </a:rPr>
            <a:t>stock</a:t>
          </a:r>
          <a:r>
            <a:rPr lang="fr-FR" sz="1100" kern="1200" dirty="0" err="1" smtClean="0">
              <a:solidFill>
                <a:srgbClr val="3F3F3F"/>
              </a:solidFill>
              <a:latin typeface="+mn-lt"/>
            </a:rPr>
            <a:t>_</a:t>
          </a:r>
          <a:r>
            <a:rPr lang="fr-FR" sz="1100" kern="1200" dirty="0" err="1" smtClean="0">
              <a:solidFill>
                <a:srgbClr val="3F3F3F"/>
              </a:solidFill>
              <a:latin typeface="Montserrat" panose="020B0604020202020204" charset="0"/>
            </a:rPr>
            <a:t>status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smtClean="0">
              <a:solidFill>
                <a:srgbClr val="3F3F3F"/>
              </a:solidFill>
              <a:latin typeface="Montserrat" panose="020B0604020202020204" charset="0"/>
            </a:rPr>
            <a:t>=&gt; 0 =  instock 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dirty="0" smtClean="0">
              <a:solidFill>
                <a:srgbClr val="3F3F3F"/>
              </a:solidFill>
              <a:latin typeface="Montserrat" panose="020B0604020202020204" charset="0"/>
            </a:rPr>
            <a:t>=&gt; 3 = </a:t>
          </a:r>
          <a:r>
            <a:rPr lang="fr-FR" sz="1000" i="1" kern="1200" dirty="0" err="1" smtClean="0">
              <a:solidFill>
                <a:srgbClr val="3F3F3F"/>
              </a:solidFill>
              <a:latin typeface="Montserrat" panose="020B0604020202020204" charset="0"/>
            </a:rPr>
            <a:t>outofstock</a:t>
          </a:r>
          <a:r>
            <a:rPr lang="fr-FR" sz="1000" kern="1200" dirty="0" smtClean="0">
              <a:solidFill>
                <a:srgbClr val="3F3F3F"/>
              </a:solidFill>
              <a:latin typeface="Montserrat" panose="020B0604020202020204" charset="0"/>
            </a:rPr>
            <a:t> </a:t>
          </a:r>
          <a:endParaRPr lang="fr-FR" sz="10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1467247" y="418991"/>
        <a:ext cx="1408497" cy="1688372"/>
      </dsp:txXfrm>
    </dsp:sp>
    <dsp:sp modelId="{9DEB1828-7A4E-4F2E-B20F-4995C58D7225}">
      <dsp:nvSpPr>
        <dsp:cNvPr id="0" name=""/>
        <dsp:cNvSpPr/>
      </dsp:nvSpPr>
      <dsp:spPr>
        <a:xfrm>
          <a:off x="3018617" y="0"/>
          <a:ext cx="1077700" cy="431080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accent3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kern="1200" dirty="0" smtClean="0">
              <a:solidFill>
                <a:srgbClr val="3F3F3F"/>
              </a:solidFill>
              <a:latin typeface="Montserrat" panose="020B0604020202020204" charset="0"/>
            </a:rPr>
            <a:t>Erreur type et formatage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3018617" y="0"/>
        <a:ext cx="1077700" cy="431080"/>
      </dsp:txXfrm>
    </dsp:sp>
    <dsp:sp modelId="{2AB414F1-E4E8-4A11-9368-F3463A9CDF0D}">
      <dsp:nvSpPr>
        <dsp:cNvPr id="0" name=""/>
        <dsp:cNvSpPr/>
      </dsp:nvSpPr>
      <dsp:spPr>
        <a:xfrm>
          <a:off x="3017467" y="418987"/>
          <a:ext cx="1080000" cy="1688372"/>
        </a:xfrm>
        <a:prstGeom prst="rect">
          <a:avLst/>
        </a:prstGeom>
        <a:solidFill>
          <a:schemeClr val="accent3">
            <a:lumMod val="20000"/>
            <a:lumOff val="80000"/>
            <a:alpha val="9000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sku en format texte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codification erronée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smtClean="0">
              <a:solidFill>
                <a:srgbClr val="3F3F3F"/>
              </a:solidFill>
              <a:latin typeface="Montserrat" panose="020B0604020202020204" charset="0"/>
            </a:rPr>
            <a:t>(bon-cadeau, 13127-1)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3017467" y="418987"/>
        <a:ext cx="1080000" cy="1688372"/>
      </dsp:txXfrm>
    </dsp:sp>
    <dsp:sp modelId="{26CBDE9A-721F-4818-8963-6FE53524AC60}">
      <dsp:nvSpPr>
        <dsp:cNvPr id="0" name=""/>
        <dsp:cNvSpPr/>
      </dsp:nvSpPr>
      <dsp:spPr>
        <a:xfrm>
          <a:off x="4239189" y="0"/>
          <a:ext cx="1081155" cy="432462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accent3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kern="1200" dirty="0" smtClean="0">
              <a:solidFill>
                <a:srgbClr val="3F3F3F"/>
              </a:solidFill>
              <a:latin typeface="Montserrat" panose="020B0604020202020204" charset="0"/>
            </a:rPr>
            <a:t>Valeurs manquantes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4239189" y="0"/>
        <a:ext cx="1081155" cy="432462"/>
      </dsp:txXfrm>
    </dsp:sp>
    <dsp:sp modelId="{E2327761-57EE-409B-9359-5C7B56E2D0AF}">
      <dsp:nvSpPr>
        <dsp:cNvPr id="0" name=""/>
        <dsp:cNvSpPr/>
      </dsp:nvSpPr>
      <dsp:spPr>
        <a:xfrm>
          <a:off x="4239767" y="418981"/>
          <a:ext cx="1080000" cy="1688372"/>
        </a:xfrm>
        <a:prstGeom prst="rect">
          <a:avLst/>
        </a:prstGeom>
        <a:solidFill>
          <a:schemeClr val="accent3">
            <a:lumMod val="20000"/>
            <a:lumOff val="80000"/>
            <a:alpha val="9000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sku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id</a:t>
          </a:r>
          <a:r>
            <a:rPr lang="fr-FR" sz="1100" kern="12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web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=&gt; </a:t>
          </a:r>
          <a:r>
            <a:rPr lang="fr-FR" sz="1100" b="1" i="0" kern="1200" smtClean="0">
              <a:solidFill>
                <a:srgbClr val="3F3F3F"/>
              </a:solidFill>
              <a:latin typeface="Montserrat" panose="020B0604020202020204" charset="0"/>
            </a:rPr>
            <a:t>erreur</a:t>
          </a: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  </a:t>
          </a:r>
          <a:r>
            <a:rPr lang="fr-FR" sz="1100" b="1" kern="1200" smtClean="0">
              <a:solidFill>
                <a:srgbClr val="3F3F3F"/>
              </a:solidFill>
              <a:latin typeface="Montserrat" panose="020B0604020202020204" charset="0"/>
            </a:rPr>
            <a:t>jointure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smtClean="0">
              <a:solidFill>
                <a:srgbClr val="3F3F3F"/>
              </a:solidFill>
              <a:latin typeface="Montserrat" panose="020B0604020202020204" charset="0"/>
            </a:rPr>
            <a:t>(111 lignes valeurs vides car sans correspondance ID)</a:t>
          </a:r>
          <a:endParaRPr lang="fr-FR" sz="10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4239767" y="418981"/>
        <a:ext cx="1080000" cy="1688372"/>
      </dsp:txXfrm>
    </dsp:sp>
    <dsp:sp modelId="{4626527C-C4DD-4FB4-9C37-5C99F77BE253}">
      <dsp:nvSpPr>
        <dsp:cNvPr id="0" name=""/>
        <dsp:cNvSpPr/>
      </dsp:nvSpPr>
      <dsp:spPr>
        <a:xfrm>
          <a:off x="5462066" y="0"/>
          <a:ext cx="934486" cy="389235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accent3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kern="1200" dirty="0" smtClean="0">
              <a:solidFill>
                <a:srgbClr val="3F3F3F"/>
              </a:solidFill>
              <a:latin typeface="Montserrat" panose="020B0604020202020204" charset="0"/>
            </a:rPr>
            <a:t>Doublons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5462066" y="0"/>
        <a:ext cx="934486" cy="389235"/>
      </dsp:txXfrm>
    </dsp:sp>
    <dsp:sp modelId="{65CA4DAB-D0B7-4177-AF7D-120739652839}">
      <dsp:nvSpPr>
        <dsp:cNvPr id="0" name=""/>
        <dsp:cNvSpPr/>
      </dsp:nvSpPr>
      <dsp:spPr>
        <a:xfrm>
          <a:off x="5462066" y="418988"/>
          <a:ext cx="934486" cy="1688372"/>
        </a:xfrm>
        <a:prstGeom prst="rect">
          <a:avLst/>
        </a:prstGeom>
        <a:solidFill>
          <a:schemeClr val="accent3">
            <a:lumMod val="20000"/>
            <a:lumOff val="80000"/>
            <a:alpha val="9000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lignes en doublon dans Web car </a:t>
          </a:r>
          <a:r>
            <a:rPr lang="fr-FR" sz="1100" b="1" kern="1200" smtClean="0">
              <a:solidFill>
                <a:srgbClr val="3F3F3F"/>
              </a:solidFill>
              <a:latin typeface="Montserrat" panose="020B0604020202020204" charset="0"/>
            </a:rPr>
            <a:t>erreur de saisie </a:t>
          </a: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dans tax</a:t>
          </a:r>
          <a:r>
            <a:rPr lang="fr-FR" sz="1100" kern="12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status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5462066" y="418988"/>
        <a:ext cx="934486" cy="1688372"/>
      </dsp:txXfrm>
    </dsp:sp>
    <dsp:sp modelId="{62FD8C7D-C819-4635-8C77-EE6FD462168A}">
      <dsp:nvSpPr>
        <dsp:cNvPr id="0" name=""/>
        <dsp:cNvSpPr/>
      </dsp:nvSpPr>
      <dsp:spPr>
        <a:xfrm>
          <a:off x="6538274" y="0"/>
          <a:ext cx="848552" cy="370907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accent3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kern="1200" dirty="0" smtClean="0">
              <a:solidFill>
                <a:srgbClr val="3F3F3F"/>
              </a:solidFill>
              <a:latin typeface="Montserrat" panose="020B0604020202020204" charset="0"/>
            </a:rPr>
            <a:t>Valeurs extrêmes 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6538274" y="0"/>
        <a:ext cx="848552" cy="370907"/>
      </dsp:txXfrm>
    </dsp:sp>
    <dsp:sp modelId="{528605E7-D3F1-43BE-A056-CE26BF6690C3}">
      <dsp:nvSpPr>
        <dsp:cNvPr id="0" name=""/>
        <dsp:cNvSpPr/>
      </dsp:nvSpPr>
      <dsp:spPr>
        <a:xfrm>
          <a:off x="6538274" y="390428"/>
          <a:ext cx="848552" cy="1688372"/>
        </a:xfrm>
        <a:prstGeom prst="rect">
          <a:avLst/>
        </a:prstGeom>
        <a:solidFill>
          <a:schemeClr val="accent3">
            <a:lumMod val="20000"/>
            <a:lumOff val="80000"/>
            <a:alpha val="9000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price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6538274" y="390428"/>
        <a:ext cx="848552" cy="1688372"/>
      </dsp:txXfrm>
    </dsp:sp>
    <dsp:sp modelId="{F9D36CA6-1D12-4A24-9462-7B01E8DF75AE}">
      <dsp:nvSpPr>
        <dsp:cNvPr id="0" name=""/>
        <dsp:cNvSpPr/>
      </dsp:nvSpPr>
      <dsp:spPr>
        <a:xfrm>
          <a:off x="7528548" y="0"/>
          <a:ext cx="1254650" cy="370907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accent3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kern="1200" dirty="0" smtClean="0">
              <a:solidFill>
                <a:srgbClr val="3F3F3F"/>
              </a:solidFill>
              <a:latin typeface="Montserrat" panose="020B0604020202020204" charset="0"/>
            </a:rPr>
            <a:t>Autres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7528548" y="0"/>
        <a:ext cx="1254650" cy="370907"/>
      </dsp:txXfrm>
    </dsp:sp>
    <dsp:sp modelId="{E51DC26B-33DE-48D7-B768-2C63D3FAB465}">
      <dsp:nvSpPr>
        <dsp:cNvPr id="0" name=""/>
        <dsp:cNvSpPr/>
      </dsp:nvSpPr>
      <dsp:spPr>
        <a:xfrm>
          <a:off x="7528548" y="390428"/>
          <a:ext cx="1254650" cy="1688372"/>
        </a:xfrm>
        <a:prstGeom prst="rect">
          <a:avLst/>
        </a:prstGeom>
        <a:solidFill>
          <a:schemeClr val="accent3">
            <a:lumMod val="20000"/>
            <a:lumOff val="80000"/>
            <a:alpha val="9000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présence d’</a:t>
          </a:r>
          <a:r>
            <a:rPr lang="fr-FR" sz="1100" b="1" kern="1200" smtClean="0">
              <a:solidFill>
                <a:srgbClr val="3F3F3F"/>
              </a:solidFill>
              <a:latin typeface="Montserrat" panose="020B0604020202020204" charset="0"/>
            </a:rPr>
            <a:t>autres types de Produits </a:t>
          </a: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(product</a:t>
          </a:r>
          <a:r>
            <a:rPr lang="fr-FR" sz="1100" kern="1200" smtClean="0">
              <a:solidFill>
                <a:srgbClr val="3F3F3F"/>
              </a:solidFill>
              <a:latin typeface="+mn-lt"/>
            </a:rPr>
            <a:t>_</a:t>
          </a:r>
          <a:r>
            <a:rPr lang="fr-FR" sz="1100" kern="1200" smtClean="0">
              <a:solidFill>
                <a:srgbClr val="3F3F3F"/>
              </a:solidFill>
              <a:latin typeface="Montserrat" panose="020B0604020202020204" charset="0"/>
            </a:rPr>
            <a:t>type) en plus des boissons alcoolisées </a:t>
          </a: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1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i="1" kern="1200" smtClean="0">
              <a:solidFill>
                <a:srgbClr val="3F3F3F"/>
              </a:solidFill>
              <a:latin typeface="Montserrat" panose="020B0604020202020204" charset="0"/>
            </a:rPr>
            <a:t>=&gt; Huile d’olive et bon-cadeau</a:t>
          </a:r>
          <a:endParaRPr lang="fr-FR" sz="1000" i="1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7528548" y="390428"/>
        <a:ext cx="1254650" cy="16883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77419-14F1-49B3-B2EA-291DA0C311F2}">
      <dsp:nvSpPr>
        <dsp:cNvPr id="0" name=""/>
        <dsp:cNvSpPr/>
      </dsp:nvSpPr>
      <dsp:spPr>
        <a:xfrm>
          <a:off x="2721" y="73227"/>
          <a:ext cx="7568216" cy="3578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latin typeface="Montserrat" panose="020B0604020202020204" charset="0"/>
            </a:rPr>
            <a:t>ERP + Web</a:t>
          </a:r>
          <a:endParaRPr lang="fr-FR" sz="1600" kern="1200" dirty="0">
            <a:latin typeface="Montserrat" panose="020B0604020202020204" charset="0"/>
          </a:endParaRPr>
        </a:p>
      </dsp:txBody>
      <dsp:txXfrm>
        <a:off x="13202" y="83708"/>
        <a:ext cx="7547254" cy="336874"/>
      </dsp:txXfrm>
    </dsp:sp>
    <dsp:sp modelId="{CE985F5A-A65D-4175-BC22-D58165C45258}">
      <dsp:nvSpPr>
        <dsp:cNvPr id="0" name=""/>
        <dsp:cNvSpPr/>
      </dsp:nvSpPr>
      <dsp:spPr>
        <a:xfrm>
          <a:off x="10109" y="495685"/>
          <a:ext cx="2384293" cy="10332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product</a:t>
          </a:r>
          <a:r>
            <a:rPr lang="fr-FR" sz="1200" kern="1200" dirty="0" err="1" smtClean="0">
              <a:latin typeface="+mn-lt"/>
            </a:rPr>
            <a:t>_</a:t>
          </a:r>
          <a:r>
            <a:rPr lang="fr-FR" sz="1200" kern="1200" dirty="0" err="1" smtClean="0">
              <a:latin typeface="Montserrat" panose="020B0604020202020204" charset="0"/>
            </a:rPr>
            <a:t>id</a:t>
          </a:r>
          <a:endParaRPr lang="fr-FR" sz="1200" kern="1200" dirty="0" smtClean="0">
            <a:latin typeface="Montserrat" panose="020B0604020202020204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price</a:t>
          </a:r>
          <a:endParaRPr lang="fr-FR" sz="1200" kern="1200" dirty="0" smtClean="0">
            <a:latin typeface="Montserrat" panose="020B0604020202020204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stock</a:t>
          </a:r>
          <a:r>
            <a:rPr lang="fr-FR" sz="1200" kern="1200" dirty="0" err="1" smtClean="0">
              <a:latin typeface="+mn-lt"/>
            </a:rPr>
            <a:t>_</a:t>
          </a:r>
          <a:r>
            <a:rPr lang="fr-FR" sz="1200" kern="1200" dirty="0" err="1" smtClean="0">
              <a:latin typeface="Montserrat" panose="020B0604020202020204" charset="0"/>
            </a:rPr>
            <a:t>quantity</a:t>
          </a:r>
          <a:endParaRPr lang="fr-FR" sz="1200" kern="1200" dirty="0" smtClean="0">
            <a:latin typeface="Montserrat" panose="020B0604020202020204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purchase</a:t>
          </a:r>
          <a:r>
            <a:rPr lang="fr-FR" sz="1200" kern="1200" dirty="0" err="1" smtClean="0">
              <a:latin typeface="+mn-lt"/>
            </a:rPr>
            <a:t>_</a:t>
          </a:r>
          <a:r>
            <a:rPr lang="fr-FR" sz="1200" kern="1200" dirty="0" err="1" smtClean="0">
              <a:latin typeface="Montserrat" panose="020B0604020202020204" charset="0"/>
            </a:rPr>
            <a:t>price</a:t>
          </a:r>
          <a:endParaRPr lang="fr-FR" sz="1200" kern="1200" dirty="0">
            <a:latin typeface="Montserrat" panose="020B0604020202020204" charset="0"/>
          </a:endParaRPr>
        </a:p>
      </dsp:txBody>
      <dsp:txXfrm>
        <a:off x="40373" y="525949"/>
        <a:ext cx="2323765" cy="972747"/>
      </dsp:txXfrm>
    </dsp:sp>
    <dsp:sp modelId="{967C7883-1DD2-43B1-8B3A-B543DD6222C6}">
      <dsp:nvSpPr>
        <dsp:cNvPr id="0" name=""/>
        <dsp:cNvSpPr/>
      </dsp:nvSpPr>
      <dsp:spPr>
        <a:xfrm>
          <a:off x="2594683" y="495685"/>
          <a:ext cx="2384293" cy="10332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sku</a:t>
          </a:r>
          <a:endParaRPr lang="fr-FR" sz="1200" kern="1200" dirty="0" smtClean="0">
            <a:latin typeface="Montserrat" panose="020B0604020202020204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total</a:t>
          </a:r>
          <a:r>
            <a:rPr lang="fr-FR" sz="1200" kern="1200" dirty="0" err="1" smtClean="0">
              <a:latin typeface="+mn-lt"/>
            </a:rPr>
            <a:t>_</a:t>
          </a:r>
          <a:r>
            <a:rPr lang="fr-FR" sz="1200" kern="1200" dirty="0" err="1" smtClean="0">
              <a:latin typeface="Montserrat" panose="020B0604020202020204" charset="0"/>
            </a:rPr>
            <a:t>sales</a:t>
          </a:r>
          <a:endParaRPr lang="fr-FR" sz="1200" kern="1200" dirty="0" smtClean="0">
            <a:latin typeface="Montserrat" panose="020B0604020202020204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product</a:t>
          </a:r>
          <a:r>
            <a:rPr lang="fr-FR" sz="1200" kern="1200" dirty="0" err="1" smtClean="0">
              <a:latin typeface="+mn-lt"/>
            </a:rPr>
            <a:t>_</a:t>
          </a:r>
          <a:r>
            <a:rPr lang="fr-FR" sz="1200" kern="1200" dirty="0" err="1" smtClean="0">
              <a:latin typeface="Montserrat" panose="020B0604020202020204" charset="0"/>
            </a:rPr>
            <a:t>type</a:t>
          </a:r>
          <a:endParaRPr lang="fr-FR" sz="1200" kern="1200" dirty="0" smtClean="0">
            <a:latin typeface="Montserrat" panose="020B0604020202020204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post</a:t>
          </a:r>
          <a:r>
            <a:rPr lang="fr-FR" sz="1200" kern="1200" dirty="0" err="1" smtClean="0">
              <a:latin typeface="+mn-lt"/>
            </a:rPr>
            <a:t>_</a:t>
          </a:r>
          <a:r>
            <a:rPr lang="fr-FR" sz="1200" kern="1200" dirty="0" err="1" smtClean="0">
              <a:latin typeface="Montserrat" panose="020B0604020202020204" charset="0"/>
            </a:rPr>
            <a:t>name</a:t>
          </a:r>
          <a:endParaRPr lang="fr-FR" sz="1200" kern="1200" dirty="0">
            <a:latin typeface="Montserrat" panose="020B0604020202020204" charset="0"/>
          </a:endParaRPr>
        </a:p>
      </dsp:txBody>
      <dsp:txXfrm>
        <a:off x="2624947" y="525949"/>
        <a:ext cx="2323765" cy="972747"/>
      </dsp:txXfrm>
    </dsp:sp>
    <dsp:sp modelId="{83051E81-6BF2-4107-A6F3-C72640A58946}">
      <dsp:nvSpPr>
        <dsp:cNvPr id="0" name=""/>
        <dsp:cNvSpPr/>
      </dsp:nvSpPr>
      <dsp:spPr>
        <a:xfrm>
          <a:off x="5179257" y="495685"/>
          <a:ext cx="2384293" cy="10332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onsale</a:t>
          </a:r>
          <a:r>
            <a:rPr lang="fr-FR" sz="1200" kern="1200" dirty="0" err="1" smtClean="0">
              <a:latin typeface="+mn-lt"/>
            </a:rPr>
            <a:t>_</a:t>
          </a:r>
          <a:r>
            <a:rPr lang="fr-FR" sz="1200" kern="1200" dirty="0" err="1" smtClean="0">
              <a:latin typeface="Montserrat" panose="020B0604020202020204" charset="0"/>
            </a:rPr>
            <a:t>web</a:t>
          </a:r>
          <a:endParaRPr lang="fr-FR" sz="1200" kern="1200" dirty="0" smtClean="0">
            <a:latin typeface="Montserrat" panose="020B0604020202020204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Montserrat" panose="020B0604020202020204" charset="0"/>
            </a:rPr>
            <a:t>- </a:t>
          </a:r>
          <a:r>
            <a:rPr lang="fr-FR" sz="1200" kern="1200" dirty="0" err="1" smtClean="0">
              <a:latin typeface="Montserrat" panose="020B0604020202020204" charset="0"/>
            </a:rPr>
            <a:t>stock</a:t>
          </a:r>
          <a:r>
            <a:rPr lang="fr-FR" sz="1200" kern="1200" dirty="0" err="1" smtClean="0">
              <a:latin typeface="+mn-lt"/>
            </a:rPr>
            <a:t>_</a:t>
          </a:r>
          <a:r>
            <a:rPr lang="fr-FR" sz="1200" kern="1200" dirty="0" err="1" smtClean="0">
              <a:latin typeface="Montserrat" panose="020B0604020202020204" charset="0"/>
            </a:rPr>
            <a:t>status</a:t>
          </a:r>
          <a:endParaRPr lang="fr-FR" sz="1200" kern="1200" dirty="0">
            <a:latin typeface="Montserrat" panose="020B0604020202020204" charset="0"/>
          </a:endParaRPr>
        </a:p>
      </dsp:txBody>
      <dsp:txXfrm>
        <a:off x="5209521" y="525949"/>
        <a:ext cx="2323765" cy="9727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BA480-BD88-4687-B229-288AE0DAA593}">
      <dsp:nvSpPr>
        <dsp:cNvPr id="0" name=""/>
        <dsp:cNvSpPr/>
      </dsp:nvSpPr>
      <dsp:spPr>
        <a:xfrm>
          <a:off x="-269281" y="0"/>
          <a:ext cx="3435757" cy="3435757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DBB13-B4FA-413E-81E1-8CDD0856B5EC}">
      <dsp:nvSpPr>
        <dsp:cNvPr id="0" name=""/>
        <dsp:cNvSpPr/>
      </dsp:nvSpPr>
      <dsp:spPr>
        <a:xfrm>
          <a:off x="1448597" y="-10118"/>
          <a:ext cx="6946061" cy="345599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i="1" kern="1200" dirty="0" smtClean="0">
              <a:solidFill>
                <a:srgbClr val="3F3F3F"/>
              </a:solidFill>
              <a:latin typeface="Montserrat" panose="020B0604020202020204" charset="0"/>
            </a:rPr>
            <a:t>Améliorations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i="1" kern="1200" dirty="0" smtClean="0">
              <a:solidFill>
                <a:srgbClr val="3F3F3F"/>
              </a:solidFill>
              <a:latin typeface="Montserrat" panose="020B0604020202020204" charset="0"/>
            </a:rPr>
            <a:t>données</a:t>
          </a:r>
          <a:endParaRPr lang="fr-FR" sz="1400" i="1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1448597" y="-10118"/>
        <a:ext cx="3473030" cy="1641596"/>
      </dsp:txXfrm>
    </dsp:sp>
    <dsp:sp modelId="{D6E6DFAB-9030-4372-A9DF-B6DCE0201B2F}">
      <dsp:nvSpPr>
        <dsp:cNvPr id="0" name=""/>
        <dsp:cNvSpPr/>
      </dsp:nvSpPr>
      <dsp:spPr>
        <a:xfrm>
          <a:off x="632604" y="1631984"/>
          <a:ext cx="1631984" cy="1631984"/>
        </a:xfrm>
        <a:prstGeom prst="pie">
          <a:avLst>
            <a:gd name="adj1" fmla="val 5400000"/>
            <a:gd name="adj2" fmla="val 16200000"/>
          </a:avLst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0E68C-689B-4F42-B713-3F5BAFFDF492}">
      <dsp:nvSpPr>
        <dsp:cNvPr id="0" name=""/>
        <dsp:cNvSpPr/>
      </dsp:nvSpPr>
      <dsp:spPr>
        <a:xfrm>
          <a:off x="1448597" y="1631984"/>
          <a:ext cx="6946061" cy="163198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i="1" kern="1200" dirty="0" smtClean="0">
              <a:solidFill>
                <a:srgbClr val="3F3F3F"/>
              </a:solidFill>
              <a:latin typeface="Montserrat" panose="020B0604020202020204" charset="0"/>
            </a:rPr>
            <a:t>Améliorations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i="1" kern="1200" dirty="0" smtClean="0">
              <a:solidFill>
                <a:srgbClr val="3F3F3F"/>
              </a:solidFill>
              <a:latin typeface="Montserrat" panose="020B0604020202020204" charset="0"/>
            </a:rPr>
            <a:t>performances</a:t>
          </a:r>
          <a:endParaRPr lang="fr-FR" sz="1400" i="1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1448597" y="1631984"/>
        <a:ext cx="3473030" cy="1631984"/>
      </dsp:txXfrm>
    </dsp:sp>
    <dsp:sp modelId="{E91A84FA-8AE8-4444-95BA-81D8ECC46DEE}">
      <dsp:nvSpPr>
        <dsp:cNvPr id="0" name=""/>
        <dsp:cNvSpPr/>
      </dsp:nvSpPr>
      <dsp:spPr>
        <a:xfrm>
          <a:off x="4025169" y="8013"/>
          <a:ext cx="4550156" cy="163198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000" i="1" kern="1200" dirty="0" smtClean="0">
              <a:latin typeface="Montserrat" panose="020B0604020202020204" charset="0"/>
            </a:rPr>
            <a:t>Harmonisation + format + auto-incrémentation </a:t>
          </a:r>
          <a:r>
            <a:rPr lang="fr-FR" sz="1000" i="1" kern="1200" dirty="0" err="1" smtClean="0">
              <a:latin typeface="Montserrat" panose="020B0604020202020204" charset="0"/>
            </a:rPr>
            <a:t>IDs</a:t>
          </a:r>
          <a:endParaRPr lang="fr-FR" sz="1000" i="1" kern="1200" dirty="0">
            <a:latin typeface="Montserrat" panose="020B060402020202020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000" i="1" kern="1200" dirty="0" smtClean="0">
              <a:latin typeface="Montserrat" panose="020B0604020202020204" charset="0"/>
            </a:rPr>
            <a:t>Tenir à jour fichier de Liaison (si besoin)</a:t>
          </a:r>
          <a:endParaRPr lang="fr-FR" sz="1000" i="1" kern="1200" dirty="0">
            <a:latin typeface="Montserrat" panose="020B060402020202020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000" i="1" kern="1200" dirty="0" smtClean="0">
              <a:latin typeface="Montserrat" panose="020B0604020202020204" charset="0"/>
            </a:rPr>
            <a:t>Encoder </a:t>
          </a:r>
          <a:r>
            <a:rPr lang="fr-FR" sz="1000" i="1" kern="1200" dirty="0" err="1" smtClean="0">
              <a:latin typeface="Montserrat" panose="020B0604020202020204" charset="0"/>
            </a:rPr>
            <a:t>stock</a:t>
          </a:r>
          <a:r>
            <a:rPr lang="fr-FR" sz="1000" i="1" kern="1200" dirty="0" err="1" smtClean="0">
              <a:latin typeface="+mn-lt"/>
            </a:rPr>
            <a:t>_</a:t>
          </a:r>
          <a:r>
            <a:rPr lang="fr-FR" sz="1000" i="1" kern="1200" dirty="0" err="1" smtClean="0">
              <a:latin typeface="Montserrat" panose="020B0604020202020204" charset="0"/>
            </a:rPr>
            <a:t>status</a:t>
          </a:r>
          <a:endParaRPr lang="fr-FR" sz="1000" i="1" kern="1200" dirty="0">
            <a:latin typeface="Montserrat" panose="020B060402020202020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000" i="1" kern="1200" dirty="0" smtClean="0">
              <a:latin typeface="Montserrat" panose="020B0604020202020204" charset="0"/>
            </a:rPr>
            <a:t>Vérification hebdomadaire des données ERP (stock, prix)</a:t>
          </a:r>
          <a:endParaRPr lang="fr-FR" sz="1000" i="1" kern="1200" dirty="0">
            <a:latin typeface="Montserrat" panose="020B060402020202020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000" i="1" kern="1200" dirty="0" smtClean="0">
              <a:latin typeface="Montserrat" panose="020B0604020202020204" charset="0"/>
            </a:rPr>
            <a:t>Améliorer système de </a:t>
          </a:r>
          <a:r>
            <a:rPr lang="fr-FR" sz="1000" i="1" kern="1200" dirty="0" err="1" smtClean="0">
              <a:latin typeface="Montserrat" panose="020B0604020202020204" charset="0"/>
            </a:rPr>
            <a:t>destockage</a:t>
          </a:r>
          <a:endParaRPr lang="fr-FR" sz="1000" i="1" kern="1200" dirty="0">
            <a:latin typeface="Montserrat" panose="020B060402020202020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000" i="1" kern="1200" dirty="0" smtClean="0">
              <a:latin typeface="Montserrat" panose="020B0604020202020204" charset="0"/>
            </a:rPr>
            <a:t>Créer un dictionnaire des données</a:t>
          </a:r>
          <a:endParaRPr lang="fr-FR" sz="1000" i="1" kern="1200" dirty="0">
            <a:latin typeface="Montserrat" panose="020B0604020202020204" charset="0"/>
          </a:endParaRPr>
        </a:p>
      </dsp:txBody>
      <dsp:txXfrm>
        <a:off x="4025169" y="8013"/>
        <a:ext cx="4550156" cy="1631984"/>
      </dsp:txXfrm>
    </dsp:sp>
    <dsp:sp modelId="{905FA56A-D4A8-4AE4-905E-4BD5FB9073F3}">
      <dsp:nvSpPr>
        <dsp:cNvPr id="0" name=""/>
        <dsp:cNvSpPr/>
      </dsp:nvSpPr>
      <dsp:spPr>
        <a:xfrm>
          <a:off x="4025169" y="1631984"/>
          <a:ext cx="4550156" cy="163198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000" i="1" kern="1200" dirty="0" smtClean="0">
              <a:latin typeface="Montserrat" panose="020B0604020202020204" charset="0"/>
            </a:rPr>
            <a:t>Analyses complémentaires articles identifiés à problème </a:t>
          </a:r>
          <a:endParaRPr lang="fr-FR" sz="1000" i="1" kern="1200" dirty="0">
            <a:latin typeface="Montserrat" panose="020B060402020202020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000" i="1" kern="1200" dirty="0" smtClean="0">
              <a:latin typeface="Montserrat" panose="020B0604020202020204" charset="0"/>
            </a:rPr>
            <a:t>Analyse tendance des ventes pour valider gestion des stock</a:t>
          </a:r>
          <a:endParaRPr lang="fr-FR" sz="1000" i="1" kern="1200" dirty="0">
            <a:latin typeface="Montserrat" panose="020B0604020202020204" charset="0"/>
          </a:endParaRPr>
        </a:p>
        <a:p>
          <a:pPr marL="57150" lvl="1" indent="-57150" algn="l" defTabSz="4445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000" i="1" kern="1200" dirty="0" smtClean="0">
              <a:latin typeface="Montserrat" panose="020B0604020202020204" charset="0"/>
            </a:rPr>
            <a:t>Analyses approfondies des corrélations </a:t>
          </a:r>
          <a:endParaRPr lang="fr-FR" sz="1000" i="1" kern="1200" dirty="0">
            <a:latin typeface="Montserrat" panose="020B0604020202020204" charset="0"/>
          </a:endParaRPr>
        </a:p>
      </dsp:txBody>
      <dsp:txXfrm>
        <a:off x="4025169" y="1631984"/>
        <a:ext cx="4550156" cy="16319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252FE3-AF01-44BB-A908-5F6CB29CCF70}">
      <dsp:nvSpPr>
        <dsp:cNvPr id="0" name=""/>
        <dsp:cNvSpPr/>
      </dsp:nvSpPr>
      <dsp:spPr>
        <a:xfrm>
          <a:off x="0" y="0"/>
          <a:ext cx="8239125" cy="40189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i="1" kern="1200" dirty="0" smtClean="0">
              <a:latin typeface="Montserrat"/>
              <a:ea typeface="Montserrat"/>
              <a:cs typeface="Montserrat"/>
              <a:sym typeface="Montserrat"/>
            </a:rPr>
            <a:t>Ce qui s’est bien passé</a:t>
          </a:r>
          <a:endParaRPr lang="fr-FR" sz="1600" kern="1200" dirty="0"/>
        </a:p>
      </dsp:txBody>
      <dsp:txXfrm>
        <a:off x="19619" y="19619"/>
        <a:ext cx="8199887" cy="362660"/>
      </dsp:txXfrm>
    </dsp:sp>
    <dsp:sp modelId="{4F9DCF97-8E4A-4036-AADB-E63D87E9C7A3}">
      <dsp:nvSpPr>
        <dsp:cNvPr id="0" name=""/>
        <dsp:cNvSpPr/>
      </dsp:nvSpPr>
      <dsp:spPr>
        <a:xfrm>
          <a:off x="0" y="448895"/>
          <a:ext cx="8239125" cy="601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592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i="0" kern="1200" dirty="0" smtClean="0">
              <a:solidFill>
                <a:srgbClr val="3F3F3F"/>
              </a:solidFill>
              <a:latin typeface="Montserrat" panose="020B0604020202020204" charset="0"/>
            </a:rPr>
            <a:t>Globalement tout car notebook clair et bien guidé</a:t>
          </a:r>
          <a:endParaRPr lang="fr-FR" sz="1200" i="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0" y="448895"/>
        <a:ext cx="8239125" cy="601994"/>
      </dsp:txXfrm>
    </dsp:sp>
    <dsp:sp modelId="{D3AD54C9-463D-4943-A1BB-89B6FA00DE8C}">
      <dsp:nvSpPr>
        <dsp:cNvPr id="0" name=""/>
        <dsp:cNvSpPr/>
      </dsp:nvSpPr>
      <dsp:spPr>
        <a:xfrm>
          <a:off x="0" y="786176"/>
          <a:ext cx="8239125" cy="3956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i="1" kern="1200" dirty="0" smtClean="0">
              <a:latin typeface="Montserrat"/>
              <a:ea typeface="Montserrat"/>
              <a:cs typeface="Montserrat"/>
              <a:sym typeface="Montserrat"/>
            </a:rPr>
            <a:t>Ce qui a été le plus difficile </a:t>
          </a:r>
          <a:endParaRPr lang="fr-FR" sz="1600" kern="1200" dirty="0"/>
        </a:p>
      </dsp:txBody>
      <dsp:txXfrm>
        <a:off x="19312" y="805488"/>
        <a:ext cx="8200501" cy="356990"/>
      </dsp:txXfrm>
    </dsp:sp>
    <dsp:sp modelId="{E641B762-CBE7-4777-93CF-F4648978206D}">
      <dsp:nvSpPr>
        <dsp:cNvPr id="0" name=""/>
        <dsp:cNvSpPr/>
      </dsp:nvSpPr>
      <dsp:spPr>
        <a:xfrm>
          <a:off x="0" y="1249277"/>
          <a:ext cx="8239125" cy="912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592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Prendre les décisions de corriger / supprimer des données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Retranscrire mon cheminement d’idées en code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Interpréter les analyses statistiques (</a:t>
          </a:r>
          <a:r>
            <a:rPr lang="fr-FR" sz="1200" kern="1200" dirty="0" err="1" smtClean="0">
              <a:solidFill>
                <a:srgbClr val="3F3F3F"/>
              </a:solidFill>
              <a:latin typeface="Montserrat" panose="020B0604020202020204" charset="0"/>
            </a:rPr>
            <a:t>boxplot</a:t>
          </a: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, z-score)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Les analyses demandées (technique et interprétation)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0" y="1249277"/>
        <a:ext cx="8239125" cy="912795"/>
      </dsp:txXfrm>
    </dsp:sp>
    <dsp:sp modelId="{84ACD9E3-D712-4F1C-ADA5-4C273B2E2889}">
      <dsp:nvSpPr>
        <dsp:cNvPr id="0" name=""/>
        <dsp:cNvSpPr/>
      </dsp:nvSpPr>
      <dsp:spPr>
        <a:xfrm>
          <a:off x="0" y="2159809"/>
          <a:ext cx="8239125" cy="40837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i="1" kern="1200" dirty="0" smtClean="0">
              <a:latin typeface="Montserrat"/>
              <a:ea typeface="Montserrat"/>
              <a:cs typeface="Montserrat"/>
              <a:sym typeface="Montserrat"/>
            </a:rPr>
            <a:t>Ce qu’il faudrait améliorer</a:t>
          </a:r>
          <a:endParaRPr lang="fr-FR" sz="1600" kern="1200" dirty="0"/>
        </a:p>
      </dsp:txBody>
      <dsp:txXfrm>
        <a:off x="19935" y="2179744"/>
        <a:ext cx="8199255" cy="368503"/>
      </dsp:txXfrm>
    </dsp:sp>
    <dsp:sp modelId="{BA38C191-FE64-48AA-B5AA-B24C2CF0605E}">
      <dsp:nvSpPr>
        <dsp:cNvPr id="0" name=""/>
        <dsp:cNvSpPr/>
      </dsp:nvSpPr>
      <dsp:spPr>
        <a:xfrm>
          <a:off x="0" y="2609310"/>
          <a:ext cx="8239125" cy="601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592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La confiance dans mes choix et mes capacités d’analyse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La connaissance des statistiques : utilité et interprétation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Les </a:t>
          </a:r>
          <a:r>
            <a:rPr lang="fr-FR" sz="1200" kern="1200" dirty="0" err="1" smtClean="0">
              <a:solidFill>
                <a:srgbClr val="3F3F3F"/>
              </a:solidFill>
              <a:latin typeface="Montserrat" panose="020B0604020202020204" charset="0"/>
            </a:rPr>
            <a:t>skills</a:t>
          </a:r>
          <a:r>
            <a:rPr lang="fr-FR" sz="1200" kern="1200" dirty="0" smtClean="0">
              <a:solidFill>
                <a:srgbClr val="3F3F3F"/>
              </a:solidFill>
              <a:latin typeface="Montserrat" panose="020B0604020202020204" charset="0"/>
            </a:rPr>
            <a:t> commerciales </a:t>
          </a:r>
          <a:endParaRPr lang="fr-FR" sz="1200" kern="1200" dirty="0">
            <a:solidFill>
              <a:srgbClr val="3F3F3F"/>
            </a:solidFill>
            <a:latin typeface="Montserrat" panose="020B0604020202020204" charset="0"/>
          </a:endParaRPr>
        </a:p>
      </dsp:txBody>
      <dsp:txXfrm>
        <a:off x="0" y="2609310"/>
        <a:ext cx="8239125" cy="601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20FDB-AEEB-49C8-A7F3-0C206B97AE08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A9E2D-62CF-4CD1-B967-CB4F78C0AB0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44825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7545347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Infos stock = quantité + statut                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Infos valeur = prix de vente + prix d’achat    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Infos post = date mise en ligne, date modification, statut publication, nb et commentaires clients, lien vers article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None/>
            </a:pPr>
            <a:endParaRPr lang="fr-FR" baseline="0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Z-score &gt; 3 = règle empirique, validée par l’expérience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 smtClean="0"/>
              <a:t>Moustaches déduites à partir de l’IQR (50% des valeurs) : +/- 1,5 IQR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 smtClean="0"/>
              <a:t>Boite décalée vers le bas + moustache supérieure longue</a:t>
            </a:r>
            <a:r>
              <a:rPr lang="fr-FR" baseline="0" dirty="0" smtClean="0"/>
              <a:t> </a:t>
            </a:r>
            <a:r>
              <a:rPr lang="fr-FR" dirty="0" smtClean="0"/>
              <a:t>=&gt; distribution asymétrique, plutôt</a:t>
            </a:r>
            <a:r>
              <a:rPr lang="fr-FR" baseline="0" dirty="0" smtClean="0"/>
              <a:t> concentrée au niveau des valeurs inférieures à la médiane et plus dispersée au niveau des valeurs élevées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 smtClean="0"/>
              <a:t>Justification </a:t>
            </a:r>
            <a:r>
              <a:rPr lang="fr-FR" dirty="0" err="1" smtClean="0"/>
              <a:t>outliers</a:t>
            </a:r>
            <a:r>
              <a:rPr lang="fr-FR" dirty="0" smtClean="0"/>
              <a:t> : prix</a:t>
            </a:r>
            <a:r>
              <a:rPr lang="fr-FR" baseline="0" dirty="0" smtClean="0"/>
              <a:t> hors des normes de par la nature des produits : considérés de luxe car plus rares et dont la qualité est plus élevée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Q1 = 14,50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Q3 = 42,00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fr-FR" baseline="0" dirty="0" smtClean="0"/>
              <a:t>Z-score &gt; 3 = règle empirique, validée par l’expérience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 smtClean="0"/>
              <a:t>2017 = conditions climatiques favorables </a:t>
            </a:r>
            <a:r>
              <a:rPr lang="fr-FR" baseline="0" dirty="0" smtClean="0"/>
              <a:t>+ pas de maladies </a:t>
            </a:r>
            <a:r>
              <a:rPr lang="fr-FR" dirty="0" smtClean="0"/>
              <a:t>=&gt; bonne production</a:t>
            </a:r>
            <a:r>
              <a:rPr lang="fr-FR" baseline="0" dirty="0" smtClean="0"/>
              <a:t> et qualité appréciée, faciles à vendre car bon rapport qualité/prix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Millésime 2016 : idem 2017 + bons vins de garde, mais production plus rare donc très recherchée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Limites = bon </a:t>
            </a:r>
            <a:r>
              <a:rPr lang="fr-FR" baseline="0" dirty="0" smtClean="0"/>
              <a:t>indicateur de </a:t>
            </a:r>
            <a:r>
              <a:rPr lang="fr-FR" baseline="0" dirty="0" smtClean="0"/>
              <a:t>gestion </a:t>
            </a:r>
            <a:r>
              <a:rPr lang="fr-FR" baseline="0" dirty="0" smtClean="0"/>
              <a:t>opérationnelle et financière mais </a:t>
            </a:r>
            <a:r>
              <a:rPr lang="fr-FR" baseline="0" dirty="0" smtClean="0"/>
              <a:t>soumis </a:t>
            </a:r>
            <a:r>
              <a:rPr lang="fr-FR" baseline="0" dirty="0" smtClean="0"/>
              <a:t>à l’hypothèse que </a:t>
            </a:r>
            <a:r>
              <a:rPr lang="fr-FR" baseline="0" dirty="0" smtClean="0"/>
              <a:t>conso </a:t>
            </a:r>
            <a:r>
              <a:rPr lang="fr-FR" baseline="0" dirty="0" smtClean="0"/>
              <a:t>du stock et </a:t>
            </a:r>
            <a:r>
              <a:rPr lang="fr-FR" baseline="0" dirty="0" smtClean="0"/>
              <a:t>nombre </a:t>
            </a:r>
            <a:r>
              <a:rPr lang="fr-FR" baseline="0" dirty="0" smtClean="0"/>
              <a:t>de ventes soient linéaires dans le temps. </a:t>
            </a:r>
            <a:endParaRPr lang="fr-FR" baseline="0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None/>
            </a:pPr>
            <a:r>
              <a:rPr lang="fr-FR" baseline="0" dirty="0" smtClean="0"/>
              <a:t>    =&gt; </a:t>
            </a:r>
            <a:r>
              <a:rPr lang="fr-FR" baseline="0" dirty="0" smtClean="0"/>
              <a:t>ne prend pas en compte la </a:t>
            </a:r>
            <a:r>
              <a:rPr lang="fr-FR" baseline="0" dirty="0" smtClean="0"/>
              <a:t>saisonnalité, </a:t>
            </a:r>
            <a:r>
              <a:rPr lang="fr-FR" baseline="0" dirty="0" smtClean="0"/>
              <a:t>ni d’éventuelles actions commerciales (promotions, soldes…) =&gt; risque de surestimation ou sous-estimation et </a:t>
            </a:r>
            <a:r>
              <a:rPr lang="fr-FR" baseline="0" dirty="0" err="1" smtClean="0"/>
              <a:t>valo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erronnée</a:t>
            </a:r>
            <a:endParaRPr lang="fr-FR" baseline="0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fr-FR" sz="1100" i="0" dirty="0" smtClean="0">
                <a:solidFill>
                  <a:srgbClr val="3F3F3F"/>
                </a:solidFill>
                <a:latin typeface="+mn-lt"/>
                <a:ea typeface="Montserrat"/>
                <a:cs typeface="Montserrat"/>
                <a:sym typeface="Montserrat"/>
              </a:rPr>
              <a:t>Rotation des stocks = quantité articles vendus / stock moyen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fr-FR" sz="1100" i="0" dirty="0" smtClean="0">
                <a:solidFill>
                  <a:srgbClr val="3F3F3F"/>
                </a:solidFill>
                <a:latin typeface="+mn-lt"/>
                <a:ea typeface="Montserrat"/>
                <a:cs typeface="Montserrat"/>
                <a:sym typeface="Montserrat"/>
              </a:rPr>
              <a:t>Nombre de mois de stocks  = quantité restante d’articles / stock moyen</a:t>
            </a:r>
            <a:r>
              <a:rPr lang="fr-FR" sz="1100" i="0" baseline="0" dirty="0" smtClean="0">
                <a:solidFill>
                  <a:srgbClr val="3F3F3F"/>
                </a:solidFill>
                <a:latin typeface="+mn-lt"/>
                <a:ea typeface="Montserrat"/>
                <a:cs typeface="Montserrat"/>
                <a:sym typeface="Montserrat"/>
              </a:rPr>
              <a:t> =&gt; </a:t>
            </a:r>
            <a:r>
              <a:rPr lang="fr-FR" sz="1100" i="0" dirty="0" smtClean="0">
                <a:solidFill>
                  <a:srgbClr val="3F3F3F"/>
                </a:solidFill>
                <a:latin typeface="+mn-lt"/>
                <a:ea typeface="Montserrat"/>
                <a:cs typeface="Montserrat"/>
                <a:sym typeface="Montserrat"/>
              </a:rPr>
              <a:t>Indique si risque de rupture de stock  + permet de définir seuil et fréquence optimal de </a:t>
            </a:r>
            <a:r>
              <a:rPr lang="fr-FR" sz="1100" i="0" dirty="0" err="1" smtClean="0">
                <a:solidFill>
                  <a:srgbClr val="3F3F3F"/>
                </a:solidFill>
                <a:latin typeface="+mn-lt"/>
                <a:ea typeface="Montserrat"/>
                <a:cs typeface="Montserrat"/>
                <a:sym typeface="Montserrat"/>
              </a:rPr>
              <a:t>réappro</a:t>
            </a:r>
            <a:endParaRPr lang="fr-FR" sz="1100" i="0" dirty="0" smtClean="0">
              <a:solidFill>
                <a:srgbClr val="3F3F3F"/>
              </a:solidFill>
              <a:latin typeface="+mn-lt"/>
              <a:ea typeface="Montserrat"/>
              <a:cs typeface="Montserrat"/>
              <a:sym typeface="Montserrat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fr-FR" baseline="0" dirty="0" smtClean="0"/>
              <a:t>Rotation stock 0,67 à 1,57  =&gt; </a:t>
            </a:r>
            <a:r>
              <a:rPr lang="fr-FR" baseline="0" dirty="0" err="1" smtClean="0"/>
              <a:t>réappro</a:t>
            </a:r>
            <a:r>
              <a:rPr lang="fr-FR" baseline="0" dirty="0" smtClean="0"/>
              <a:t> entre 2 semaines et 1,5 mois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Prix d’achat moyen (15 – 45 €)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err="1" smtClean="0"/>
              <a:t>Valo</a:t>
            </a:r>
            <a:r>
              <a:rPr lang="fr-FR" baseline="0" dirty="0" smtClean="0"/>
              <a:t> finale &lt; </a:t>
            </a:r>
            <a:r>
              <a:rPr lang="fr-FR" baseline="0" dirty="0" err="1" smtClean="0"/>
              <a:t>valo</a:t>
            </a:r>
            <a:r>
              <a:rPr lang="fr-FR" baseline="0" dirty="0" smtClean="0"/>
              <a:t> initiale mais baisse de seulement 17 % + seulement 22 % d’articles sortis de stock =&gt; trop peu, à améliorer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 smtClean="0"/>
              <a:t>Prix</a:t>
            </a:r>
            <a:r>
              <a:rPr lang="fr-FR" baseline="0" dirty="0" smtClean="0"/>
              <a:t> HT = prix de vente / coefficient TVA                               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 smtClean="0"/>
              <a:t>Autre = bon cadeau 25 euros,</a:t>
            </a:r>
            <a:r>
              <a:rPr lang="fr-FR" baseline="0" dirty="0" smtClean="0"/>
              <a:t> </a:t>
            </a:r>
            <a:r>
              <a:rPr lang="fr-FR" dirty="0" smtClean="0"/>
              <a:t>prix d’achat et 13,30 €,</a:t>
            </a:r>
            <a:r>
              <a:rPr lang="fr-FR" baseline="0" dirty="0" smtClean="0"/>
              <a:t> </a:t>
            </a:r>
            <a:r>
              <a:rPr lang="fr-FR" dirty="0" smtClean="0"/>
              <a:t>revente à 25 €, peu vendu</a:t>
            </a:r>
            <a:endParaRPr lang="fr-FR" baseline="0" dirty="0" smtClean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Erreur marge = 1 champagne (achat 77,48 €, vente 12,65 €) + 3 autres articles non identifiés (boutique) =&gt; prix de vente &lt; prix d’achat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Huile d’olive : ventes faibles, prix d’achat moyen 10 – 25 €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u="sng" dirty="0" smtClean="0"/>
              <a:t>Limites</a:t>
            </a:r>
            <a:r>
              <a:rPr lang="fr-FR" dirty="0" smtClean="0"/>
              <a:t> = bon outil exploratoire mais doit être complété par d’autres tests</a:t>
            </a:r>
            <a:r>
              <a:rPr lang="fr-FR" baseline="0" dirty="0" smtClean="0"/>
              <a:t> (statistiques, régression, expérimentation…)</a:t>
            </a:r>
            <a:endParaRPr lang="fr-FR" dirty="0" smtClean="0"/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 smtClean="0"/>
              <a:t>Corrélation ≠ causalité : montre uniquement intensité et direction de la relation mais ne prouve pas lien de cause à effet.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 smtClean="0"/>
              <a:t>Pas d’info sur le sens de la relation : on ne sait</a:t>
            </a:r>
            <a:r>
              <a:rPr lang="fr-FR" baseline="0" dirty="0" smtClean="0"/>
              <a:t> pas quelle variable influence l’autre.</a:t>
            </a:r>
            <a:endParaRPr lang="fr-FR" dirty="0" smtClean="0"/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 smtClean="0"/>
              <a:t>Sensible aux données aberrantes</a:t>
            </a:r>
            <a:r>
              <a:rPr lang="fr-FR" baseline="0" dirty="0" smtClean="0"/>
              <a:t> et taille de la population de données : si échantillon trop petit, corrélation instable et peu fiable.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aseline="0" dirty="0" smtClean="0"/>
              <a:t>Ne détecte que les relations linéaires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Qu’est-ce qui s’est bien passé pour vous dans ce travail de nettoyage 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Qu’est-ce que vous avez trouvé le plus difficile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Sur quelles tâches est-ce que vous pensez avoir besoin de plus d'entraînement ?</a:t>
            </a:r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2019975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20000"/>
              </a:lnSpc>
              <a:buSzPct val="100000"/>
            </a:pPr>
            <a:r>
              <a:rPr lang="fr-FR" sz="28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</a:t>
            </a:r>
            <a:r>
              <a:rPr lang="fr-FR" sz="2800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DES VENTES </a:t>
            </a:r>
            <a:r>
              <a:rPr lang="fr-FR" sz="28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ET </a:t>
            </a:r>
            <a:r>
              <a:rPr lang="fr-FR" sz="2800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DU STOCK </a:t>
            </a:r>
          </a:p>
          <a:p>
            <a:pPr lvl="0" algn="ctr">
              <a:lnSpc>
                <a:spcPct val="120000"/>
              </a:lnSpc>
              <a:buSzPct val="100000"/>
            </a:pPr>
            <a:r>
              <a:rPr lang="fr-FR" sz="2800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DE BOTTLENECK</a:t>
            </a:r>
            <a:endParaRPr sz="28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TEIXEIRA Allison</a:t>
            </a:r>
            <a:endParaRPr sz="20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0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E821D43F-8C3A-4C93-B242-1DA693E6BD27}" type="datetime2">
              <a:rPr lang="fr" sz="2000" b="0" i="0" u="none" strike="noStrike" cap="none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mercredi 10 septembre 2025</a:t>
            </a:fld>
            <a:endParaRPr sz="20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213360"/>
            <a:ext cx="1371600" cy="94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613585" y="1848816"/>
            <a:ext cx="8520600" cy="3226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Clr>
                <a:srgbClr val="006440"/>
              </a:buClr>
            </a:pPr>
            <a:r>
              <a:rPr lang="fr-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Mission confiée par : Nicolas, manager</a:t>
            </a:r>
            <a:endParaRPr sz="16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2200" i="1" dirty="0" smtClean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-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Objectifs :</a:t>
            </a:r>
            <a:endParaRPr sz="16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398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+mj-lt"/>
              <a:buAutoNum type="arabicParenR"/>
            </a:pPr>
            <a:r>
              <a:rPr lang="fr-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Exporter et agréger les données de l’ERP</a:t>
            </a: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fr-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et du site internet</a:t>
            </a:r>
            <a:endParaRPr sz="16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398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+mj-lt"/>
              <a:buAutoNum type="arabicParenR"/>
            </a:pPr>
            <a:r>
              <a:rPr lang="fr" sz="16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Analyser les </a:t>
            </a:r>
            <a:r>
              <a:rPr lang="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ventes </a:t>
            </a:r>
            <a:r>
              <a:rPr lang="fr" sz="16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et l’état du stock pour le mois </a:t>
            </a:r>
            <a:r>
              <a:rPr lang="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d’octobre </a:t>
            </a:r>
            <a:endParaRPr sz="16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Contexte de la mission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2</a:t>
            </a:fld>
            <a:endParaRPr lang="fr"/>
          </a:p>
        </p:txBody>
      </p:sp>
      <p:sp>
        <p:nvSpPr>
          <p:cNvPr id="4" name="TextBox 3"/>
          <p:cNvSpPr txBox="1"/>
          <p:nvPr/>
        </p:nvSpPr>
        <p:spPr>
          <a:xfrm>
            <a:off x="251460" y="4465320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 smtClean="0">
                <a:solidFill>
                  <a:srgbClr val="3F3F3F"/>
                </a:solidFill>
                <a:latin typeface="Montserrat" panose="020B0604020202020204" charset="0"/>
              </a:rPr>
              <a:t>* ERP : Entreprise Resource Planning, logiciel comprenant les outils et processus nécessaires</a:t>
            </a:r>
          </a:p>
          <a:p>
            <a:r>
              <a:rPr lang="fr-FR" sz="1000" i="1" dirty="0">
                <a:solidFill>
                  <a:srgbClr val="3F3F3F"/>
                </a:solidFill>
                <a:latin typeface="Montserrat" panose="020B0604020202020204" charset="0"/>
              </a:rPr>
              <a:t> </a:t>
            </a:r>
            <a:r>
              <a:rPr lang="fr-FR" sz="1000" i="1" dirty="0" smtClean="0">
                <a:solidFill>
                  <a:srgbClr val="3F3F3F"/>
                </a:solidFill>
                <a:latin typeface="Montserrat" panose="020B0604020202020204" charset="0"/>
              </a:rPr>
              <a:t>            pour gérer au mieux l’entreprise (ressources humaines, logistique, comptabilité…) </a:t>
            </a:r>
            <a:endParaRPr lang="fr-FR" sz="1000" i="1" dirty="0">
              <a:solidFill>
                <a:srgbClr val="3F3F3F"/>
              </a:solidFill>
              <a:latin typeface="Montserrat" panose="020B060402020202020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1680" y1="26025" x2="71680" y2="26025"/>
                        <a14:foregroundMark x1="43018" y1="39111" x2="43018" y2="39111"/>
                        <a14:foregroundMark x1="41846" y1="49365" x2="41846" y2="49365"/>
                        <a14:backgroundMark x1="75586" y1="67041" x2="75586" y2="67041"/>
                        <a14:backgroundMark x1="78711" y1="65869" x2="78711" y2="65869"/>
                        <a14:backgroundMark x1="61426" y1="64697" x2="61426" y2="646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689" y="1259671"/>
            <a:ext cx="1692000" cy="16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353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47021928"/>
              </p:ext>
            </p:extLst>
          </p:nvPr>
        </p:nvGraphicFramePr>
        <p:xfrm>
          <a:off x="525780" y="1629410"/>
          <a:ext cx="8069580" cy="2988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3</a:t>
            </a:fld>
            <a:endParaRPr lang="fr"/>
          </a:p>
        </p:txBody>
      </p:sp>
      <p:sp>
        <p:nvSpPr>
          <p:cNvPr id="9" name="TextBox 8"/>
          <p:cNvSpPr txBox="1"/>
          <p:nvPr/>
        </p:nvSpPr>
        <p:spPr>
          <a:xfrm>
            <a:off x="251460" y="4632960"/>
            <a:ext cx="632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 smtClean="0">
                <a:solidFill>
                  <a:srgbClr val="3F3F3F"/>
                </a:solidFill>
                <a:latin typeface="Montserrat" panose="020B0604020202020204" charset="0"/>
              </a:rPr>
              <a:t>* ID : identifiant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605965" y="16364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Traitements réalisés (pour chaque fichier) :</a:t>
            </a:r>
            <a:endParaRPr sz="16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4</a:t>
            </a:fld>
            <a:endParaRPr lang="fr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96857501"/>
              </p:ext>
            </p:extLst>
          </p:nvPr>
        </p:nvGraphicFramePr>
        <p:xfrm>
          <a:off x="323851" y="2324100"/>
          <a:ext cx="8477250" cy="2486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6568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550720" y="1588775"/>
            <a:ext cx="8593280" cy="46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Pas de grosses difficultées mais quelques pièges rencontrés :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5</a:t>
            </a:fld>
            <a:endParaRPr lang="fr"/>
          </a:p>
        </p:txBody>
      </p:sp>
      <p:sp>
        <p:nvSpPr>
          <p:cNvPr id="8" name="Google Shape;63;p4"/>
          <p:cNvSpPr txBox="1">
            <a:spLocks/>
          </p:cNvSpPr>
          <p:nvPr/>
        </p:nvSpPr>
        <p:spPr>
          <a:xfrm>
            <a:off x="598345" y="4286250"/>
            <a:ext cx="7888430" cy="6713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3F3F3F"/>
              </a:buClr>
              <a:buFont typeface="Symbol" panose="05050102010706020507" pitchFamily="18" charset="2"/>
              <a:buChar char="Þ"/>
            </a:pPr>
            <a:r>
              <a:rPr lang="fr-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Types d’erreurs qui demandent de la vigilance car </a:t>
            </a:r>
            <a:r>
              <a:rPr lang="fr-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si non détectées peuvent </a:t>
            </a:r>
            <a:r>
              <a:rPr lang="fr-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entraîner </a:t>
            </a:r>
            <a:r>
              <a:rPr lang="fr-FR" sz="14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une perte de données </a:t>
            </a:r>
            <a:r>
              <a:rPr lang="fr-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et/ou des </a:t>
            </a:r>
            <a:r>
              <a:rPr lang="fr-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analyses </a:t>
            </a:r>
            <a:r>
              <a:rPr lang="fr-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erronées.</a:t>
            </a:r>
            <a:endParaRPr lang="fr-FR" sz="14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629243100"/>
              </p:ext>
            </p:extLst>
          </p:nvPr>
        </p:nvGraphicFramePr>
        <p:xfrm>
          <a:off x="142875" y="2035175"/>
          <a:ext cx="8848725" cy="241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222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63801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6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Choix des </a:t>
            </a:r>
            <a:r>
              <a:rPr lang="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données à conserver en fonction de leur utilité dans l’analyse :</a:t>
            </a:r>
            <a:endParaRPr sz="16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6</a:t>
            </a:fld>
            <a:endParaRPr lang="fr"/>
          </a:p>
        </p:txBody>
      </p:sp>
      <p:sp>
        <p:nvSpPr>
          <p:cNvPr id="13" name="TextBox 12"/>
          <p:cNvSpPr txBox="1"/>
          <p:nvPr/>
        </p:nvSpPr>
        <p:spPr>
          <a:xfrm>
            <a:off x="251460" y="4709160"/>
            <a:ext cx="632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 smtClean="0">
                <a:solidFill>
                  <a:srgbClr val="3F3F3F"/>
                </a:solidFill>
                <a:latin typeface="Montserrat" panose="020B0604020202020204" charset="0"/>
              </a:rPr>
              <a:t>* CA : chiffre d’affaires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951215" y="2051685"/>
            <a:ext cx="7574434" cy="2436990"/>
            <a:chOff x="951215" y="2089785"/>
            <a:chExt cx="7574434" cy="2436990"/>
          </a:xfrm>
        </p:grpSpPr>
        <p:grpSp>
          <p:nvGrpSpPr>
            <p:cNvPr id="11" name="Group 10"/>
            <p:cNvGrpSpPr/>
            <p:nvPr/>
          </p:nvGrpSpPr>
          <p:grpSpPr>
            <a:xfrm>
              <a:off x="951215" y="2089785"/>
              <a:ext cx="7573660" cy="2436990"/>
              <a:chOff x="951215" y="2089785"/>
              <a:chExt cx="7573660" cy="243699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951215" y="2089785"/>
                <a:ext cx="7573660" cy="2436990"/>
                <a:chOff x="951215" y="2118360"/>
                <a:chExt cx="7573660" cy="2436990"/>
              </a:xfrm>
            </p:grpSpPr>
            <p:grpSp>
              <p:nvGrpSpPr>
                <p:cNvPr id="8" name="Group 7"/>
                <p:cNvGrpSpPr/>
                <p:nvPr/>
              </p:nvGrpSpPr>
              <p:grpSpPr>
                <a:xfrm>
                  <a:off x="951215" y="2118360"/>
                  <a:ext cx="7573660" cy="2436990"/>
                  <a:chOff x="951215" y="2118360"/>
                  <a:chExt cx="7573660" cy="2436990"/>
                </a:xfrm>
              </p:grpSpPr>
              <p:grpSp>
                <p:nvGrpSpPr>
                  <p:cNvPr id="5" name="Group 4"/>
                  <p:cNvGrpSpPr/>
                  <p:nvPr/>
                </p:nvGrpSpPr>
                <p:grpSpPr>
                  <a:xfrm>
                    <a:off x="951215" y="2118360"/>
                    <a:ext cx="7573660" cy="2436990"/>
                    <a:chOff x="951215" y="2118360"/>
                    <a:chExt cx="7573660" cy="2436990"/>
                  </a:xfrm>
                </p:grpSpPr>
                <p:graphicFrame>
                  <p:nvGraphicFramePr>
                    <p:cNvPr id="7" name="Diagram 6"/>
                    <p:cNvGraphicFramePr/>
                    <p:nvPr>
                      <p:extLst>
                        <p:ext uri="{D42A27DB-BD31-4B8C-83A1-F6EECF244321}">
                          <p14:modId xmlns:p14="http://schemas.microsoft.com/office/powerpoint/2010/main" val="1122506213"/>
                        </p:ext>
                      </p:extLst>
                    </p:nvPr>
                  </p:nvGraphicFramePr>
                  <p:xfrm>
                    <a:off x="951215" y="2118360"/>
                    <a:ext cx="7573660" cy="1529715"/>
                  </p:xfrm>
                  <a:graphic>
                    <a:graphicData uri="http://schemas.openxmlformats.org/drawingml/2006/diagram">
                      <dgm:relIds xmlns:dgm="http://schemas.openxmlformats.org/drawingml/2006/diagram" xmlns:r="http://schemas.openxmlformats.org/officeDocument/2006/relationships" r:dm="rId3" r:lo="rId4" r:qs="rId5" r:cs="rId6"/>
                    </a:graphicData>
                  </a:graphic>
                </p:graphicFrame>
                <p:sp>
                  <p:nvSpPr>
                    <p:cNvPr id="4" name="Rounded Rectangle 3"/>
                    <p:cNvSpPr/>
                    <p:nvPr/>
                  </p:nvSpPr>
                  <p:spPr>
                    <a:xfrm>
                      <a:off x="993125" y="3943350"/>
                      <a:ext cx="4950475" cy="612000"/>
                    </a:xfrm>
                    <a:prstGeom prst="roundRect">
                      <a:avLst/>
                    </a:prstGeom>
                    <a:solidFill>
                      <a:schemeClr val="accent5"/>
                    </a:solidFill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6" name="Right Brace 5"/>
                  <p:cNvSpPr/>
                  <p:nvPr/>
                </p:nvSpPr>
                <p:spPr>
                  <a:xfrm rot="5400000">
                    <a:off x="3346452" y="1473197"/>
                    <a:ext cx="203195" cy="4629152"/>
                  </a:xfrm>
                  <a:prstGeom prst="rightBrace">
                    <a:avLst>
                      <a:gd name="adj1" fmla="val 8333"/>
                      <a:gd name="adj2" fmla="val 50000"/>
                    </a:avLst>
                  </a:prstGeom>
                  <a:ln w="19050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9" name="Rectangle 8"/>
                <p:cNvSpPr/>
                <p:nvPr/>
              </p:nvSpPr>
              <p:spPr>
                <a:xfrm>
                  <a:off x="993125" y="4002643"/>
                  <a:ext cx="4959999" cy="46935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fr-FR" sz="1100" i="1" dirty="0">
                      <a:solidFill>
                        <a:schemeClr val="bg1"/>
                      </a:solidFill>
                      <a:latin typeface="Montserrat" panose="020B0604020202020204" charset="0"/>
                    </a:rPr>
                    <a:t>=&gt; Identifiants et description générale de l’article</a:t>
                  </a:r>
                </a:p>
                <a:p>
                  <a:r>
                    <a:rPr lang="fr-FR" sz="1100" i="1" dirty="0">
                      <a:solidFill>
                        <a:schemeClr val="bg1"/>
                      </a:solidFill>
                      <a:latin typeface="Montserrat" panose="020B0604020202020204" charset="0"/>
                    </a:rPr>
                    <a:t>=&gt; utiles pour calcul et analyse du CA*, </a:t>
                  </a:r>
                  <a:r>
                    <a:rPr lang="fr-FR" sz="1100" i="1" dirty="0" smtClean="0">
                      <a:solidFill>
                        <a:schemeClr val="bg1"/>
                      </a:solidFill>
                      <a:latin typeface="Montserrat" panose="020B0604020202020204" charset="0"/>
                    </a:rPr>
                    <a:t>marge</a:t>
                  </a:r>
                  <a:r>
                    <a:rPr lang="fr-FR" sz="1100" i="1" dirty="0">
                      <a:solidFill>
                        <a:schemeClr val="bg1"/>
                      </a:solidFill>
                      <a:latin typeface="Montserrat" panose="020B0604020202020204" charset="0"/>
                    </a:rPr>
                    <a:t>, ventes et stocks</a:t>
                  </a:r>
                </a:p>
              </p:txBody>
            </p:sp>
          </p:grpSp>
          <p:sp>
            <p:nvSpPr>
              <p:cNvPr id="17" name="Right Brace 16"/>
              <p:cNvSpPr/>
              <p:nvPr/>
            </p:nvSpPr>
            <p:spPr>
              <a:xfrm rot="5400000">
                <a:off x="7243830" y="2751199"/>
                <a:ext cx="203195" cy="2016000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ln w="1905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6149649" y="3903953"/>
              <a:ext cx="2376000" cy="612001"/>
              <a:chOff x="1145525" y="4067175"/>
              <a:chExt cx="4959999" cy="609600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1145525" y="4067175"/>
                <a:ext cx="4950475" cy="609600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145525" y="4164418"/>
                <a:ext cx="4959999" cy="4291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buSzPts val="1100"/>
                  <a:defRPr/>
                </a:pPr>
                <a:r>
                  <a:rPr lang="fr-FR" sz="1100" i="1" dirty="0" smtClean="0">
                    <a:solidFill>
                      <a:schemeClr val="bg1"/>
                    </a:solidFill>
                    <a:latin typeface="Montserrat" panose="020B0604020202020204" charset="0"/>
                  </a:rPr>
                  <a:t>=&gt; </a:t>
                </a:r>
                <a:r>
                  <a:rPr lang="fr-FR" sz="1100" i="1" dirty="0">
                    <a:solidFill>
                      <a:schemeClr val="bg1"/>
                    </a:solidFill>
                    <a:latin typeface="Montserrat" panose="020B0604020202020204" charset="0"/>
                  </a:rPr>
                  <a:t>utiles pour </a:t>
                </a:r>
                <a:r>
                  <a:rPr lang="fr-FR" sz="1100" i="1" dirty="0" smtClean="0">
                    <a:solidFill>
                      <a:schemeClr val="bg1"/>
                    </a:solidFill>
                    <a:latin typeface="Montserrat" panose="020B0604020202020204" charset="0"/>
                  </a:rPr>
                  <a:t>filtrer </a:t>
                </a:r>
                <a:r>
                  <a:rPr lang="fr-FR" sz="1100" i="1" dirty="0">
                    <a:solidFill>
                      <a:schemeClr val="bg1"/>
                    </a:solidFill>
                    <a:latin typeface="Montserrat" panose="020B0604020202020204" charset="0"/>
                  </a:rPr>
                  <a:t>données </a:t>
                </a:r>
                <a:r>
                  <a:rPr lang="fr-FR" sz="1100" i="1" dirty="0" smtClean="0">
                    <a:solidFill>
                      <a:schemeClr val="bg1"/>
                    </a:solidFill>
                    <a:latin typeface="Montserrat" panose="020B0604020202020204" charset="0"/>
                  </a:rPr>
                  <a:t>ou </a:t>
                </a:r>
                <a:r>
                  <a:rPr lang="fr-FR" sz="1100" i="1" dirty="0">
                    <a:solidFill>
                      <a:schemeClr val="bg1"/>
                    </a:solidFill>
                    <a:latin typeface="Montserrat" panose="020B0604020202020204" charset="0"/>
                  </a:rPr>
                  <a:t>futures analyses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638010"/>
            <a:ext cx="8276760" cy="102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700" i="1" u="sng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Clés utilisées </a:t>
            </a:r>
            <a:r>
              <a:rPr lang="fr" sz="17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: ‘product_id’ (ERP) et ‘sku’ (Web)</a:t>
            </a:r>
          </a:p>
          <a:p>
            <a:pPr lvl="1" indent="-342900">
              <a:lnSpc>
                <a:spcPct val="150000"/>
              </a:lnSpc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3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fr" sz="13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dentifiants unique des produits dans les fichiers ERP et Web =&gt; pas de doublons</a:t>
            </a:r>
          </a:p>
          <a:p>
            <a:pPr lvl="1" indent="-342900">
              <a:lnSpc>
                <a:spcPct val="150000"/>
              </a:lnSpc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3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fr" sz="13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résents dans le fichier de Liaison qui va permettre de faire la jonction entre les données</a:t>
            </a: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7</a:t>
            </a:fld>
            <a:endParaRPr lang="fr"/>
          </a:p>
        </p:txBody>
      </p:sp>
      <p:grpSp>
        <p:nvGrpSpPr>
          <p:cNvPr id="9" name="Group 8"/>
          <p:cNvGrpSpPr/>
          <p:nvPr/>
        </p:nvGrpSpPr>
        <p:grpSpPr>
          <a:xfrm>
            <a:off x="617220" y="2705100"/>
            <a:ext cx="8328660" cy="1649262"/>
            <a:chOff x="617220" y="2705100"/>
            <a:chExt cx="8328660" cy="1649262"/>
          </a:xfrm>
        </p:grpSpPr>
        <p:grpSp>
          <p:nvGrpSpPr>
            <p:cNvPr id="8" name="Group 7"/>
            <p:cNvGrpSpPr/>
            <p:nvPr/>
          </p:nvGrpSpPr>
          <p:grpSpPr>
            <a:xfrm>
              <a:off x="617220" y="2705100"/>
              <a:ext cx="8328660" cy="1649262"/>
              <a:chOff x="617220" y="3040380"/>
              <a:chExt cx="8328660" cy="1649262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617220" y="3040380"/>
                <a:ext cx="5625258" cy="1188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indent="-342900">
                  <a:lnSpc>
                    <a:spcPct val="115000"/>
                  </a:lnSpc>
                  <a:buClr>
                    <a:srgbClr val="006440"/>
                  </a:buClr>
                  <a:buSzPts val="1800"/>
                  <a:buFont typeface="Montserrat"/>
                  <a:buChar char="●"/>
                  <a:defRPr sz="1600" i="1" u="sng">
                    <a:solidFill>
                      <a:srgbClr val="3F3F3F"/>
                    </a:solidFill>
                    <a:latin typeface="Montserrat"/>
                    <a:ea typeface="Montserrat"/>
                    <a:cs typeface="Montserrat"/>
                  </a:defRPr>
                </a:lvl1pPr>
                <a:lvl2pPr marL="914400" indent="-317500">
                  <a:lnSpc>
                    <a:spcPct val="115000"/>
                  </a:lnSpc>
                  <a:buClr>
                    <a:schemeClr val="dk2"/>
                  </a:buClr>
                  <a:buSzPts val="1400"/>
                  <a:buChar char="○"/>
                  <a:defRPr>
                    <a:solidFill>
                      <a:schemeClr val="dk2"/>
                    </a:solidFill>
                  </a:defRPr>
                </a:lvl2pPr>
                <a:lvl3pPr marL="1371600" indent="-317500">
                  <a:lnSpc>
                    <a:spcPct val="115000"/>
                  </a:lnSpc>
                  <a:buClr>
                    <a:schemeClr val="dk2"/>
                  </a:buClr>
                  <a:buSzPts val="1400"/>
                  <a:buChar char="■"/>
                  <a:defRPr>
                    <a:solidFill>
                      <a:schemeClr val="dk2"/>
                    </a:solidFill>
                  </a:defRPr>
                </a:lvl3pPr>
                <a:lvl4pPr marL="1828800" indent="-317500">
                  <a:lnSpc>
                    <a:spcPct val="115000"/>
                  </a:lnSpc>
                  <a:buClr>
                    <a:schemeClr val="dk2"/>
                  </a:buClr>
                  <a:buSzPts val="1400"/>
                  <a:buChar char="●"/>
                  <a:defRPr>
                    <a:solidFill>
                      <a:schemeClr val="dk2"/>
                    </a:solidFill>
                  </a:defRPr>
                </a:lvl4pPr>
                <a:lvl5pPr marL="2286000" indent="-317500">
                  <a:lnSpc>
                    <a:spcPct val="115000"/>
                  </a:lnSpc>
                  <a:buClr>
                    <a:schemeClr val="dk2"/>
                  </a:buClr>
                  <a:buSzPts val="1400"/>
                  <a:buChar char="○"/>
                  <a:defRPr>
                    <a:solidFill>
                      <a:schemeClr val="dk2"/>
                    </a:solidFill>
                  </a:defRPr>
                </a:lvl5pPr>
                <a:lvl6pPr marL="2743200" indent="-317500">
                  <a:lnSpc>
                    <a:spcPct val="115000"/>
                  </a:lnSpc>
                  <a:buClr>
                    <a:schemeClr val="dk2"/>
                  </a:buClr>
                  <a:buSzPts val="1400"/>
                  <a:buChar char="■"/>
                  <a:defRPr>
                    <a:solidFill>
                      <a:schemeClr val="dk2"/>
                    </a:solidFill>
                  </a:defRPr>
                </a:lvl6pPr>
                <a:lvl7pPr marL="3200400" indent="-317500">
                  <a:lnSpc>
                    <a:spcPct val="115000"/>
                  </a:lnSpc>
                  <a:buClr>
                    <a:schemeClr val="dk2"/>
                  </a:buClr>
                  <a:buSzPts val="1400"/>
                  <a:buChar char="●"/>
                  <a:defRPr>
                    <a:solidFill>
                      <a:schemeClr val="dk2"/>
                    </a:solidFill>
                  </a:defRPr>
                </a:lvl7pPr>
                <a:lvl8pPr marL="3657600" indent="-317500">
                  <a:lnSpc>
                    <a:spcPct val="115000"/>
                  </a:lnSpc>
                  <a:buClr>
                    <a:schemeClr val="dk2"/>
                  </a:buClr>
                  <a:buSzPts val="1400"/>
                  <a:buChar char="○"/>
                  <a:defRPr>
                    <a:solidFill>
                      <a:schemeClr val="dk2"/>
                    </a:solidFill>
                  </a:defRPr>
                </a:lvl8pPr>
                <a:lvl9pPr marL="4114800" indent="-317500">
                  <a:lnSpc>
                    <a:spcPct val="115000"/>
                  </a:lnSpc>
                  <a:buClr>
                    <a:schemeClr val="dk2"/>
                  </a:buClr>
                  <a:buSzPts val="1400"/>
                  <a:buChar char="■"/>
                  <a:defRPr>
                    <a:solidFill>
                      <a:schemeClr val="dk2"/>
                    </a:solidFill>
                  </a:defRPr>
                </a:lvl9pPr>
              </a:lstStyle>
              <a:p>
                <a:r>
                  <a:rPr lang="fr-FR" dirty="0">
                    <a:sym typeface="Montserrat"/>
                  </a:rPr>
                  <a:t>Vigilances particulières </a:t>
                </a:r>
                <a:r>
                  <a:rPr lang="fr-FR" u="none" dirty="0">
                    <a:sym typeface="Montserrat"/>
                  </a:rPr>
                  <a:t>au cours du </a:t>
                </a:r>
                <a:r>
                  <a:rPr lang="fr-FR" u="none" dirty="0" smtClean="0">
                    <a:sym typeface="Montserrat"/>
                  </a:rPr>
                  <a:t>traitement :</a:t>
                </a:r>
              </a:p>
              <a:p>
                <a:pPr lvl="1">
                  <a:buClr>
                    <a:srgbClr val="006440"/>
                  </a:buClr>
                  <a:buFont typeface="Arial" panose="020B0604020202020204" pitchFamily="34" charset="0"/>
                  <a:buChar char="→"/>
                </a:pPr>
                <a:r>
                  <a:rPr lang="fr-FR" sz="1200" i="1" u="none" dirty="0" smtClean="0">
                    <a:solidFill>
                      <a:srgbClr val="3F3F3F"/>
                    </a:solidFill>
                    <a:latin typeface="Montserrat" panose="020B0604020202020204" charset="0"/>
                    <a:sym typeface="Montserrat"/>
                  </a:rPr>
                  <a:t>Pas de perte de données</a:t>
                </a:r>
              </a:p>
              <a:p>
                <a:pPr lvl="1">
                  <a:buClr>
                    <a:srgbClr val="006440"/>
                  </a:buClr>
                  <a:buFont typeface="Arial" panose="020B0604020202020204" pitchFamily="34" charset="0"/>
                  <a:buChar char="→"/>
                </a:pPr>
                <a:r>
                  <a:rPr lang="fr-FR" sz="1200" i="1" dirty="0" smtClean="0">
                    <a:solidFill>
                      <a:srgbClr val="3F3F3F"/>
                    </a:solidFill>
                    <a:latin typeface="Montserrat" panose="020B0604020202020204" charset="0"/>
                    <a:sym typeface="Montserrat"/>
                  </a:rPr>
                  <a:t>Absence de lignes en doublon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2980800" y="4012534"/>
                <a:ext cx="5965080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rgbClr val="006440"/>
                  </a:buClr>
                  <a:buSzPct val="120000"/>
                </a:pPr>
                <a:r>
                  <a:rPr lang="fr-FR" sz="1100" i="1" dirty="0" smtClean="0">
                    <a:solidFill>
                      <a:srgbClr val="3F3F3F"/>
                    </a:solidFill>
                    <a:latin typeface="Montserrat" panose="020B0604020202020204" charset="0"/>
                  </a:rPr>
                  <a:t>Jonction externe « </a:t>
                </a:r>
                <a:r>
                  <a:rPr lang="fr-FR" sz="1100" i="1" dirty="0" err="1" smtClean="0">
                    <a:solidFill>
                      <a:srgbClr val="3F3F3F"/>
                    </a:solidFill>
                    <a:latin typeface="Montserrat" panose="020B0604020202020204" charset="0"/>
                  </a:rPr>
                  <a:t>outer</a:t>
                </a:r>
                <a:r>
                  <a:rPr lang="fr-FR" sz="1100" i="1" dirty="0" smtClean="0">
                    <a:solidFill>
                      <a:srgbClr val="3F3F3F"/>
                    </a:solidFill>
                    <a:latin typeface="Montserrat" panose="020B0604020202020204" charset="0"/>
                  </a:rPr>
                  <a:t> » pour conserver toutes les lignes de ERP</a:t>
                </a:r>
                <a:r>
                  <a:rPr lang="fr-FR" sz="1100" i="1" dirty="0">
                    <a:solidFill>
                      <a:srgbClr val="3F3F3F"/>
                    </a:solidFill>
                    <a:latin typeface="Montserrat" panose="020B0604020202020204" charset="0"/>
                  </a:rPr>
                  <a:t> </a:t>
                </a:r>
                <a:r>
                  <a:rPr lang="fr-FR" sz="1100" i="1" dirty="0" smtClean="0">
                    <a:solidFill>
                      <a:srgbClr val="3F3F3F"/>
                    </a:solidFill>
                    <a:latin typeface="Montserrat" panose="020B0604020202020204" charset="0"/>
                  </a:rPr>
                  <a:t>et Web</a:t>
                </a:r>
                <a:r>
                  <a:rPr lang="fr-FR" sz="1100" i="1" dirty="0">
                    <a:solidFill>
                      <a:srgbClr val="3F3F3F"/>
                    </a:solidFill>
                    <a:latin typeface="Montserrat" panose="020B0604020202020204" charset="0"/>
                  </a:rPr>
                  <a:t> </a:t>
                </a:r>
                <a:endParaRPr lang="fr-FR" sz="1100" i="1" dirty="0" smtClean="0">
                  <a:solidFill>
                    <a:srgbClr val="3F3F3F"/>
                  </a:solidFill>
                  <a:latin typeface="Montserrat" panose="020B0604020202020204" charset="0"/>
                </a:endParaRPr>
              </a:p>
              <a:p>
                <a:pPr>
                  <a:spcAft>
                    <a:spcPts val="600"/>
                  </a:spcAft>
                  <a:buClr>
                    <a:srgbClr val="006440"/>
                  </a:buClr>
                  <a:buSzPct val="120000"/>
                </a:pPr>
                <a:r>
                  <a:rPr lang="fr-FR" sz="1100" i="1" dirty="0">
                    <a:solidFill>
                      <a:srgbClr val="3F3F3F"/>
                    </a:solidFill>
                    <a:latin typeface="Montserrat" panose="020B0604020202020204" charset="0"/>
                  </a:rPr>
                  <a:t> </a:t>
                </a:r>
                <a:r>
                  <a:rPr lang="fr-FR" sz="1100" i="1" dirty="0" smtClean="0">
                    <a:solidFill>
                      <a:srgbClr val="3F3F3F"/>
                    </a:solidFill>
                    <a:latin typeface="Montserrat" panose="020B0604020202020204" charset="0"/>
                  </a:rPr>
                  <a:t>       =&gt; pas de perte d’articles</a:t>
                </a:r>
              </a:p>
              <a:p>
                <a:pPr>
                  <a:buClr>
                    <a:srgbClr val="006440"/>
                  </a:buClr>
                  <a:buSzPct val="120000"/>
                </a:pPr>
                <a:r>
                  <a:rPr lang="fr-FR" sz="1100" i="1" dirty="0" smtClean="0">
                    <a:solidFill>
                      <a:srgbClr val="3F3F3F"/>
                    </a:solidFill>
                    <a:latin typeface="Montserrat" panose="020B0604020202020204" charset="0"/>
                  </a:rPr>
                  <a:t>+ Vérification du nombre de lignes restantes (cohérence avec tableaux de départ)</a:t>
                </a:r>
                <a:endParaRPr lang="fr-FR" sz="1100" i="1" dirty="0">
                  <a:solidFill>
                    <a:srgbClr val="3F3F3F"/>
                  </a:solidFill>
                  <a:latin typeface="Montserrat" panose="020B0604020202020204" charset="0"/>
                </a:endParaRPr>
              </a:p>
            </p:txBody>
          </p:sp>
        </p:grpSp>
        <p:sp>
          <p:nvSpPr>
            <p:cNvPr id="3" name="Bent Arrow 2"/>
            <p:cNvSpPr/>
            <p:nvPr/>
          </p:nvSpPr>
          <p:spPr>
            <a:xfrm flipV="1">
              <a:off x="2336220" y="3586187"/>
              <a:ext cx="576000" cy="567086"/>
            </a:xfrm>
            <a:prstGeom prst="bentArrow">
              <a:avLst/>
            </a:prstGeom>
            <a:solidFill>
              <a:srgbClr val="800000"/>
            </a:solidFill>
            <a:ln w="57150"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801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326771" y="1578137"/>
            <a:ext cx="880770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600" i="1" u="sng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3 méthodes </a:t>
            </a:r>
            <a:r>
              <a:rPr lang="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: Boxplot</a:t>
            </a:r>
            <a:r>
              <a:rPr lang="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, Intervalle interquartile (IQR) et Z-index</a:t>
            </a:r>
            <a:endParaRPr sz="16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spcAft>
                <a:spcPts val="600"/>
              </a:spcAft>
              <a:buClr>
                <a:srgbClr val="006440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Permettent de visualiser la répartition des données et de détecter des valeurs extrêmes (</a:t>
            </a:r>
            <a:r>
              <a:rPr lang="fr-FR" sz="1200" i="1" dirty="0" err="1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lang="fr-FR" sz="1050" i="1" dirty="0" smtClean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006440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200" i="1" dirty="0" err="1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et IQR = analyse la répartition autour de la médiane du groupe. </a:t>
            </a:r>
            <a:endParaRPr lang="fr-FR" sz="12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>
              <a:spcAft>
                <a:spcPts val="600"/>
              </a:spcAft>
              <a:buClr>
                <a:srgbClr val="006440"/>
              </a:buClr>
              <a:buSzPts val="1800"/>
              <a:buFont typeface="Montserrat" panose="020B0604020202020204" charset="0"/>
              <a:buChar char="→"/>
            </a:pPr>
            <a:r>
              <a:rPr lang="fr-FR" sz="1200" i="1" dirty="0" err="1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outlier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= valeur en dehors des limites de l’intervalle contenant 50% des valeurs.</a:t>
            </a:r>
          </a:p>
          <a:p>
            <a:pPr lvl="1">
              <a:buClr>
                <a:srgbClr val="006440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Z-index = indique de combien d’écarts-types une valeur s’écarte de la moyenne du groupe.</a:t>
            </a:r>
          </a:p>
          <a:p>
            <a:pPr lvl="2">
              <a:buClr>
                <a:srgbClr val="006440"/>
              </a:buClr>
              <a:buSzPts val="1800"/>
              <a:buFont typeface="Montserrat" panose="020B0604020202020204" charset="0"/>
              <a:buChar char="→"/>
            </a:pPr>
            <a:r>
              <a:rPr lang="fr-FR" sz="1200" i="1" dirty="0" err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fr-FR" sz="1200" i="1" dirty="0" err="1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utlier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= valeur qui s’écarte de plus de 3 écarts au-dessus ou en-dessous de la moyenne.</a:t>
            </a:r>
          </a:p>
          <a:p>
            <a:pPr marL="596900" lvl="1" indent="0">
              <a:buClr>
                <a:srgbClr val="006440"/>
              </a:buClr>
              <a:buSzPts val="1800"/>
              <a:buNone/>
            </a:pPr>
            <a:endParaRPr sz="12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600" i="1" u="sng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Limites</a:t>
            </a:r>
            <a:r>
              <a:rPr lang="fr" sz="16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de l’analyse :</a:t>
            </a:r>
          </a:p>
          <a:p>
            <a:pPr lvl="1" indent="-342900">
              <a:buClr>
                <a:srgbClr val="006440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2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as de détails sur la forme exacte de la répartition </a:t>
            </a:r>
            <a:r>
              <a:rPr lang="fr" sz="11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(ex : variations locales, pics, creux…).</a:t>
            </a:r>
          </a:p>
          <a:p>
            <a:pPr lvl="1" indent="-342900">
              <a:buClr>
                <a:srgbClr val="006440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Sensibles aux valeurs extrêmes, surtout si elles sont très éloignées =&gt; risque d’exclure des données légitimes car médiane et intervalle faussés.</a:t>
            </a:r>
          </a:p>
          <a:p>
            <a:pPr lvl="1" indent="-342900">
              <a:buClr>
                <a:srgbClr val="006440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Ne montre pas les éventuelles évolution dans le temps </a:t>
            </a:r>
            <a:r>
              <a:rPr lang="fr-FR" sz="11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(ex : tendances, saisonnalité…).</a:t>
            </a:r>
            <a:endParaRPr lang="fr-FR" sz="1200" i="1" dirty="0" smtClean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</a:t>
            </a: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8</a:t>
            </a:fld>
            <a:endParaRPr lang="fr"/>
          </a:p>
        </p:txBody>
      </p:sp>
      <p:sp>
        <p:nvSpPr>
          <p:cNvPr id="7" name="TextBox 6"/>
          <p:cNvSpPr txBox="1"/>
          <p:nvPr/>
        </p:nvSpPr>
        <p:spPr>
          <a:xfrm>
            <a:off x="251460" y="4709160"/>
            <a:ext cx="632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 smtClean="0">
                <a:solidFill>
                  <a:srgbClr val="3F3F3F"/>
                </a:solidFill>
                <a:latin typeface="Montserrat" panose="020B0604020202020204" charset="0"/>
              </a:rPr>
              <a:t>* </a:t>
            </a:r>
            <a:r>
              <a:rPr lang="fr-FR" sz="1000" i="1" dirty="0" err="1" smtClean="0">
                <a:solidFill>
                  <a:srgbClr val="3F3F3F"/>
                </a:solidFill>
                <a:latin typeface="Montserrat" panose="020B0604020202020204" charset="0"/>
              </a:rPr>
              <a:t>Boxplot</a:t>
            </a:r>
            <a:r>
              <a:rPr lang="fr-FR" sz="1000" i="1" dirty="0" smtClean="0">
                <a:solidFill>
                  <a:srgbClr val="3F3F3F"/>
                </a:solidFill>
                <a:latin typeface="Montserrat" panose="020B0604020202020204" charset="0"/>
              </a:rPr>
              <a:t> = boîte à moustache</a:t>
            </a:r>
          </a:p>
        </p:txBody>
      </p:sp>
    </p:spTree>
    <p:extLst>
      <p:ext uri="{BB962C8B-B14F-4D97-AF65-F5344CB8AC3E}">
        <p14:creationId xmlns:p14="http://schemas.microsoft.com/office/powerpoint/2010/main" val="213265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</a:t>
            </a: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prix : Boxplot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9</a:t>
            </a:fld>
            <a:endParaRPr lang="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" t="872" r="498"/>
          <a:stretch/>
        </p:blipFill>
        <p:spPr bwMode="auto">
          <a:xfrm>
            <a:off x="187323" y="1451148"/>
            <a:ext cx="8769354" cy="292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7650" y="4225459"/>
            <a:ext cx="50674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Clr>
                <a:srgbClr val="006440"/>
              </a:buClr>
              <a:buSzPct val="120000"/>
              <a:buFont typeface="Wingdings" panose="05000000000000000000" pitchFamily="2" charset="2"/>
              <a:buChar char="Ä"/>
            </a:pP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Médiane = 24,30 €</a:t>
            </a:r>
          </a:p>
          <a:p>
            <a:pPr marL="171450" indent="-171450">
              <a:buClr>
                <a:srgbClr val="006440"/>
              </a:buClr>
              <a:buSzPct val="120000"/>
              <a:buFont typeface="Wingdings" panose="05000000000000000000" pitchFamily="2" charset="2"/>
              <a:buChar char="Ä"/>
            </a:pP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50 % des prix entre 14,50 et 42,00 €</a:t>
            </a:r>
          </a:p>
          <a:p>
            <a:pPr marL="171450" indent="-171450">
              <a:buClr>
                <a:srgbClr val="006440"/>
              </a:buClr>
              <a:buSzPct val="120000"/>
              <a:buFont typeface="Wingdings" panose="05000000000000000000" pitchFamily="2" charset="2"/>
              <a:buChar char="Ä"/>
            </a:pP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Limite min = 5,20 € (aussi prix min) =&gt; pas d’</a:t>
            </a:r>
            <a:r>
              <a:rPr lang="fr-FR" sz="1100" i="1" dirty="0" err="1" smtClean="0">
                <a:solidFill>
                  <a:srgbClr val="3F3F3F"/>
                </a:solidFill>
                <a:latin typeface="Montserrat" panose="020B0604020202020204" charset="0"/>
              </a:rPr>
              <a:t>outliers</a:t>
            </a: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 dessous</a:t>
            </a:r>
          </a:p>
          <a:p>
            <a:pPr marL="171450" indent="-171450">
              <a:buClr>
                <a:srgbClr val="006440"/>
              </a:buClr>
              <a:buSzPct val="120000"/>
              <a:buFont typeface="Wingdings" panose="05000000000000000000" pitchFamily="2" charset="2"/>
              <a:buChar char="Ä"/>
            </a:pP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Limite max = 83,00 €, prix max = 225 € =&gt; </a:t>
            </a:r>
            <a:r>
              <a:rPr lang="fr-FR" sz="1100" i="1" dirty="0" err="1" smtClean="0">
                <a:solidFill>
                  <a:srgbClr val="3F3F3F"/>
                </a:solidFill>
                <a:latin typeface="Montserrat" panose="020B0604020202020204" charset="0"/>
              </a:rPr>
              <a:t>outliers</a:t>
            </a: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 entre 83 et 225 €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5414" y="4244509"/>
            <a:ext cx="3562351" cy="600164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3F3F3F"/>
              </a:buClr>
              <a:buSzPct val="120000"/>
              <a:buFont typeface="Symbol" panose="05050102010706020507" pitchFamily="18" charset="2"/>
              <a:buChar char="Þ"/>
            </a:pP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 </a:t>
            </a:r>
            <a:r>
              <a:rPr lang="fr-FR" sz="1100" i="1" u="sng" dirty="0" smtClean="0">
                <a:solidFill>
                  <a:srgbClr val="3F3F3F"/>
                </a:solidFill>
                <a:latin typeface="Montserrat" panose="020B0604020202020204" charset="0"/>
              </a:rPr>
              <a:t>répartition asymétrique </a:t>
            </a: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:</a:t>
            </a:r>
          </a:p>
          <a:p>
            <a:pPr marL="171450" lvl="7" indent="-171450">
              <a:buClr>
                <a:srgbClr val="3F3F3F"/>
              </a:buClr>
              <a:buSzPct val="120000"/>
              <a:buFont typeface="Wingdings" panose="05000000000000000000" pitchFamily="2" charset="2"/>
              <a:buChar char="Ä"/>
            </a:pP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regroupée au niveau des valeurs inférieures</a:t>
            </a:r>
          </a:p>
          <a:p>
            <a:pPr marL="171450" lvl="6" indent="-171450">
              <a:buClr>
                <a:srgbClr val="3F3F3F"/>
              </a:buClr>
              <a:buSzPct val="120000"/>
              <a:buFont typeface="Wingdings" panose="05000000000000000000" pitchFamily="2" charset="2"/>
              <a:buChar char="Ä"/>
            </a:pPr>
            <a:r>
              <a:rPr lang="fr-FR" sz="1100" i="1" dirty="0" smtClean="0">
                <a:solidFill>
                  <a:srgbClr val="3F3F3F"/>
                </a:solidFill>
                <a:latin typeface="Montserrat" panose="020B0604020202020204" charset="0"/>
              </a:rPr>
              <a:t>dispersée au niveau des valeurs supérieures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02999" y="1635287"/>
            <a:ext cx="5921626" cy="1517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7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IQR = Q3 – Q1    </a:t>
            </a:r>
          </a:p>
          <a:p>
            <a:pPr lvl="1" indent="-342900">
              <a:spcAft>
                <a:spcPts val="300"/>
              </a:spcAft>
              <a:buClr>
                <a:srgbClr val="006440"/>
              </a:buClr>
              <a:buSzPct val="120000"/>
              <a:buFont typeface="Wingdings" panose="05000000000000000000" pitchFamily="2" charset="2"/>
              <a:buChar char="Ä"/>
            </a:pPr>
            <a:r>
              <a:rPr lang="fr" sz="13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Q3 = seuil max contenant 75% des données </a:t>
            </a:r>
          </a:p>
          <a:p>
            <a:pPr lvl="1" indent="-342900">
              <a:spcAft>
                <a:spcPts val="1200"/>
              </a:spcAft>
              <a:buClr>
                <a:srgbClr val="006440"/>
              </a:buClr>
              <a:buSzPct val="120000"/>
              <a:buFont typeface="Wingdings" panose="05000000000000000000" pitchFamily="2" charset="2"/>
              <a:buChar char="Ä"/>
            </a:pPr>
            <a:r>
              <a:rPr lang="fr" sz="13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Q1 = seuil max contenant 25% des données </a:t>
            </a:r>
            <a:endParaRPr lang="fr" sz="13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006440"/>
              </a:buClr>
              <a:buSzPct val="120000"/>
              <a:buFont typeface="Symbol" panose="05050102010706020507" pitchFamily="18" charset="2"/>
              <a:buChar char="Þ"/>
            </a:pPr>
            <a:r>
              <a:rPr lang="fr" sz="1300" b="1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Outlier = valeur qui s’écarte de 1,5 * IQR au-dessus de Q3 ou </a:t>
            </a:r>
          </a:p>
          <a:p>
            <a:pPr marL="114300" indent="0">
              <a:buClr>
                <a:srgbClr val="006440"/>
              </a:buClr>
              <a:buSzPct val="120000"/>
              <a:buNone/>
            </a:pPr>
            <a:r>
              <a:rPr lang="fr" sz="1300" b="1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        en-dessous de Q1.</a:t>
            </a: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</a:t>
            </a: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prix : Intervalle </a:t>
            </a:r>
            <a:r>
              <a:rPr lang="fr" sz="2500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nterquartile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10</a:t>
            </a:fld>
            <a:endParaRPr lang="fr"/>
          </a:p>
        </p:txBody>
      </p:sp>
      <p:sp>
        <p:nvSpPr>
          <p:cNvPr id="8" name="Google Shape;79;p6"/>
          <p:cNvSpPr txBox="1">
            <a:spLocks/>
          </p:cNvSpPr>
          <p:nvPr/>
        </p:nvSpPr>
        <p:spPr>
          <a:xfrm>
            <a:off x="593474" y="3124200"/>
            <a:ext cx="5645401" cy="172402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  <a:buClr>
                <a:srgbClr val="006440"/>
              </a:buClr>
              <a:buFont typeface="Montserrat"/>
              <a:buChar char="●"/>
            </a:pPr>
            <a:r>
              <a:rPr lang="fr" sz="17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IQR = 27,50</a:t>
            </a:r>
            <a:endParaRPr lang="fr" sz="17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spcAft>
                <a:spcPts val="600"/>
              </a:spcAft>
              <a:buClr>
                <a:srgbClr val="006440"/>
              </a:buClr>
              <a:buFont typeface="Montserrat"/>
              <a:buChar char="●"/>
            </a:pPr>
            <a:r>
              <a:rPr lang="fr-FR" sz="17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fr" sz="17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utlier = prix &lt; -26,75 € ou &gt; 83,25 €</a:t>
            </a:r>
          </a:p>
          <a:p>
            <a:pPr lvl="1">
              <a:spcAft>
                <a:spcPts val="600"/>
              </a:spcAft>
              <a:buClr>
                <a:srgbClr val="006440"/>
              </a:buClr>
              <a:buSzPct val="120000"/>
              <a:buFont typeface="Wingdings" panose="05000000000000000000" pitchFamily="2" charset="2"/>
              <a:buChar char="Ä"/>
            </a:pPr>
            <a:r>
              <a:rPr lang="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36 articles, soit 4,36 % du catalogue vendu</a:t>
            </a:r>
          </a:p>
          <a:p>
            <a:pPr lvl="1">
              <a:spcAft>
                <a:spcPts val="600"/>
              </a:spcAft>
              <a:buClr>
                <a:srgbClr val="006440"/>
              </a:buClr>
              <a:buSzPct val="120000"/>
              <a:buFont typeface="Wingdings" panose="05000000000000000000" pitchFamily="2" charset="2"/>
              <a:buChar char="Ä"/>
            </a:pP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tous au-dessus de la limite supérieure (&gt; 83,25 €)</a:t>
            </a:r>
          </a:p>
          <a:p>
            <a:pPr lvl="1">
              <a:spcAft>
                <a:spcPts val="300"/>
              </a:spcAft>
              <a:buClr>
                <a:srgbClr val="006440"/>
              </a:buClr>
              <a:buSzPct val="120000"/>
              <a:buFont typeface="Wingdings" panose="05000000000000000000" pitchFamily="2" charset="2"/>
              <a:buChar char="Ä"/>
            </a:pPr>
            <a:r>
              <a:rPr lang="fr-FR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ustifiés car boissons de prestige (champagne, cognac, vins grands crus, whisky) + 4 sans informations (</a:t>
            </a:r>
            <a:r>
              <a:rPr lang="fr-FR" i="1" dirty="0" err="1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NaN</a:t>
            </a: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, sûrement boutique) =&gt; à conserver</a:t>
            </a:r>
            <a:endParaRPr lang="fr" i="1" dirty="0" smtClean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038" y="909950"/>
            <a:ext cx="1686233" cy="4064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542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02999" y="1568613"/>
            <a:ext cx="6331201" cy="192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-FR" sz="15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Z</a:t>
            </a:r>
            <a:r>
              <a:rPr lang="fr" sz="15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-score = (prix unitaire - moyenne prix) / ecart-type prix</a:t>
            </a:r>
          </a:p>
          <a:p>
            <a:pPr lvl="1" indent="-342900">
              <a:spcAft>
                <a:spcPts val="300"/>
              </a:spcAft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Prix moyen = 32,28 €</a:t>
            </a:r>
          </a:p>
          <a:p>
            <a:pPr lvl="1" indent="-342900">
              <a:spcAft>
                <a:spcPts val="300"/>
              </a:spcAft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Ecart-type = 26,60 €</a:t>
            </a:r>
          </a:p>
          <a:p>
            <a:pPr lvl="1" indent="-342900">
              <a:spcAft>
                <a:spcPts val="1200"/>
              </a:spcAft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Z-score prix = 1,21</a:t>
            </a:r>
            <a:endParaRPr lang="fr-FR" sz="12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indent="-171450">
              <a:buClr>
                <a:srgbClr val="006440"/>
              </a:buClr>
              <a:buSzPct val="120000"/>
              <a:buFont typeface="Symbol" panose="05050102010706020507" pitchFamily="18" charset="2"/>
              <a:buChar char="Þ"/>
            </a:pPr>
            <a:r>
              <a:rPr lang="fr-FR" sz="16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fr-FR" sz="1200" b="1" i="1" dirty="0" err="1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Outlier</a:t>
            </a:r>
            <a:r>
              <a:rPr lang="fr-FR" sz="1200" b="1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200" b="1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= valeur qui s’écarte de plus de 3 écarts-types au-dessus </a:t>
            </a:r>
            <a:endParaRPr lang="fr-FR" sz="1200" b="1" i="1" dirty="0" smtClean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spcAft>
                <a:spcPts val="300"/>
              </a:spcAft>
              <a:buClr>
                <a:srgbClr val="006440"/>
              </a:buClr>
              <a:buSzPct val="120000"/>
              <a:buNone/>
            </a:pPr>
            <a:r>
              <a:rPr lang="fr-FR" sz="1200" b="1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      ou </a:t>
            </a:r>
            <a:r>
              <a:rPr lang="fr-FR" sz="1200" b="1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en-dessous de la moyenne.</a:t>
            </a:r>
          </a:p>
          <a:p>
            <a:pPr marL="571500" lvl="1" indent="0">
              <a:spcAft>
                <a:spcPts val="300"/>
              </a:spcAft>
              <a:buClr>
                <a:srgbClr val="006440"/>
              </a:buClr>
              <a:buSzPts val="1800"/>
              <a:buNone/>
            </a:pPr>
            <a:endParaRPr lang="fr-FR" sz="1200" i="1" dirty="0" smtClean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SzPts val="2500"/>
              <a:buNone/>
              <a:defRPr sz="2500">
                <a:solidFill>
                  <a:srgbClr val="F3F3F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fr" dirty="0">
                <a:sym typeface="Montserrat"/>
              </a:rPr>
              <a:t>Analyses univariées du prix : Z-index</a:t>
            </a:r>
            <a:endParaRPr dirty="0"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11</a:t>
            </a:fld>
            <a:endParaRPr lang="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049" y="1540430"/>
            <a:ext cx="2424048" cy="2945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79;p6"/>
          <p:cNvSpPr txBox="1">
            <a:spLocks/>
          </p:cNvSpPr>
          <p:nvPr/>
        </p:nvSpPr>
        <p:spPr>
          <a:xfrm>
            <a:off x="603000" y="3511713"/>
            <a:ext cx="5654926" cy="1069812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  <a:buClr>
                <a:srgbClr val="006440"/>
              </a:buClr>
              <a:buFont typeface="Montserrat"/>
              <a:buChar char="●"/>
            </a:pPr>
            <a:r>
              <a:rPr lang="fr-FR" sz="14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Prix seuil (z-score &gt; 3) = 114,00 €</a:t>
            </a:r>
          </a:p>
          <a:p>
            <a:pPr lvl="1" indent="-342900">
              <a:spcAft>
                <a:spcPts val="300"/>
              </a:spcAft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100" i="1" dirty="0" err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r>
              <a:rPr lang="fr-FR" sz="11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= 17 articles, idem IQR =&gt; justifiés</a:t>
            </a:r>
          </a:p>
          <a:p>
            <a:pPr lvl="1" indent="-342900">
              <a:spcAft>
                <a:spcPts val="300"/>
              </a:spcAft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1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Pas de seuil inférieur (z-score &lt; -3) car pas de prix négatifs</a:t>
            </a:r>
          </a:p>
        </p:txBody>
      </p:sp>
    </p:spTree>
    <p:extLst>
      <p:ext uri="{BB962C8B-B14F-4D97-AF65-F5344CB8AC3E}">
        <p14:creationId xmlns:p14="http://schemas.microsoft.com/office/powerpoint/2010/main" val="394590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91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SzPts val="2500"/>
              <a:buNone/>
              <a:defRPr sz="2500">
                <a:solidFill>
                  <a:srgbClr val="F3F3F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fr" dirty="0">
                <a:sym typeface="Montserrat"/>
              </a:rPr>
              <a:t>Analyses complémentaires : Chiffre d’Affaires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12</a:t>
            </a:fld>
            <a:endParaRPr lang="fr"/>
          </a:p>
        </p:txBody>
      </p:sp>
      <p:grpSp>
        <p:nvGrpSpPr>
          <p:cNvPr id="5" name="Group 4"/>
          <p:cNvGrpSpPr/>
          <p:nvPr/>
        </p:nvGrpSpPr>
        <p:grpSpPr>
          <a:xfrm>
            <a:off x="47626" y="1419092"/>
            <a:ext cx="9048749" cy="3676783"/>
            <a:chOff x="38101" y="1419092"/>
            <a:chExt cx="9048749" cy="367678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93" r="5246" b="6504"/>
            <a:stretch/>
          </p:blipFill>
          <p:spPr bwMode="auto">
            <a:xfrm>
              <a:off x="38101" y="1419092"/>
              <a:ext cx="5692448" cy="3676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2705100" y="3581400"/>
              <a:ext cx="638175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indent="-342900">
                <a:lnSpc>
                  <a:spcPct val="115000"/>
                </a:lnSpc>
                <a:spcAft>
                  <a:spcPts val="1200"/>
                </a:spcAft>
                <a:buClr>
                  <a:srgbClr val="006440"/>
                </a:buClr>
                <a:buSzPts val="1800"/>
                <a:buFont typeface="Montserrat"/>
                <a:buChar char="●"/>
                <a:defRPr i="1">
                  <a:solidFill>
                    <a:srgbClr val="3F3F3F"/>
                  </a:solidFill>
                  <a:latin typeface="Montserrat"/>
                  <a:ea typeface="Montserrat"/>
                  <a:cs typeface="Montserrat"/>
                </a:defRPr>
              </a:lvl1pPr>
              <a:lvl2pPr marL="9144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○"/>
                <a:defRPr>
                  <a:solidFill>
                    <a:schemeClr val="dk2"/>
                  </a:solidFill>
                </a:defRPr>
              </a:lvl2pPr>
              <a:lvl3pPr marL="13716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■"/>
                <a:defRPr>
                  <a:solidFill>
                    <a:schemeClr val="dk2"/>
                  </a:solidFill>
                </a:defRPr>
              </a:lvl3pPr>
              <a:lvl4pPr marL="18288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●"/>
                <a:defRPr>
                  <a:solidFill>
                    <a:schemeClr val="dk2"/>
                  </a:solidFill>
                </a:defRPr>
              </a:lvl4pPr>
              <a:lvl5pPr marL="22860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○"/>
                <a:defRPr>
                  <a:solidFill>
                    <a:schemeClr val="dk2"/>
                  </a:solidFill>
                </a:defRPr>
              </a:lvl5pPr>
              <a:lvl6pPr marL="27432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■"/>
                <a:defRPr>
                  <a:solidFill>
                    <a:schemeClr val="dk2"/>
                  </a:solidFill>
                </a:defRPr>
              </a:lvl6pPr>
              <a:lvl7pPr marL="32004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●"/>
                <a:defRPr>
                  <a:solidFill>
                    <a:schemeClr val="dk2"/>
                  </a:solidFill>
                </a:defRPr>
              </a:lvl7pPr>
              <a:lvl8pPr marL="36576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○"/>
                <a:defRPr>
                  <a:solidFill>
                    <a:schemeClr val="dk2"/>
                  </a:solidFill>
                </a:defRPr>
              </a:lvl8pPr>
              <a:lvl9pPr marL="41148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■"/>
                <a:defRPr>
                  <a:solidFill>
                    <a:schemeClr val="dk2"/>
                  </a:solidFill>
                </a:defRPr>
              </a:lvl9pPr>
            </a:lstStyle>
            <a:p>
              <a:pPr>
                <a:spcAft>
                  <a:spcPts val="600"/>
                </a:spcAft>
                <a:buFont typeface="Symbol" panose="05050102010706020507" pitchFamily="18" charset="2"/>
                <a:buChar char="Þ"/>
              </a:pPr>
              <a:r>
                <a:rPr lang="fr-FR" sz="1200" dirty="0" smtClean="0"/>
                <a:t> </a:t>
              </a:r>
              <a:r>
                <a:rPr lang="fr-FR" sz="1200" dirty="0"/>
                <a:t>10 vins, 9 champagnes, 1 </a:t>
              </a:r>
              <a:r>
                <a:rPr lang="fr-FR" sz="1200" dirty="0" smtClean="0"/>
                <a:t>cognac</a:t>
              </a:r>
            </a:p>
            <a:p>
              <a:pPr>
                <a:spcAft>
                  <a:spcPts val="300"/>
                </a:spcAft>
                <a:buFont typeface="Symbol" panose="05050102010706020507" pitchFamily="18" charset="2"/>
                <a:buChar char="Þ"/>
              </a:pPr>
              <a:r>
                <a:rPr lang="fr-FR" sz="1200" dirty="0" smtClean="0"/>
                <a:t>Surtout produits </a:t>
              </a:r>
              <a:r>
                <a:rPr lang="fr-FR" sz="1200" dirty="0"/>
                <a:t>de catégorie « luxe </a:t>
              </a:r>
              <a:r>
                <a:rPr lang="fr-FR" sz="1200" dirty="0" smtClean="0"/>
                <a:t>», pas vendus </a:t>
              </a:r>
              <a:r>
                <a:rPr lang="fr-FR" sz="1200" dirty="0"/>
                <a:t>en grande quantité mais chers </a:t>
              </a:r>
              <a:endParaRPr lang="fr-FR" sz="1200" dirty="0" smtClean="0"/>
            </a:p>
            <a:p>
              <a:pPr lvl="1">
                <a:buClr>
                  <a:srgbClr val="006440"/>
                </a:buClr>
                <a:buFont typeface="Wingdings" panose="05000000000000000000" pitchFamily="2" charset="2"/>
                <a:buChar char="Ä"/>
              </a:pPr>
              <a:r>
                <a:rPr lang="fr-FR" sz="1200" dirty="0">
                  <a:solidFill>
                    <a:srgbClr val="3F3F3F"/>
                  </a:solidFill>
                  <a:latin typeface="Montserrat" panose="020B0604020202020204" charset="0"/>
                </a:rPr>
                <a:t>s</a:t>
              </a:r>
              <a:r>
                <a:rPr lang="fr-FR" sz="1200" dirty="0" smtClean="0">
                  <a:solidFill>
                    <a:srgbClr val="3F3F3F"/>
                  </a:solidFill>
                  <a:latin typeface="Montserrat" panose="020B0604020202020204" charset="0"/>
                </a:rPr>
                <a:t>auf 3 vins </a:t>
              </a:r>
              <a:r>
                <a:rPr lang="fr-FR" sz="1200" dirty="0">
                  <a:solidFill>
                    <a:srgbClr val="3F3F3F"/>
                  </a:solidFill>
                  <a:latin typeface="Montserrat" panose="020B0604020202020204" charset="0"/>
                </a:rPr>
                <a:t>&lt; </a:t>
              </a:r>
              <a:r>
                <a:rPr lang="fr-FR" sz="1200" dirty="0" smtClean="0">
                  <a:solidFill>
                    <a:srgbClr val="3F3F3F"/>
                  </a:solidFill>
                  <a:latin typeface="Montserrat" panose="020B0604020202020204" charset="0"/>
                </a:rPr>
                <a:t>30 € : année 2017 -&gt; millésime particulier, forte demande</a:t>
              </a:r>
              <a:endParaRPr lang="fr-FR" sz="1200" dirty="0">
                <a:solidFill>
                  <a:srgbClr val="3F3F3F"/>
                </a:solidFill>
                <a:latin typeface="Montserrat" panose="020B0604020202020204" charset="0"/>
              </a:endParaRPr>
            </a:p>
          </p:txBody>
        </p:sp>
      </p:grp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3505200" y="2168688"/>
            <a:ext cx="5543551" cy="117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-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CA total du site Web en octobre = 153 748,10 €</a:t>
            </a:r>
            <a:endParaRPr sz="14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80% du CA réalisé grâce à 421 articles,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6440"/>
              </a:buClr>
              <a:buSzPts val="1800"/>
              <a:buNone/>
            </a:pPr>
            <a:r>
              <a:rPr lang="fr" sz="14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     soit 50,91 % du catalogue.</a:t>
            </a:r>
            <a:endParaRPr sz="1400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7252" y="1400996"/>
            <a:ext cx="9037212" cy="3744000"/>
            <a:chOff x="17252" y="1400996"/>
            <a:chExt cx="9037212" cy="3744000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34" r="5357" b="5507"/>
            <a:stretch/>
          </p:blipFill>
          <p:spPr bwMode="auto">
            <a:xfrm>
              <a:off x="17252" y="1400996"/>
              <a:ext cx="5748732" cy="37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2716527" y="3303270"/>
              <a:ext cx="6337937" cy="16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indent="-342900">
                <a:lnSpc>
                  <a:spcPct val="115000"/>
                </a:lnSpc>
                <a:spcAft>
                  <a:spcPts val="1200"/>
                </a:spcAft>
                <a:buClr>
                  <a:srgbClr val="006440"/>
                </a:buClr>
                <a:buSzPts val="1800"/>
                <a:buFont typeface="Montserrat"/>
                <a:buChar char="●"/>
                <a:defRPr i="1">
                  <a:solidFill>
                    <a:srgbClr val="3F3F3F"/>
                  </a:solidFill>
                  <a:latin typeface="Montserrat"/>
                  <a:ea typeface="Montserrat"/>
                  <a:cs typeface="Montserrat"/>
                </a:defRPr>
              </a:lvl1pPr>
              <a:lvl2pPr marL="9144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○"/>
                <a:defRPr>
                  <a:solidFill>
                    <a:schemeClr val="dk2"/>
                  </a:solidFill>
                </a:defRPr>
              </a:lvl2pPr>
              <a:lvl3pPr marL="13716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■"/>
                <a:defRPr>
                  <a:solidFill>
                    <a:schemeClr val="dk2"/>
                  </a:solidFill>
                </a:defRPr>
              </a:lvl3pPr>
              <a:lvl4pPr marL="18288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●"/>
                <a:defRPr>
                  <a:solidFill>
                    <a:schemeClr val="dk2"/>
                  </a:solidFill>
                </a:defRPr>
              </a:lvl4pPr>
              <a:lvl5pPr marL="22860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○"/>
                <a:defRPr>
                  <a:solidFill>
                    <a:schemeClr val="dk2"/>
                  </a:solidFill>
                </a:defRPr>
              </a:lvl5pPr>
              <a:lvl6pPr marL="27432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■"/>
                <a:defRPr>
                  <a:solidFill>
                    <a:schemeClr val="dk2"/>
                  </a:solidFill>
                </a:defRPr>
              </a:lvl6pPr>
              <a:lvl7pPr marL="32004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●"/>
                <a:defRPr>
                  <a:solidFill>
                    <a:schemeClr val="dk2"/>
                  </a:solidFill>
                </a:defRPr>
              </a:lvl7pPr>
              <a:lvl8pPr marL="36576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○"/>
                <a:defRPr>
                  <a:solidFill>
                    <a:schemeClr val="dk2"/>
                  </a:solidFill>
                </a:defRPr>
              </a:lvl8pPr>
              <a:lvl9pPr marL="4114800" indent="-317500">
                <a:lnSpc>
                  <a:spcPct val="115000"/>
                </a:lnSpc>
                <a:buClr>
                  <a:schemeClr val="dk2"/>
                </a:buClr>
                <a:buSzPts val="1400"/>
                <a:buChar char="■"/>
                <a:defRPr>
                  <a:solidFill>
                    <a:schemeClr val="dk2"/>
                  </a:solidFill>
                </a:defRPr>
              </a:lvl9pPr>
            </a:lstStyle>
            <a:p>
              <a:pPr>
                <a:spcAft>
                  <a:spcPts val="0"/>
                </a:spcAft>
                <a:buFont typeface="Symbol" panose="05050102010706020507" pitchFamily="18" charset="2"/>
                <a:buChar char="Þ"/>
              </a:pPr>
              <a:r>
                <a:rPr lang="fr-FR" sz="1200" dirty="0" smtClean="0">
                  <a:latin typeface="Montserrat" panose="020B0604020202020204" charset="0"/>
                </a:rPr>
                <a:t> 19 vins + 1 champagne</a:t>
              </a:r>
            </a:p>
            <a:p>
              <a:pPr lvl="1">
                <a:spcAft>
                  <a:spcPts val="600"/>
                </a:spcAft>
                <a:buClr>
                  <a:srgbClr val="006440"/>
                </a:buClr>
                <a:buFont typeface="Wingdings" panose="05000000000000000000" pitchFamily="2" charset="2"/>
                <a:buChar char="Ä"/>
              </a:pPr>
              <a:r>
                <a:rPr lang="fr-FR" sz="1200" dirty="0" smtClean="0">
                  <a:solidFill>
                    <a:srgbClr val="3F3F3F"/>
                  </a:solidFill>
                  <a:latin typeface="Montserrat" panose="020B0604020202020204" charset="0"/>
                </a:rPr>
                <a:t>6 font également partie du Top20 du plus gros CA (dont 3 premiers) </a:t>
              </a:r>
            </a:p>
            <a:p>
              <a:pPr>
                <a:spcAft>
                  <a:spcPts val="300"/>
                </a:spcAft>
                <a:buFont typeface="Symbol" panose="05050102010706020507" pitchFamily="18" charset="2"/>
                <a:buChar char="Þ"/>
              </a:pPr>
              <a:r>
                <a:rPr lang="fr-FR" sz="1200" dirty="0" smtClean="0">
                  <a:latin typeface="Montserrat" panose="020B0604020202020204" charset="0"/>
                </a:rPr>
                <a:t>Forte demande car producteurs réputés et qualité reconnue (IGP, AOP) + prix de vente abordables (5,2 € à 17,10 €) sauf :</a:t>
              </a:r>
            </a:p>
            <a:p>
              <a:pPr marL="742950" lvl="1" indent="-171450">
                <a:buClr>
                  <a:srgbClr val="006440"/>
                </a:buClr>
                <a:buFont typeface="Wingdings" panose="05000000000000000000" pitchFamily="2" charset="2"/>
                <a:buChar char="Ä"/>
              </a:pPr>
              <a:r>
                <a:rPr lang="fr-FR" sz="1200" dirty="0" smtClean="0">
                  <a:solidFill>
                    <a:srgbClr val="3F3F3F"/>
                  </a:solidFill>
                  <a:latin typeface="Montserrat" panose="020B0604020202020204" charset="0"/>
                </a:rPr>
                <a:t>Champagne (59 €) : millésime 2010, exceptionnel et très recherché</a:t>
              </a:r>
            </a:p>
            <a:p>
              <a:pPr marL="742950" lvl="1" indent="-171450">
                <a:buClr>
                  <a:srgbClr val="006440"/>
                </a:buClr>
                <a:buFont typeface="Wingdings" panose="05000000000000000000" pitchFamily="2" charset="2"/>
                <a:buChar char="Ä"/>
              </a:pPr>
              <a:r>
                <a:rPr lang="fr-FR" sz="1200" dirty="0" smtClean="0">
                  <a:solidFill>
                    <a:srgbClr val="3F3F3F"/>
                  </a:solidFill>
                  <a:latin typeface="Montserrat" panose="020B0604020202020204" charset="0"/>
                </a:rPr>
                <a:t>4 vins (&gt; 20 €) : millésimes 2016 et 2017, excellents</a:t>
              </a:r>
            </a:p>
            <a:p>
              <a:pPr lvl="1">
                <a:buClr>
                  <a:srgbClr val="006440"/>
                </a:buClr>
                <a:buFont typeface="Wingdings" panose="05000000000000000000" pitchFamily="2" charset="2"/>
                <a:buChar char="Ä"/>
              </a:pPr>
              <a:endParaRPr lang="fr-FR" sz="1200" dirty="0">
                <a:solidFill>
                  <a:srgbClr val="3F3F3F"/>
                </a:solidFill>
                <a:latin typeface="Montserrat" panose="020B0604020202020204" charset="0"/>
              </a:endParaRPr>
            </a:p>
          </p:txBody>
        </p:sp>
      </p:grpSp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91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</a:t>
            </a: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complémentaires :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sym typeface="Montserrat"/>
              </a:rPr>
              <a:t>Q</a:t>
            </a:r>
            <a:r>
              <a:rPr lang="fr" sz="2500" dirty="0" smtClean="0">
                <a:solidFill>
                  <a:srgbClr val="F3F3F3"/>
                </a:solidFill>
                <a:latin typeface="Montserrat"/>
                <a:sym typeface="Montserrat"/>
              </a:rPr>
              <a:t>uantités vendues</a:t>
            </a:r>
            <a:endParaRPr sz="25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13</a:t>
            </a:fld>
            <a:endParaRPr lang="fr"/>
          </a:p>
        </p:txBody>
      </p:sp>
      <p:sp>
        <p:nvSpPr>
          <p:cNvPr id="11" name="Google Shape;90;p7"/>
          <p:cNvSpPr txBox="1">
            <a:spLocks noGrp="1"/>
          </p:cNvSpPr>
          <p:nvPr>
            <p:ph type="body" idx="1"/>
          </p:nvPr>
        </p:nvSpPr>
        <p:spPr>
          <a:xfrm>
            <a:off x="3505200" y="2478405"/>
            <a:ext cx="5543551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80% des ventes réalisé grâce à 425 articles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6440"/>
              </a:buClr>
              <a:buSzPts val="1800"/>
              <a:buNone/>
            </a:pPr>
            <a:r>
              <a:rPr lang="fr" sz="14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      soit 51,39 % du catalogue.</a:t>
            </a:r>
            <a:endParaRPr sz="1400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9474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91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</a:t>
            </a: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complémentaires : </a:t>
            </a:r>
            <a:r>
              <a:rPr lang="fr" sz="2500" dirty="0" smtClean="0">
                <a:solidFill>
                  <a:srgbClr val="F3F3F3"/>
                </a:solidFill>
                <a:latin typeface="Montserrat"/>
                <a:ea typeface="Montserrat"/>
                <a:sym typeface="Montserrat"/>
              </a:rPr>
              <a:t>Stocks</a:t>
            </a:r>
            <a:endParaRPr sz="25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602998" y="1802927"/>
            <a:ext cx="8160001" cy="142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-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Rotation des stocks </a:t>
            </a:r>
            <a:r>
              <a:rPr lang="fr-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+ Nombre de mois de stock + Valorisation :</a:t>
            </a:r>
            <a:endParaRPr lang="fr-FR" sz="1600" i="1" dirty="0" smtClean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42900">
              <a:spcAft>
                <a:spcPts val="600"/>
              </a:spcAft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Bons indicateurs 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de la qualité de gestion du stock </a:t>
            </a:r>
          </a:p>
          <a:p>
            <a:pPr lvl="1" indent="-342900">
              <a:spcAft>
                <a:spcPts val="600"/>
              </a:spcAft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Rotation trop élevée = article souvent renouvelé / Rotation trop faible = 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surstock</a:t>
            </a:r>
          </a:p>
          <a:p>
            <a:pPr lvl="1" indent="-342900">
              <a:spcAft>
                <a:spcPts val="600"/>
              </a:spcAft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Stock </a:t>
            </a:r>
            <a:r>
              <a:rPr lang="fr-FR" sz="12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final élevé = pas assez de ventes ou trop de 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réapprovisionnement</a:t>
            </a:r>
            <a:endParaRPr lang="fr-FR" sz="1200" i="1" dirty="0" smtClean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14</a:t>
            </a:fld>
            <a:endParaRPr lang="fr"/>
          </a:p>
        </p:txBody>
      </p:sp>
      <p:sp>
        <p:nvSpPr>
          <p:cNvPr id="3" name="TextBox 2"/>
          <p:cNvSpPr txBox="1"/>
          <p:nvPr/>
        </p:nvSpPr>
        <p:spPr>
          <a:xfrm>
            <a:off x="702000" y="3394411"/>
            <a:ext cx="7740000" cy="720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 anchor="ctr">
            <a:spAutoFit/>
          </a:bodyPr>
          <a:lstStyle/>
          <a:p>
            <a:pPr marL="171450" lvl="1" indent="-171450" algn="ctr">
              <a:buSzPct val="120000"/>
              <a:buFont typeface="Symbol" panose="05050102010706020507" pitchFamily="18" charset="2"/>
              <a:buChar char="Þ"/>
            </a:pPr>
            <a:r>
              <a:rPr lang="fr-FR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Stock </a:t>
            </a:r>
            <a:r>
              <a:rPr lang="fr-FR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mal géré = coûts élevés de gestion </a:t>
            </a: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inutiles =&gt; </a:t>
            </a:r>
            <a:r>
              <a:rPr lang="fr-FR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changement de </a:t>
            </a:r>
            <a:r>
              <a:rPr lang="fr-FR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stratégie</a:t>
            </a:r>
            <a:endParaRPr lang="fr-FR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291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2" r="4005" b="5266"/>
          <a:stretch/>
        </p:blipFill>
        <p:spPr bwMode="auto">
          <a:xfrm>
            <a:off x="-1" y="1422853"/>
            <a:ext cx="5464192" cy="36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91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</a:t>
            </a: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complémentaires : </a:t>
            </a:r>
            <a:r>
              <a:rPr lang="fr" sz="2500" dirty="0" smtClean="0">
                <a:solidFill>
                  <a:srgbClr val="F3F3F3"/>
                </a:solidFill>
                <a:latin typeface="Montserrat"/>
                <a:ea typeface="Montserrat"/>
                <a:sym typeface="Montserrat"/>
              </a:rPr>
              <a:t>Stocks</a:t>
            </a:r>
            <a:endParaRPr sz="25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463542" y="3761695"/>
            <a:ext cx="3589019" cy="117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6440"/>
              </a:buClr>
              <a:buSzPct val="115000"/>
              <a:buFont typeface="Montserrat"/>
              <a:buChar char="●"/>
            </a:pPr>
            <a:r>
              <a:rPr lang="fr-FR" sz="13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Valorisation initiale = 358 169,34 €</a:t>
            </a:r>
          </a:p>
          <a:p>
            <a:pPr lvl="1" indent="-342900">
              <a:buClr>
                <a:srgbClr val="006440"/>
              </a:buClr>
              <a:buSzPct val="115000"/>
              <a:buFont typeface="Wingdings" panose="05000000000000000000" pitchFamily="2" charset="2"/>
              <a:buChar char="Ä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22 821 articles</a:t>
            </a:r>
          </a:p>
          <a:p>
            <a:pPr marL="114300" indent="0">
              <a:buClr>
                <a:srgbClr val="006440"/>
              </a:buClr>
              <a:buNone/>
            </a:pPr>
            <a:endParaRPr lang="fr-FR" sz="14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spcAft>
                <a:spcPts val="300"/>
              </a:spcAft>
              <a:buClr>
                <a:srgbClr val="006440"/>
              </a:buClr>
              <a:buSzPct val="115000"/>
            </a:pPr>
            <a:r>
              <a:rPr lang="fr-FR" sz="13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Valorisation finale = 298 627,66 €</a:t>
            </a:r>
          </a:p>
          <a:p>
            <a:pPr lvl="1">
              <a:buClr>
                <a:srgbClr val="006440"/>
              </a:buClr>
              <a:buSzPct val="115000"/>
              <a:buFont typeface="Wingdings" panose="05000000000000000000" pitchFamily="2" charset="2"/>
              <a:buChar char="Ä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17 822 articles</a:t>
            </a:r>
            <a:endParaRPr sz="12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15</a:t>
            </a:fld>
            <a:endParaRPr lang="fr"/>
          </a:p>
        </p:txBody>
      </p:sp>
      <p:sp>
        <p:nvSpPr>
          <p:cNvPr id="10" name="Google Shape;90;p7"/>
          <p:cNvSpPr txBox="1">
            <a:spLocks/>
          </p:cNvSpPr>
          <p:nvPr/>
        </p:nvSpPr>
        <p:spPr>
          <a:xfrm>
            <a:off x="5189219" y="1523999"/>
            <a:ext cx="3985261" cy="138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300"/>
              </a:spcAft>
              <a:buClr>
                <a:srgbClr val="006440"/>
              </a:buClr>
              <a:buSzPct val="115000"/>
              <a:buFont typeface="Symbol" panose="05050102010706020507" pitchFamily="18" charset="2"/>
              <a:buChar char="Þ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Reste moins de 1 mois de stock</a:t>
            </a:r>
          </a:p>
          <a:p>
            <a:pPr lvl="1">
              <a:spcAft>
                <a:spcPts val="300"/>
              </a:spcAft>
              <a:buClr>
                <a:srgbClr val="006440"/>
              </a:buClr>
              <a:buFont typeface="Wingdings" panose="05000000000000000000" pitchFamily="2" charset="2"/>
              <a:buChar char="Ä"/>
            </a:pPr>
            <a:r>
              <a:rPr lang="fr-FR" sz="10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Articles peu demandés</a:t>
            </a:r>
          </a:p>
          <a:p>
            <a:pPr lvl="1">
              <a:spcAft>
                <a:spcPts val="300"/>
              </a:spcAft>
              <a:buClr>
                <a:srgbClr val="006440"/>
              </a:buClr>
              <a:buFont typeface="Wingdings" panose="05000000000000000000" pitchFamily="2" charset="2"/>
              <a:buChar char="Ä"/>
            </a:pPr>
            <a:r>
              <a:rPr lang="fr-FR" sz="10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Rotation entre 0,67 et 1,57 = peu pour alimentaire mais justifiée</a:t>
            </a:r>
          </a:p>
          <a:p>
            <a:pPr lvl="1">
              <a:buClr>
                <a:srgbClr val="006440"/>
              </a:buClr>
              <a:buFont typeface="Wingdings" panose="05000000000000000000" pitchFamily="2" charset="2"/>
              <a:buChar char="Ä"/>
            </a:pPr>
            <a:r>
              <a:rPr lang="fr-FR" sz="10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Prix de vente moyen à élevé (35 à 95 €)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33061" y="2775152"/>
            <a:ext cx="3619500" cy="86946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425450" indent="-285750">
              <a:spcAft>
                <a:spcPts val="300"/>
              </a:spcAft>
              <a:buClr>
                <a:srgbClr val="006440"/>
              </a:buClr>
              <a:buSzPct val="115000"/>
              <a:buFont typeface="Symbol" panose="05050102010706020507" pitchFamily="18" charset="2"/>
              <a:buChar char="Þ"/>
            </a:pPr>
            <a:r>
              <a:rPr lang="fr-FR" sz="12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Pas de 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grand risque </a:t>
            </a:r>
            <a:r>
              <a:rPr lang="fr-FR" sz="12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de rupture de stock ni de surcoût de gestion</a:t>
            </a:r>
          </a:p>
          <a:p>
            <a:pPr marL="425450" indent="-285750">
              <a:buClr>
                <a:srgbClr val="006440"/>
              </a:buClr>
              <a:buSzPct val="115000"/>
              <a:buFont typeface="Symbol" panose="05050102010706020507" pitchFamily="18" charset="2"/>
              <a:buChar char="Þ"/>
            </a:pPr>
            <a:r>
              <a:rPr lang="fr-FR" sz="12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Identifier cause désintéressement + stratégie de mise en 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valeur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61050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91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</a:t>
            </a: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complémentaires : Taux de marge</a:t>
            </a:r>
            <a:endParaRPr sz="25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602998" y="1482887"/>
            <a:ext cx="815047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6440"/>
              </a:buClr>
              <a:buSzPts val="1800"/>
              <a:buFont typeface="Montserrat"/>
              <a:buChar char="●"/>
            </a:pPr>
            <a:r>
              <a:rPr lang="fr" sz="16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Taux marge = (prix hors taxe – prix d’achat unitaire) * 100 / prix d’achat</a:t>
            </a:r>
          </a:p>
          <a:p>
            <a:pPr lvl="1" indent="-342900">
              <a:buClr>
                <a:srgbClr val="006440"/>
              </a:buClr>
              <a:buSzPts val="1800"/>
              <a:buFont typeface="Wingdings" panose="05000000000000000000" pitchFamily="2" charset="2"/>
              <a:buChar char="Ä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Bon indicateur de la rentabilité d’un article mais ne tient pas compte de son efficacité</a:t>
            </a:r>
          </a:p>
          <a:p>
            <a:pPr lvl="1" indent="-342900">
              <a:buClr>
                <a:srgbClr val="006440"/>
              </a:buClr>
              <a:buSzPts val="1800"/>
              <a:buFont typeface="Symbol" panose="05050102010706020507" pitchFamily="18" charset="2"/>
              <a:buChar char="Þ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Risque de favoriser un article qui se vend mal =&gt; à combiner avec quantités vendues et CA</a:t>
            </a:r>
            <a:endParaRPr sz="1200" i="1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16</a:t>
            </a:fld>
            <a:endParaRPr lang="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4" b="7074"/>
          <a:stretch/>
        </p:blipFill>
        <p:spPr bwMode="auto">
          <a:xfrm>
            <a:off x="57425" y="2349960"/>
            <a:ext cx="5163576" cy="255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128258" y="2453529"/>
            <a:ext cx="412242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1200"/>
              </a:spcAft>
              <a:buClr>
                <a:srgbClr val="006440"/>
              </a:buClr>
              <a:buSzPct val="115000"/>
              <a:buFont typeface="Montserrat" panose="020B0604020202020204" charset="0"/>
              <a:buChar char="→"/>
            </a:pP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 taux min = 55,44 %  /  taux max = 129,70 % </a:t>
            </a:r>
            <a:endParaRPr lang="fr-FR" sz="1200" i="1" dirty="0">
              <a:solidFill>
                <a:srgbClr val="3F3F3F"/>
              </a:solidFill>
              <a:latin typeface="Montserrat" panose="020B0604020202020204" charset="0"/>
            </a:endParaRPr>
          </a:p>
          <a:p>
            <a:pPr marL="171450" indent="-171450">
              <a:spcAft>
                <a:spcPts val="300"/>
              </a:spcAft>
              <a:buClr>
                <a:srgbClr val="006440"/>
              </a:buClr>
              <a:buSzPct val="115000"/>
              <a:buFont typeface="Montserrat" panose="020B0604020202020204" charset="0"/>
              <a:buChar char="→"/>
            </a:pP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 4 produits avec marge négatives </a:t>
            </a:r>
          </a:p>
          <a:p>
            <a:pPr>
              <a:spcAft>
                <a:spcPts val="300"/>
              </a:spcAft>
              <a:buClr>
                <a:srgbClr val="006440"/>
              </a:buClr>
              <a:buSzPct val="115000"/>
            </a:pPr>
            <a:r>
              <a:rPr lang="fr-FR" sz="1200" i="1" dirty="0">
                <a:solidFill>
                  <a:srgbClr val="3F3F3F"/>
                </a:solidFill>
                <a:latin typeface="Montserrat" panose="020B0604020202020204" charset="0"/>
              </a:rPr>
              <a:t> </a:t>
            </a: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    =&gt; erreur car prix d’achat &gt; prix de vente</a:t>
            </a:r>
          </a:p>
          <a:p>
            <a:pPr lvl="3">
              <a:buClr>
                <a:srgbClr val="006440"/>
              </a:buClr>
              <a:buSzPct val="115000"/>
            </a:pPr>
            <a:endParaRPr lang="fr-FR" sz="1200" i="1" dirty="0">
              <a:solidFill>
                <a:srgbClr val="3F3F3F"/>
              </a:solidFill>
              <a:latin typeface="Montserrat" panose="020B0604020202020204" charset="0"/>
            </a:endParaRPr>
          </a:p>
          <a:p>
            <a:pPr marL="171450" lvl="3" indent="-171450">
              <a:buClr>
                <a:srgbClr val="006440"/>
              </a:buClr>
              <a:buSzPct val="115000"/>
              <a:buFont typeface="Symbol" panose="05050102010706020507" pitchFamily="18" charset="2"/>
              <a:buChar char="Þ"/>
            </a:pP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 Champagnes = prix achat élevé + ventes faibles </a:t>
            </a:r>
          </a:p>
          <a:p>
            <a:pPr lvl="3">
              <a:buClr>
                <a:srgbClr val="006440"/>
              </a:buClr>
              <a:buSzPct val="115000"/>
            </a:pP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      =&gt; si marge élevée = augmentation prix vente</a:t>
            </a:r>
          </a:p>
          <a:p>
            <a:pPr lvl="3">
              <a:spcAft>
                <a:spcPts val="600"/>
              </a:spcAft>
              <a:buClr>
                <a:srgbClr val="006440"/>
              </a:buClr>
              <a:buSzPct val="115000"/>
            </a:pPr>
            <a:r>
              <a:rPr lang="fr-FR" sz="1200" i="1" dirty="0">
                <a:solidFill>
                  <a:srgbClr val="3F3F3F"/>
                </a:solidFill>
                <a:latin typeface="Montserrat" panose="020B0604020202020204" charset="0"/>
              </a:rPr>
              <a:t> </a:t>
            </a: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     et risque de diminution des ventes</a:t>
            </a:r>
          </a:p>
          <a:p>
            <a:pPr marL="171450" lvl="3" indent="-171450">
              <a:buClr>
                <a:srgbClr val="006440"/>
              </a:buClr>
              <a:buSzPct val="115000"/>
              <a:buFont typeface="Symbol" panose="05050102010706020507" pitchFamily="18" charset="2"/>
              <a:buChar char="Þ"/>
            </a:pP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 Cognac, Whisky, Gin = prix d’achat moyen + ventes faibles </a:t>
            </a: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même si prix </a:t>
            </a: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de vente acceptable</a:t>
            </a:r>
          </a:p>
          <a:p>
            <a:pPr lvl="3">
              <a:buClr>
                <a:srgbClr val="006440"/>
              </a:buClr>
              <a:buSzPct val="115000"/>
            </a:pPr>
            <a:r>
              <a:rPr lang="fr-FR" sz="1200" i="1" dirty="0">
                <a:solidFill>
                  <a:srgbClr val="3F3F3F"/>
                </a:solidFill>
                <a:latin typeface="Montserrat" panose="020B0604020202020204" charset="0"/>
              </a:rPr>
              <a:t> </a:t>
            </a: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   =&gt;  </a:t>
            </a: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envisager réduction de marge pour </a:t>
            </a:r>
          </a:p>
          <a:p>
            <a:pPr lvl="3">
              <a:buClr>
                <a:srgbClr val="006440"/>
              </a:buClr>
              <a:buSzPct val="115000"/>
            </a:pPr>
            <a:r>
              <a:rPr lang="fr-FR" sz="1200" i="1" dirty="0">
                <a:solidFill>
                  <a:srgbClr val="3F3F3F"/>
                </a:solidFill>
                <a:latin typeface="Montserrat" panose="020B0604020202020204" charset="0"/>
              </a:rPr>
              <a:t> </a:t>
            </a: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         </a:t>
            </a:r>
            <a:r>
              <a:rPr lang="fr-FR" sz="1200" i="1" dirty="0" smtClean="0">
                <a:solidFill>
                  <a:srgbClr val="3F3F3F"/>
                </a:solidFill>
                <a:latin typeface="Montserrat" panose="020B0604020202020204" charset="0"/>
              </a:rPr>
              <a:t>augmenter les ventes</a:t>
            </a:r>
            <a:endParaRPr lang="fr-FR" sz="1200" i="1" dirty="0">
              <a:solidFill>
                <a:srgbClr val="3F3F3F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66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91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</a:t>
            </a:r>
            <a:r>
              <a:rPr lang="fr" sz="2500" b="0" i="0" u="none" strike="noStrike" cap="none" dirty="0" smtClean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complémentaires : C</a:t>
            </a:r>
            <a:r>
              <a:rPr lang="fr" sz="2500" dirty="0" smtClean="0">
                <a:solidFill>
                  <a:srgbClr val="F3F3F3"/>
                </a:solidFill>
                <a:latin typeface="Montserrat"/>
                <a:sym typeface="Montserrat"/>
              </a:rPr>
              <a:t>orrelations</a:t>
            </a:r>
            <a:endParaRPr sz="25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17</a:t>
            </a:fld>
            <a:endParaRPr lang="fr"/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4432048" y="1530512"/>
            <a:ext cx="4673851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buClr>
                <a:srgbClr val="006440"/>
              </a:buClr>
              <a:buSzPts val="1800"/>
              <a:buFont typeface="Symbol" panose="05050102010706020507" pitchFamily="18" charset="2"/>
              <a:buChar char="Þ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Forte corrélation positive entre le prix d’achat, le </a:t>
            </a:r>
            <a:r>
              <a:rPr lang="fr-FR" sz="1200" i="1" dirty="0" err="1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prix</a:t>
            </a:r>
            <a:r>
              <a:rPr lang="fr-FR" sz="1200" i="1" dirty="0" err="1" smtClean="0">
                <a:solidFill>
                  <a:srgbClr val="3F3F3F"/>
                </a:solidFill>
                <a:latin typeface="+mn-lt"/>
                <a:ea typeface="Montserrat"/>
                <a:cs typeface="Montserrat"/>
                <a:sym typeface="Montserrat"/>
              </a:rPr>
              <a:t>_</a:t>
            </a:r>
            <a:r>
              <a:rPr lang="fr-FR" sz="1200" i="1" dirty="0" err="1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HT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et le prix de vente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6440"/>
              </a:buClr>
              <a:buSzPts val="1800"/>
              <a:buNone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        = variables directement liées.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buClr>
                <a:srgbClr val="006440"/>
              </a:buClr>
              <a:buSzPts val="1800"/>
              <a:buFont typeface="Symbol" panose="05050102010706020507" pitchFamily="18" charset="2"/>
              <a:buChar char="Þ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Corrélations modérées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6440"/>
              </a:buClr>
              <a:buSzPts val="1800"/>
              <a:buNone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        = variables liées mais relation peu significative.</a:t>
            </a:r>
          </a:p>
          <a:p>
            <a:pPr lvl="1">
              <a:buClr>
                <a:srgbClr val="00644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1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Positive entre le nombre d’articles vendus et le stock restant</a:t>
            </a:r>
          </a:p>
          <a:p>
            <a:pPr lvl="1">
              <a:spcAft>
                <a:spcPts val="1200"/>
              </a:spcAft>
              <a:buClr>
                <a:srgbClr val="00644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1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Négatives entre le taux de marge et le stock restant ou le prix d’achat + le nombre d’articles vendus et les prix</a:t>
            </a:r>
          </a:p>
          <a:p>
            <a:pPr>
              <a:buClr>
                <a:srgbClr val="006440"/>
              </a:buClr>
              <a:buFont typeface="Symbol" panose="05050102010706020507" pitchFamily="18" charset="2"/>
              <a:buChar char="Þ"/>
            </a:pP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Pas de corrélation entre le taux de marge et les prix de vente (HT et final) ni le nombre d’articles vendus</a:t>
            </a:r>
            <a:r>
              <a:rPr lang="fr-FR" sz="12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+ le stock restant et les prix (achat et vente) </a:t>
            </a:r>
          </a:p>
          <a:p>
            <a:pPr marL="114300" indent="0">
              <a:buClr>
                <a:srgbClr val="006440"/>
              </a:buClr>
              <a:buNone/>
            </a:pPr>
            <a:r>
              <a:rPr lang="fr-FR" sz="1200" i="1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200" i="1" dirty="0" smtClean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       = pas d’influence.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83" y="1405890"/>
            <a:ext cx="4346446" cy="37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564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18</a:t>
            </a:fld>
            <a:endParaRPr lang="fr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907199003"/>
              </p:ext>
            </p:extLst>
          </p:nvPr>
        </p:nvGraphicFramePr>
        <p:xfrm>
          <a:off x="342900" y="1509622"/>
          <a:ext cx="8663940" cy="3435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mtClean="0"/>
              <a:t>19</a:t>
            </a:fld>
            <a:endParaRPr lang="fr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964947473"/>
              </p:ext>
            </p:extLst>
          </p:nvPr>
        </p:nvGraphicFramePr>
        <p:xfrm>
          <a:off x="361950" y="1581149"/>
          <a:ext cx="8239125" cy="3362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2305</TotalTime>
  <Words>2176</Words>
  <Application>Microsoft Office PowerPoint</Application>
  <PresentationFormat>On-screen Show (16:9)</PresentationFormat>
  <Paragraphs>273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Symbol</vt:lpstr>
      <vt:lpstr>Montserrat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Administrateur</dc:creator>
  <cp:lastModifiedBy>HP Inc.</cp:lastModifiedBy>
  <cp:revision>173</cp:revision>
  <cp:lastPrinted>2025-08-25T14:25:29Z</cp:lastPrinted>
  <dcterms:modified xsi:type="dcterms:W3CDTF">2025-09-10T14:56:53Z</dcterms:modified>
</cp:coreProperties>
</file>